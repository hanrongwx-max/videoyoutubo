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三级生物安全实验室（BSL-3）用来关住病原，开展较高风险病原的诊断和实验。要注意两套编号的方向：病原分类国际风险组 4 组最高，国内第一类最危险，方向相反（见第 058 课）；实验室级别则国内外同向，一级最低、四级最高。</a:t>
            </a:r>
          </a:p>
          <a:p>
            <a:r>
              <a:t>所有涉及病原的诊断和实验工作，只在最里面的核心工作间进行，病原被关在各自的工作区里。三级实验室须通过国家认可，涉及高致病性病原微生物的实验活动还须经批准。高校学生平时在一级、二级实验室工作，进入三级实验室须经专门培训和授权（见第 061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三级实验室的平面按功能分区：外面是辅助工作区，放控制室、清洁更衣、办公等功能；里面是防护区，包括缓冲间和核心工作间（具体分区以 GB 19489-2008、GB 50346 和本设施设计为准）。平面图上常用颜色区分清洁区和污染区，两者的交界处设更衣、淋浴和灭菌设施。</a:t>
            </a:r>
          </a:p>
          <a:p>
            <a:r>
              <a:t>分区的原则是清洁和污染分开：人员行走和气流方向都从清洁区到污染区，不逆行、不交叉（封闭原理见第 062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防护区门口张贴生物危害警告标志和“非授权人员禁止入内”等禁止标志（安全标志式样按 GB 2894-2025，以现行文本为准），并设信息牌，写明防护级别、负责人和联系电话等。没有授权，任何人都不能进入。</a:t>
            </a:r>
          </a:p>
          <a:p>
            <a:r>
              <a:t>组织学生了解三级实验室时，只在外区或通过图示、视频学习，不进入防护区；看到禁入标识，就停下脚步。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进入负压实验室前，第一件事是看门口的压差显示面板和报警灯：显示正常（如绿灯）才可以按程序进入；读数异常或报警亮起（如红灯），不要进去，马上报告实验室负责人和设施人员。</a:t>
            </a:r>
          </a:p>
          <a:p>
            <a:r>
              <a:t>各房间压差的正常范围由现行标准和本设施的设计决定，以本校设施说明为准；使用者只需会看、会判断，不得自行调节（气流异常的处置见第 062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级实验室的门禁更严格：授权人员刷卡（或指纹等）进入第一区，一人一卡，不尾随他人进入，也不把卡借给别人。进门先过前室（缓冲间），它像一个气闸，门关好、压力平衡后再打开里面的门。前室用压力把里外空气隔开：有的设施前室为正压，把外面的空气挡在外面、把病原留在里面；有的按压力梯度设计，具体以本设施说明为准。</a:t>
            </a:r>
          </a:p>
          <a:p>
            <a:r>
              <a:t>第一区里常有一间间样本处理间；再往里是负压区，设第二道门禁；经过清洁更衣室等房间，每过一道门，压力再降一级，空气始终往里流。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级实验室的人员进出是单向的：一条路进，另一条路出。进入时，私人物品留在外侧储物柜，在清洁更衣室换上实验室专用服装，经过负压的气锁（缓冲间），再进入防护实验室；里面是限制区，外人不得进入。</a:t>
            </a:r>
          </a:p>
          <a:p>
            <a:r>
              <a:t>离开时，在指定位置按程序脱卸个人防护装备（见第 075 课），按规定淋浴，再换回自己的衣服。洗手用感应龙头，能不碰的表面就不碰。进出按规定登记；路线不能抄近道，也不能反着走，洁到污、不走回头路。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级实验室的人流和物流分开：人员按规定路线进出；物品走专门的通道。小件样本通过传递窗递进递出，传递窗两扇门不同时打开，用后按规定消毒。与二级实验室不同，三级实验室的高压灭菌器设在实验室内，常为穿墙的双扉灭菌器：在防护区一侧装入，在外侧取出。</a:t>
            </a:r>
          </a:p>
          <a:p>
            <a:r>
              <a:t>离开实验室的物品和废物，先封好包装、经灭菌（或其他有效消毒），再按规定交有资质的单位处置（见第 077 课）。生物安全柜按设计接好排风，排气全部经过高效过滤。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防护区旁设控制室，风机、通风和空调等系统在这里集中控制，设施人员监控运行状态，异常时及时处置。</a:t>
            </a:r>
          </a:p>
          <a:p>
            <a:r>
              <a:t>监控画面和门禁记录让谁进谁出都有记录，门禁、监控和安保共同把关（生物安保见第 083 课）。发现可疑人员或有人尾随，立即报告保卫处和实验室负责人；实验室的布局、门禁和安保信息属于敏感信息，不拍照、不外传。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三级实验室的设施要素放在一起看：相对外界维持负压，气流定向流动，空气只进不出，排风经高效过滤后排到室外；进出经过前室（气闸），有两道自闭门；设免手动操作的洗手池，旁边有洗眼器；配生物安全柜等防护设备，操作都在其中进行；灭菌器设在实验室内（这也对通风空调提出了新的要求）。</a:t>
            </a:r>
          </a:p>
          <a:p>
            <a:r>
              <a:t>运行中如果压力突然下降、报警，就意味着封闭可能被破坏，要立即停止工作，按应急预案处置和报告（见第 062 课）。各项技术要求以 GB 19489-2008、GB 50346 和 WS 233（均以现行文本为准）为准；设施的设计和运行见第 064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四级生物安全实验室（BSL-4）是独立的建筑或建筑内完全隔离的区域，人员经气锁进入，离开时要经过去污淋浴（如化学淋浴和人员淋浴）；进风和排风都经过高效过滤；并配有应急电源和通讯系统。</a:t>
            </a:r>
          </a:p>
          <a:p>
            <a:r>
              <a:t>四级实验室造价和运行要求极高，只在国家批准的少数设施中建设（分级见第 059 课），高校学生一般不会接触。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答案：B。解析：病原分类反着走，实验室级别顺着走。</a:t>
            </a:r>
          </a:p>
          <a:p>
            <a:r>
              <a:t>第 2 题 答案：B。解析：读数异常或报警就别进，马上报告负责人和设施人员。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答案：B。解析：单向进出，不走回头路，不抄近道。</a:t>
            </a:r>
          </a:p>
          <a:p>
            <a:r>
              <a:t>第 4 题 答案：D。解析：物品经传递窗或穿墙灭菌器，灭菌后才出来。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答案：B。解析：一人一卡，不尾随、不借卡；发现尾随报告保卫处。</a:t>
            </a:r>
          </a:p>
          <a:p>
            <a:r>
              <a:t>第 6 题 答案：实验室的布局、门禁和安保信息属于敏感信息，外传可能被利用、危害实验室安保；有疑问向实验室负责人或保卫处咨询。解析：门禁、监控和安保一起把关。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三级生物安全实验室的布局与进出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第6章 生物安全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70 镜）　适用对象：进入生命科学、医学、农学、环境等涉及生物材料实验室的高校本科生、研究生和教职工（必修）；拟进入三级实验室工作的人员、实验室负责人和生物安全员重点学习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063 · 三级生物安全实验室的布局与进出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063 三级生物安全实验室的布局与进出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能说出三级生物安全实验室的用途和功能分区（辅助工作区与防护区、清洁区与污染区），知道国内病原分类与国际风险组方向相反、实验室级别国内外同向。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能做到进门前看懂门口标识和压差面板，异常不进、及时报告；一人一卡、不尾随，非授权不进入。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能说出单向进出路线（更衣—气锁—实验室；脱防护—淋浴—换回便服）和人流物流分开（传递窗、穿墙灭菌器）的规矩。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能说出三级、四级设施的主要要素，以及监控、门禁和安保的作用，布局和门禁信息不外传。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063 · 三级生物安全实验室的布局与进出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063 三级生物安全实验室的布局与进出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《中华人民共和国生物安全法》（以现行文本为准）：高等级病原微生物实验室的设立、安全保卫和管理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《病原微生物实验室生物安全管理条例》（以现行文本为准）：三级、四级实验室须通过国家认可，高致病性病原微生物实验活动须经批准，实验室安保要求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19489-2008（以现行文本为准）《实验室 生物安全通用要求》：三级、四级实验室的平面布局（辅助工作区、防护区）、缓冲间、压力梯度、人员和物品进出、标识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50346（以现行文本为准）《生物安全实验室建筑技术规范》：生物安全实验室的平面布局、围护结构、通风空调和配套设施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WS 233（以现行文本为准）《病原微生物实验室生物安全通用准则》：病原微生物实验室的设施和进出要求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2894-2025（以现行文本为准）《安全色和安全标志》：禁止标志和警告标志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本校三级实验室管理制度与设施说明：准入授权、进出程序、压差范围和应急预案，以本校规定为准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063 · 三级生物安全实验室的布局与进出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三级实验室做什么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063 三级生物安全实验室的布局与进出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三级实验室用来关住高风险病原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国际风险组4组最高，国内第一类最高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实验室级别国内外同向，四级最高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涉病原工作只在最里间，各自关住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须国家认可，学生须专门授权才可进入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三级生物安全实验室（BSL-3）用来关住病原，开展较高风险病原的诊断和实验。要注意两套编号的方向：病原分类国际风险组 4 组最高，国内第一类最危险，方向相反（见第 058 课）；实验室级别则国内外同向，一级最低、四级……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认为“三级”对应国内“第三类”病原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认为参观者可以随意进入三级实验室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063 · 三级生物安全实验室的布局与进出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功能分区：清洁区与污染区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063 三级生物安全实验室的布局与进出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平面上清洁区和污染区分开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交界处是更衣、淋浴和灭菌设施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外面是辅助工作区，里面是防护区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防护区包括缓冲间和核心工作间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人和气流都从洁到污，不逆行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三级实验室的平面按功能分区：外面是辅助工作区，放控制室、清洁更衣、办公等功能；里面是防护区，包括缓冲间和核心工作间（具体分区以 GB 19489-2008、GB 50346 和本设施设计为准）。平面图上常用颜色区分清……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把污染区的物品拿到清洁区放置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在清洁区和污染区之间来回走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063 · 三级生物安全实验室的布局与进出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门口标识：非授权禁入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063 三级生物安全实验室的布局与进出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门口有生物危害警告和禁止擅入标识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没有授权，谁都不能进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信息牌写明级别、负责人和联系电话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参观只在外区，不进防护区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防护区门口张贴生物危害警告标志和“非授权人员禁止入内”等禁止标志（安全标志式样按 GB 2894-2025，以现行文本为准），并设信息牌，写明防护级别、负责人和联系电话等。没有授权，任何人都不能进入。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看到门开着就进去“看一眼”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把禁入标识当作提示，不当作禁令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063 · 三级生物安全实验室的布局与进出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进门先看压差面板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063 三级生物安全实验室的布局与进出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进门第一件事，看压力面板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绿灯正常，红灯报警就别进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读数异常，马上报告负责人和设施人员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正常范围以本校设施说明为准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进入负压实验室前，第一件事是看门口的压差显示面板和报警灯：显示正常（如绿灯）才可以按程序进入；读数异常或报警亮起（如红灯），不要进去，马上报告实验室负责人和设施人员。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报警灯亮着仍然进门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自己调节压差或关闭报警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063 · 三级生物安全实验室的布局与进出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门禁与前室：一道门一道关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063 三级生物安全实验室的布局与进出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授权人员刷卡进门，一人一卡，不尾随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先过前室，像气闸，压力平衡了再进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前室压力把里外空气隔开，设计以本设施为准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再往里是负压区，还有第二道门禁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每过一道门，压力再降一级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三级实验室的门禁更严格：授权人员刷卡（或指纹等）进入第一区，一人一卡，不尾随他人进入，也不把卡借给别人。进门先过前室（缓冲间），它像一个气闸，门关好、压力平衡后再打开里面的门。前室用压力把里外空气隔开：有的设施前室为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跟在别人身后“蹭门禁”进入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前室两道门同时打开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063 · 三级生物安全实验室的布局与进出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单向进出：更衣淋浴不走回头路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063 三级生物安全实验室的布局与进出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一条路进，另一条路出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进：先更衣换装，过气锁再进实验室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出：在指定位置按程序脱防护，淋浴后换便服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私人物品留在外面，进出按规定登记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感应龙头少碰表面；不抄近道，不反着走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三级实验室的人员进出是单向的：一条路进，另一条路出。进入时，私人物品留在外侧储物柜，在清洁更衣室换上实验室专用服装，经过负压的气锁（缓冲间），再进入防护实验室；里面是限制区，外人不得进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穿着防护服原路返回清洁区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把手机、钥匙等私人物品带进防护区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063 · 三级生物安全实验室的布局与进出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人流物流分开：传递窗与灭菌器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063 三级生物安全实验室的布局与进出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人走人道，物走物道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小件样本走传递窗，两门不同时开，用后消毒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灭菌器在实验室内，常为穿墙双门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出来的物品先灭菌，再按规定处置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安全柜接好排风，排气全部过滤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三级实验室的人流和物流分开：人员按规定路线进出；物品走专门的通道。小件样本通过传递窗递进递出，传递窗两扇门不同时打开，用后按规定消毒。与二级实验室不同，三级实验室的高压灭菌器设在实验室内，常为穿墙的双扉灭菌器：在防护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把未灭菌的物品直接从人员通道带出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传递窗两侧门同时打开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063 · 三级生物安全实验室的布局与进出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控制室、监控与安保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063 三级生物安全实验室的布局与进出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防护区旁有控制室，管风机和空调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设施人员监控运行状态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监控画面和门禁记录，谁进谁出都有记录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发现可疑人员，立即报告保卫处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布局和门禁信息不拍照、不外传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防护区旁设控制室，风机、通风和空调等系统在这里集中控制，设施人员监控运行状态，异常时及时处置。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在三级实验室外拍照发到网上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发现陌生人尾随却不报告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063 · 三级生物安全实验室的布局与进出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三级设施要素一览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063 三级生物安全实验室的布局与进出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负压定向气流，排风经高效过滤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两道自闭门，免手动洗手池，旁有洗眼器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安全柜等防护设备，灭菌器在室内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压力一掉就是封闭破坏，立即启动应急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把三级实验室的设施要素放在一起看：相对外界维持负压，气流定向流动，空气只进不出，排风经高效过滤后排到室外；进出经过前室（气闸），有两道自闭门；设免手动操作的洗手池，旁边有洗眼器；配生物安全柜等防护设备，操作都在其中进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认为三级实验室只是“加了门禁的二级实验室”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压力报警时继续工作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063 · 三级生物安全实验室的布局与进出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四级设施：独立隔离、层层去污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063 三级生物安全实验室的布局与进出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独立建筑或隔离区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气锁进入，出来去污淋浴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进风排风都经高效过滤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有应急电源和通讯系统，全国只有少数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四级生物安全实验室（BSL-4）是独立的建筑或建筑内完全隔离的区域，人员经气锁进入，离开时要经过去污淋浴（如化学淋浴和人员淋浴）；进风和排风都经过高效过滤；并配有应急电源和通讯系统。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把四级实验室当作参观场所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认为四级与三级的区别只是防护服不同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063 · 三级生物安全实验室的布局与进出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063 三级生物安全实验室的布局与进出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关于编号方向，正确的是：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三级实验室对应国内第三类病原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国内病原分类第一类最危险，与国际风险组方向相反；实验室级别国内外同向，四级最高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国内实验室级别一级最高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两套编号完全相同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判断：进入三级实验室前，压差面板报警亮红灯，可以先进去再报告。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063 · 三级生物安全实验室的布局与进出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063 三级生物安全实验室的布局与进出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三级实验室人员离开时的正确顺序是：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原路返回，到办公室再脱防护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在指定位置按程序脱防护，按规定淋浴，再换回自己的衣服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先换便服再脱防护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抄近道从物品通道出去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关于人流物流，错误的是：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人走人道，物走物道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小件样本走传递窗，两门不同时开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出来的物品先灭菌再处置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物品可以随人从人员通道直接带出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063 · 三级生物安全实验室的布局与进出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063 三级生物安全实验室的布局与进出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判断：跟在有门禁卡的人身后进入三级实验室，也算有授权。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简答：在三级实验室外区学习时，为什么不能拍照外传？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K1  三级实验室做什么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K2  功能分区：清洁区与污染区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K3  门口标识：非授权禁入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K4  进门先看压差面板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K5  门禁与前室：一道门一道关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K6  单向进出：更衣淋浴不走回头路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K7  人流物流分开：传递窗与灭菌器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K8  控制室、监控与安保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K9  三级设施要素一览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K10  四级设施：独立隔离、层层去污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