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生物安全靠的不只是生物安全柜和个人防护装备。实验室房子怎么设计、配置什么设备，本身就是一道防护，属于控制层级中的工程控制（控制层级见第 017 课）：它不依赖每个人每次都做对，而是从源头把风险挡住。</a:t>
            </a:r>
          </a:p>
          <a:p>
            <a:r>
              <a:t>设施设计得周全，使用起来才既安全又好用；设计考虑不周，后面的操作和管理就要付出更多代价去弥补。所以，即使是学生和普通使用者，也应了解设施各部分的作用，正确使用、不随意改动。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座防护设施（以较高等级实验室为例）的基本组成：门口有生物危害标志；房间可以密封，便于熏蒸消毒；气流定向流入，经高效过滤后排出，整座设施相对外界保持负压；人员经气锁（缓冲间）进入、经淋浴离开；室内有生物安全柜和高压灭菌器；楼下有污水处理系统。不同级别的实验室配置不同，具体以 GB 19489-2008、GB 50346 和本校设施说明为准（各级要求见第 061 课，三级布局与进出见第 063 课）。</a:t>
            </a:r>
          </a:p>
          <a:p>
            <a:r>
              <a:t>工程设计通常包括八个部分：设施（建筑）设计、气流、过滤、暖通空调、污水处理、给排水、智能控制和安防。这类设施的楼体通常至少分三层：上层是设备层，负责空气处理；中层是实验室和办公；底层收集并处理全部废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设施上方的一层叫设备层（机械层），全楼的供暖、通风和空调都从这里统一控制：空气处理机组、风机、过滤器和电气控制柜都装在这里；一排排控制柜管着电机和压缩机，由电脑统一指挥；压缩机让供给实验室的水和压缩空气保持压力稳定。</a:t>
            </a:r>
          </a:p>
          <a:p>
            <a:r>
              <a:t>把机械放在实验室上方，实验室里就不放机械设备，便于密封和清洁消毒。设备层的层高要够人进去检修，灯具和过滤器都从上面更换，不必在实验室房间里开口。</a:t>
            </a:r>
          </a:p>
          <a:p>
            <a:r>
              <a:t>设备层有转动设备、高压电和高处作业等危险，不是参观区：未经允许不得进入，进入须有人陪同；维修前先停机断电、上锁挂牌（见第 144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气处理机组里装有高效过滤器，进楼的空气都先过这一道；过滤段设有检修门，定期检查、维护，到期更换过滤模块。高等级实验室进来的空气要过滤，出去的空气也要过滤，两头把关；送风过滤保护人员和实验，排风过滤保护环境。</a:t>
            </a:r>
          </a:p>
          <a:p>
            <a:r>
              <a:t>每个房间连接各自独立的高效过滤器，一间出问题不连累其他房间；风阀一开一合调节风量，把各房间的气流配平，维持定向气流（原理见第 062 课）。排风过滤单元先把颗粒物滤干净，再由屋顶的高空排放风机高速射向高空，远离进风口和人群，充分扩散。注意：除去病原靠的是过滤，排高只是加一道保险。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防护设施的加热、制冷、湿度、通风等由电子系统集中控制和监测，哪台设备在运转、是否正常，在控制区一看就知道；监控、气流、门锁等也在控制区集中管理。</a:t>
            </a:r>
          </a:p>
          <a:p>
            <a:r>
              <a:t>压差显示和报警是监测的关键（会看压差面板见第 063 课）。系统设计成防护一旦失效就报警，并按设计联锁停机或转入安全状态，此时按应急预案撤离和报告（见第 062 课）。控制系统的参数由设施管理人员按规程设定，使用者不得自行更改。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防护设施出去的一切都要去污，连水槽流下的废水也不例外。较高等级设施的淋浴、洗手、灭菌器排水先进暂存罐，再进消毒罐（消毒方法和接触时间按规程确定），中和后才排放；全程监测，留好记录。污水不能直接接入市政管网，要另设管道或专门处理后再排放，排放应符合国家和地方要求。</a:t>
            </a:r>
          </a:p>
          <a:p>
            <a:r>
              <a:t>封闭设施出来的固体废物要先去污灭菌，再按《医疗废物管理条例》和本校规定交有资质的单位处置（见第 077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建封闭设施投入很大，决定建实验室、动笔设计之前，先要算清楚账。钱分两块：建设费和运行费。运行费（能耗、过滤器更换、检测、维修、人员）每年都有，会摊到每一次实验里。</a:t>
            </a:r>
          </a:p>
          <a:p>
            <a:r>
              <a:t>设计时就要把维护费用算进去；建得起却养不起，过滤器不能按期更换、设备不能按期检测，安全就会打折扣。设计要统筹考虑的事项包括选址、结构、控制与监测、废物与污水、安保，以及建设成本和运行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高等级实验室选址有讲究：避开地震、洪水等自然灾害多发地，避开人口稠密区；水电供应要有保障；发生事故时应急处置队伍能及时赶到；周边社会环境稳定安全。具体选址要求以 GB 19489-2008、GB 50346 等现行标准为准。</a:t>
            </a:r>
          </a:p>
          <a:p>
            <a:r>
              <a:t>植物封闭设施不要紧挨农田，以免万一泄漏扩散到作物，造成生态危害和法律纠纷（植物生物安全见第 082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就像住宅把卫生间集中在一处，管道省，漏了也不会到处蔓延；防护实验室相邻集中布置，通风和管道系统才经济、好管理。</a:t>
            </a:r>
          </a:p>
          <a:p>
            <a:r>
              <a:t>标准布局的原则：区域按从清洁到污染分级，人和物按规定路线走，不交叉、不走回头路（见第 063 课）。功能上分出暂存区（材料先送进暂存区，再按程序转入）、培养基制备区、遗传操作区（放转化设备，转化后的材料再送进封闭区培养）和控制区。以植物设施为例，进入的培养基、土壤要先蒸汽灭菌，去掉其中带的病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设施的出入口是有两道门的缓冲间：先关外门，再开内门，两道门不同时开；开内门时空气往里流，不往外跑（缓冲间压力设计以本设施说明为准，见第 062 课）。</a:t>
            </a:r>
          </a:p>
          <a:p>
            <a:r>
              <a:t>高压灭菌器嵌在墙里，两边各有一扇门（双扉灭菌器），一侧在防护区内装料，另一侧在清洁区取出。进来的东西要干净，出去的更要去污：以植物封闭设施为例，植株、土壤、种子、工作服全部灭菌后才能出去。项目结束时，未经批准放行的材料按规程灭菌销毁。灭菌器的使用和验证见第 076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负压设施要让空气稳定地往里流，墙体、观察窗玻璃和密封都要足够结实；风机出故障时负压可能过大，结构不够会撑破玻璃，所以设计时要有相应的保护和联锁。</a:t>
            </a:r>
          </a:p>
          <a:p>
            <a:r>
              <a:t>房间表面材料要耐受消毒剂和熏蒸、耐湿耐腐蚀、易清洁；熏蒸期间按规程清场，检测合格后再进入。植物设施还要考虑采光：阳光进来热量也进来，制冷更贵，炎热地区宜用封闭生长室加人工光，凉爽地区用温室更合适（见第 082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生物安保要在设计时就考虑进去，事后补救既贵又难。门禁、监控等物理安保措施管住人员进出，防止病原材料被盗、被私自扩繁或带出；实验数据和资料也要加密、分级管理。</a:t>
            </a:r>
          </a:p>
          <a:p>
            <a:r>
              <a:t>安保措施的具体配置属于敏感信息，不对外公开、不拍照传播；使用者遵守门禁规定，不借卡、不尾随、不带无关人员进入（生物安保见第 083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建设一般分四步。第一步，需求和预算：按实际需要确定规模，预算有限不要贪大，并考虑每年的维护费。第二步，初步设计：对照建筑规范、消防疏散和生物安全标准（GB 19489-2008、GB 50346 等）逐项查合规。第三步，施工：设施是定制的，施工中加一根梁、隔一个间，气流就会改变，任何改动都要马上告诉设计工程师，重新评估。第四步，验收认可：建成后经检测验收合格，按规定通过认可或备案后才能开展实验。</a:t>
            </a:r>
          </a:p>
          <a:p>
            <a:r>
              <a:t>按《病原微生物实验室生物安全管理条例》，新建、改建、扩建三级、四级实验室应当依法审批，建成后通过实验室国家认可，并经主管部门批准方可从事高致病性病原微生物相关实验活动；一级、二级实验室向设区的市级主管部门备案（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设施设计要多方合作：工程师懂结构，研究者懂生物，管理者居中协调，让设施既满足工程要求又满足实验需要，并符合生物安全法规和标准。</a:t>
            </a:r>
          </a:p>
          <a:p>
            <a:r>
              <a:t>管生物安全的人也要懂一点设施设计，才能和工程师说到一块：生物安全员（生物安全管理人员）要看得懂设施图纸，懂通风空调和基本布局，从建造、验收、维护到停用，每一步都有安全问题。单位新建高等级实验室或动物设施时，生物安全员代表单位向设计方、施工方提问，并回应主管部门的要求。实验室的使用者（负责人、教师和研究生）也要在需求、设计审查和验收等关键阶段参与（生物安全组织见第 070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措施装好了还要常维护。生物安全柜、高压灭菌器要按期检测、校准，排风过滤器、压差和定向气流要定期检测验证；维护和检测都要留记录，坏了及时修。使用前看一眼设备上的检测标识是否在有效期内；过期未检或检测不合格的设备挂牌停用（安全柜检测见第 073 课，灭菌器验证见第 076 课）。</a:t>
            </a:r>
          </a:p>
          <a:p>
            <a:r>
              <a:t>排风过滤器上截留着病原，更换前要先原位消毒，由经过培训的专业人员按程序更换，袋进袋出、装袋带出处置；新过滤器装好后检漏合格才能再用。学生不要自己打开过滤箱。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实验室的认可和备案都不是一劳永逸的：认可有有效期，到期要复评，有效期内还要接受监督评审和主管部门的监督检查（具体周期以现行规定为准）。</a:t>
            </a:r>
          </a:p>
          <a:p>
            <a:r>
              <a:t>设施改造、主要设备更换、实验活动或病原变化等情况发生时，要重新评估、审批，改后重新检测验收或重新评审，并按规定变更备案。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实验室停用、设备搬走或维修之前，先由实验室按规程彻底去污（消毒灭菌），清点并妥善处置剩余的生物材料。</a:t>
            </a:r>
          </a:p>
          <a:p>
            <a:r>
              <a:t>去污完成后经实验室负责人或指定人员验收合格、签字，才能把设备搬走、交给维修人员、改作他用或报废；房间停用也要经去污验收后才能交出或改造。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答案：B。解析：设备层集中放机械，未经允许不进入，维修先停机断电、上锁挂牌。</a:t>
            </a:r>
          </a:p>
          <a:p>
            <a:r>
              <a:t>第 2 题 答案：B。解析：除去病原靠高效过滤，高空排放只是加一道保险。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答案：B。解析：从设施出去的一切都要先去污，连水槽废水也不例外。</a:t>
            </a:r>
          </a:p>
          <a:p>
            <a:r>
              <a:t>第 4 题 答案：C。解析：建成后验收认可才能开展实验，认可有期限，设施变化要重新评审。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答案：B。解析：过期未检或检测不合格的设备应挂牌停用，检测合格后再用。</a:t>
            </a:r>
          </a:p>
          <a:p>
            <a:r>
              <a:t>第 6 题 答案：先按规程彻底去污，处置剩余生物材料；经负责人或指定人员验收合格签字后，才能搬走、维修、改用或报废。解析：防止设备和房间带着病原交给不知情的人。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生物安全设施的设计、建造与运行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6.75 分钟（卡通视频 81 镜）　适用对象：进入生命科学、医学、农学、环境等涉及生物材料实验室的高校本科生、研究生和教职工（必修）；实验室负责人、生物安全员、设施管理人员和参与实验室新建改造的人员重点学习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能说出防护设施的组成（设备层、进排风过滤与高空排放、控制与监测、污水与废物处理、出入口缓冲间和穿墙灭菌器、物理安保），知道设施本身就是工程控制。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能说出设施设计的主要原则：先算建设费和运行费、选址避开风险并保障支援、相邻集中和分区分流的布局、结构材料经得住负压和消毒。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能说出建设流程（需求预算—初步设计—施工—验收认可），以及一级、二级实验室备案，三级、四级实验室审批并通过国家认可的要求。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能做到不进入设备层、不碰过滤箱，用前查看安全柜和灭菌器的检测标识；能判断设施改造、条件变化、停用搬迁时须重新评审或先去污验收。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《中华人民共和国生物安全法》（以现行文本为准）：病原微生物实验室应当符合生物安全国家标准和要求，设立单位负责实验室的生物安全管理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新建、改建、扩建三级、四级实验室依法审批，建成后通过实验室国家认可并经主管部门批准方可从事相应活动；一级、二级实验室向设区的市级主管部门备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生物安全通用要求》：实验室设施和设备要求、废物和污水去污、设施设备的维护和检测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50346（以现行文本为准）《生物安全实验室建筑技术规范》：生物安全实验室的选址、平面布局、建筑结构、通风空调、给排水和电气控制等工程技术要求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233（以现行文本为准）《病原微生物实验室生物安全通用准则》：各级病原微生物实验室的设施、设备和管理要求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《医疗废物管理条例》（以现行文本为准）：感染性废物的收集、处理和交接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号，以现行文本为准）：实验室建设与改造的安全论证、设施设备运行维护和检测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本校实验室建设管理规定与设施说明：压差、风量、过滤效率、污水消毒等具体参数以现行标准和本校设施说明为准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设施本身就是防护：工程控制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生物安全不只靠安全柜和防护服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房子怎么设计、配什么设备，都是工程控制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工程控制从源头挡住风险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设计想周全，设施才安全好用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生物安全靠的不只是生物安全柜和个人防护装备。实验室房子怎么设计、配置什么设备，本身就是一道防护，属于控制层级中的工程控制（控制层级见第 017 课）：它不依赖每个人每次都做对，而是从源头把风险挡住。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认为设施是工程师的事，与做实验的人无关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设施有缺陷时靠“自己小心点”凑合使用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一座防护设施由什么组成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门口标志，房间可密封，气流向内、过滤排出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整座设施相对外界负压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气锁进入、淋浴出，内有安全柜和灭菌器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工程设计含气流、过滤、空调、污水、控制、安保等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一栋楼常分三层：上管空气，中做实验，下管废水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座防护设施（以较高等级实验室为例）的基本组成：门口有生物危害标志；房间可以密封，便于熏蒸消毒；气流定向流入，经高效过滤后排出，整座设施相对外界保持负压；人员经气锁（缓冲间）进入、经淋浴离开；室内有生物安全柜和高压灭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以为防护设施只是“装了安全柜的普通房间”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只关注实验层，忽视设备层和污水系统也是防护的一部分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设备层：机器在上，实验室里不放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设备层统一控制全楼通风空调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风机、过滤器、电控柜放在实验室上方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实验室里不放机械，便于密封和清洁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层高够检修，灯和过滤器从上面换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设备层不是参观区，未经允许不进入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设施上方的一层叫设备层（机械层），全楼的供暖、通风和空调都从这里统一控制：空气处理机组、风机、过滤器和电气控制柜都装在这里；一排排控制柜管着电机和压缩机，由电脑统一指挥；压缩机让供给实验室的水和压缩空气保持压力稳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好奇进入设备层参观、触碰设备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设备维修不停机、不上锁挂牌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进排风都过滤，排风高空排放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进楼的空气先过高效过滤器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高等级实验室排风也要过滤，两头把关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每个房间各有过滤器，风阀把气流配平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屋顶风机把排风送向高空扩散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除病原靠过滤，高空排放只是加保险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空气处理机组里装有高效过滤器，进楼的空气都先过这一道；过滤段设有检修门，定期检查、维护，到期更换过滤模块。高等级实验室进来的空气要过滤，出去的空气也要过滤，两头把关；送风过滤保护人员和实验，排风过滤保护环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认为排风“排得高就安全”，可以不过滤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使用者自行调节风阀或风量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控制与监测集中管理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全楼设备由电脑集中控制和监测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温湿度、气流、门锁在控制区一处管理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压差表是监测的关键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防护失效时报警，系统按设计停机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防护设施的加热、制冷、湿度、通风等由电子系统集中控制和监测，哪台设备在运转、是否正常，在控制区一看就知道；监控、气流、门锁等也在控制区集中管理。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报警时关掉报警器继续实验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使用者私自修改控制系统设定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污水与废物：出去之前先去污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从设施出去的一切都要先去污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淋浴、洗手、灭菌器废水先进暂存罐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再消毒、中和，全程监测，合格才排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污水不能直接进市政管网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固体废物先灭菌，再按规定处置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防护设施出去的一切都要去污，连水槽流下的废水也不例外。较高等级设施的淋浴、洗手、灭菌器排水先进暂存罐，再进消毒罐（消毒方法和接触时间按规程确定），中和后才排放；全程监测，留好记录。污水不能直接接入市政管网，要另设管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把含病原的废液直接倒入水槽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未经灭菌的废物混入生活垃圾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先算账：建得起，也要养得起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动笔设计之前，先把钱算清楚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钱分两块：建设费和运行费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运行费会摊到每一次实验里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建得起养不起，安全就打折扣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成本是设计要考虑的事项之一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建封闭设施投入很大，决定建实验室、动笔设计之前，先要算清楚账。钱分两块：建设费和运行费。运行费（能耗、过滤器更换、检测、维修、人员）每年都有，会摊到每一次实验里。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只争取建设经费，不落实运行维护经费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为省钱推迟过滤器更换和设备检测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选址：避开风险，保障支援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避开自然灾害多发地和人口稠密区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水电供应要有保障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应急队伍能及时赶到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周边环境稳定安全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植物封闭设施不紧挨农田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高等级实验室选址有讲究：避开地震、洪水等自然灾害多发地，避开人口稠密区；水电供应要有保障；发生事故时应急处置队伍能及时赶到；周边社会环境稳定安全。具体选址要求以 GB 19489-2008、GB 50346 等现行标……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为了方便把高等级实验室设在人员密集的教学楼中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忽视停水停电和应急支援条件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布局：相邻集中，分区分流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防护实验室相邻集中，管道省、漏了不蔓延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相邻布置，通风系统才经济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区域按清洁到污染分级，人物按路线走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暂存、培养基制备、遗传操作各有分区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进设施的土壤和培养基先蒸汽灭菌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就像住宅把卫生间集中在一处，管道省，漏了也不会到处蔓延；防护实验室相邻集中布置，通风和管道系统才经济、好管理。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人流和物流共用一条路线、来回穿行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未经处理的土壤、培养基直接带入设施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出入口缓冲间与穿墙灭菌器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出入口是缓冲间，两道门不同时开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先关外门再开内门，空气往里流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灭菌器嵌在墙里，两边开门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出去的材料、衣物都灭菌后才出去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未批准放行的材料，按规程销毁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设施的出入口是有两道门的缓冲间：先关外门，再开内门，两道门不同时开；开内门时空气往里流，不往外跑（缓冲间压力设计以本设施说明为准，见第 062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缓冲间两道门同时打开搬运物品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未经灭菌把材料或工作服从防护区带出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结构和材料要经得住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负压设施的墙、玻璃、密封要结实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风机故障、负压过大可能撑破玻璃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要熏蒸消毒，材料须耐湿耐腐蚀、易清洁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植物设施的采光要看当地气候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负压设施要让空气稳定地往里流，墙体、观察窗玻璃和密封都要足够结实；风机出故障时负压可能过大，结构不够会撑破玻璃，所以设计时要有相应的保护和联锁。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在负压实验室墙面随意打孔、钉挂物品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熏蒸消毒后未经确认就进入房间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设计时就考虑物理安保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安保要在设计时就考虑进去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门禁和监控管住人员进出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防止材料被盗、被私自扩繁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数据和资料也要加密管好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生物安保要在设计时就考虑进去，事后补救既贵又难。门禁、监控等物理安保措施管住人员进出，防止病原材料被盗、被私自扩繁或带出；实验数据和资料也要加密、分级管理。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把门禁卡借给他人或让他人尾随进入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在网上发布实验室布局和安保设施照片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需求、设计、施工、认可四步走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第一步：定需求和预算，量力而行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第二步：初步设计，对照建筑消防等标准查合规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第三步：施工中改动要马上告诉工程师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第四步：验收认可，没通过不能开展实验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一二级备案，三四级审批并通过国家认可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建设一般分四步。第一步，需求和预算：按实际需要确定规模，预算有限不要贪大，并考虑每年的维护费。第二步，初步设计：对照建筑规范、消防疏散和生物安全标准（GB 19489-2008、GB 50346 等）逐项查合规。第三……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施工中随意增加隔墙或改变管线而不告知设计方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实验室刚装修完就开始做病原实验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使用者和生物安全员参与建设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工程师懂结构，研究者懂生物，管理者协调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生物安全员要看懂图纸、懂通风空调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从建造、验收、维护到停用都参与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代表单位与设计方、主管部门沟通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使用者在关键阶段参与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设施设计要多方合作：工程师懂结构，研究者懂生物，管理者居中协调，让设施既满足工程要求又满足实验需要，并符合生物安全法规和标准。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设计全部交给施工方，使用者和安全员到验收时才看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生物安全员只管制度，不了解设施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运行维护：过滤器和关键设备定期检测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安全柜、灭菌器、过滤器、负压要定期检测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用前看一眼检测标识是否在有效期内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过期未检或检测不合格，停用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换过滤器先原位消毒，专人装袋更换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装好检漏合格才能用，学生不碰过滤箱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控制措施装好了还要常维护。生物安全柜、高压灭菌器要按期检测、校准，排风过滤器、压差和定向气流要定期检测验证；维护和检测都要留记录，坏了及时修。使用前看一眼设备上的检测标识是否在有效期内；过期未检或检测不合格的设备挂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使用检测过期的生物安全柜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非专业人员自行打开过滤箱或更换过滤器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认可有期限，变化要重新评审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认可和备案不是一劳永逸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要接受定期复评和监督检查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设施改动、条件变化，要重新评审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实验室的认可和备案都不是一劳永逸的：认可有有效期，到期要复评，有效期内还要接受监督评审和主管部门的监督检查（具体周期以现行规定为准）。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认为一次通过认可就可以长期不管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改造房间或更换关键设备后不重新检测和评审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停用搬迁：先去污，再验收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实验室停用、设备搬迁前先彻底去污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去污后验收合格并签字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合格后才能搬走、改用或报废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实验室停用、设备搬走或维修之前，先由实验室按规程彻底去污（消毒灭菌），清点并妥善处置剩余的生物材料。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未经去污直接把生物安全柜交给维修或搬家公司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实验室停用后遗留菌种、样本无人处置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关于防护设施的设备层，正确的是：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设备层是参观区，可以随意进入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风机、过滤器和电控柜放在实验室上方，实验室里不放机械，便于密封清洁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过滤器应从实验室房间里拆换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维修设备层设备不需要断电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判断：防护设施的排风只要由屋顶风机排到高空，就可以不经过滤。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防护设施的废水处理，正确的是：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直接排入市政管网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先进暂存罐，再消毒、中和，监测合格后排放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只处理灭菌器的废水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洗手水不需要处理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关于实验室建设与认可，正确的是：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施工中加隔墙不必告诉工程师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实验室装修完就可以开始做病原实验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三级、四级实验室须依法审批并通过国家认可，一级、二级实验室须备案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认可一次长期有效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064 · 生物安全设施的设计、建造与运行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064 生物安全设施的设计、建造与运行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判断：生物安全柜检测标识已过期，但看起来运转正常，可以继续使用。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简答：实验室停用、生物安全柜要搬迁时应怎么做？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设施本身就是防护：工程控制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一座防护设施由什么组成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设备层：机器在上，实验室里不放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进排风都过滤，排风高空排放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控制与监测集中管理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污水与废物：出去之前先去污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先算账：建得起，也要养得起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选址：避开风险，保障支援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布局：相邻集中，分区分流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出入口缓冲间与穿墙灭菌器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结构和材料要经得住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设计时就考虑物理安保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需求、设计、施工、认可四步走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使用者和生物安全员参与建设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运行维护：过滤器和关键设备定期检测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认可有期限，变化要重新评审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停用搬迁：先去污，再验收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