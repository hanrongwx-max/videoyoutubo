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实验室里事情多，常常同时盯着几个实验、几台仪器，忙得团团转。一忙起来，最先被忘掉的往往是安全：护目镜没戴、标签没看清、步骤跳过了，稍不留神实验室就会变得很危险。</a:t>
            </a:r>
          </a:p>
          <a:p>
            <a:r>
              <a:t>犯错是人的天性，与学历和资历无关，教授、老手同样会犯错。正因为人都会犯错，越忙越要放慢、按规程来，并依靠检查表、互相核对等系统措施把差错拦住。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很多违规和差错的直接原因是赶时间：赶组会、赶截止日期、赶在仪器预约结束前做完。赶时间时，人会不自觉地省略安全步骤、忽视异常信号。</a:t>
            </a:r>
          </a:p>
          <a:p>
            <a:r>
              <a:t>应对办法是提前规划：实验计划留出余量，合理安排休息，不靠抢时间完成任务。发现自己着急、手忙脚乱时，先停下来深呼吸，确认安全步骤一步不省，再继续。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实验失败、样品被毁、与人发生矛盾时，人很容易情绪失控。有人一气之下捶打纸巾盒、摔东西，结果自己被划伤；情绪激动时操作仪器和化学品，更容易出事。很多实验室伤害就来自这种一时冲动。</a:t>
            </a:r>
          </a:p>
          <a:p>
            <a:r>
              <a:t>情绪激动时，先停止操作，离开实验室冷静一下，等情绪平复再回来处理问题；矛盾通过沟通或向负责人反映解决。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驾驶安全里有一个常识：边吃喝、聊天、调收音机都属于分心，只有盯着前方路面才是正确的驾驶。这个道理同样适用于实验室（这里只作借喻）：一边看手机一边移液、加热、称量，注意力就被分走，差错和事故随之而来。</a:t>
            </a:r>
          </a:p>
          <a:p>
            <a:r>
              <a:t>推试剂车、搬运化学品、在楼道行走时也一样，不要低头看手机，留意前方和周围的人。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人的因素是事故的重要原因：疲劳、睡眠不足、身体不适、情绪波动、注意力不集中、马虎大意，都会增加差错。每个人的经验、习惯和状态不同，同一个人在不同时候的状态也不同。</a:t>
            </a:r>
          </a:p>
          <a:p>
            <a:r>
              <a:t>实验室负责人和安全员不能只靠规定，还要了解人：合理安排工作量和时间，避免疲劳作业，对不同的人采用不同的引导方式，逐步改变行为和观念，提高风险意识。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的判断存在系统性的偏差。熟悉偏差：天天用的试剂、多年没出过事的操作，容易让人低估危险、放松防护。锚定效应：看到第一条信息（如“中等危害”）就下结论，不再往下读——而化学品安全技术说明书中慢性毒性、致癌性等信息常常在后面。</a:t>
            </a:r>
          </a:p>
          <a:p>
            <a:r>
              <a:t>此外，表面条件满足不等于真的安全：检查表都打了勾，也可能还有没考虑到的风险。做风险判断时要多想一步，说明书读全，不凭印象（风险评估方法见第 2 章）。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安全行为是指人做出的、可能造成伤害的动作或做法，例如在实验室嬉闹、不戴护目镜和手套、违规操作、跳过步骤、使用不合适的工具。明知有规程却为了省事不照做，同样属于不安全行为，而且是更严重的问题。</a:t>
            </a:r>
          </a:p>
          <a:p>
            <a:r>
              <a:t>统计上多数事故与人的不安全行为有关，但不能停留在“怪人”上：还要追问为什么会出现这种行为——管理是否缺位、培训是否到位、设备是否好用。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安全状态是指物、设备和环境中存在的、可能导致伤害的隐患，问题出在“物”而不是“人的动作”上。例如：高温设备无人看管、纸箱堵住通道和门口、乱拉的延长线、没有标签的容器、敞开的地沟盖板或检修口、损坏的设备防护。</a:t>
            </a:r>
          </a:p>
          <a:p>
            <a:r>
              <a:t>发现不安全状态，能当场纠正的马上纠正（如把纸箱移出通道）；不能纠正的先设置围挡或警示，再报告实验室负责人或安全员，纳入隐患整改闭环（见第 005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从个人角度看，事故往往出于两种情况：一是明知不安全还要做（侥幸、图省事）；二是根本不知道自己在冒险（缺少知识和培训）。前者靠文化、监督和问责解决，后者靠培训和危害告知解决。</a:t>
            </a:r>
          </a:p>
          <a:p>
            <a:r>
              <a:t>规程中的每一条要求，背后往往都有过去的事故教训。事故最常发生在不遵守规范的时候，按规程做，就是在用前人的教训保护自己。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一线人员的差错往往只是表面症状，根源在系统：流程设计不合理、培训不到位、人员安排过紧、设备不好用、信息不清楚。只处理犯错的人而不改系统，同样的差错还会在别人身上重复出现。</a:t>
            </a:r>
          </a:p>
          <a:p>
            <a:r>
              <a:t>事故的责任通常涉及三方面：管理（负责人管好制度、培训和安排）、个人（学生和员工遵守规程）、环境条件（设施设备完好）。我国事故调查处理要求查明原因、落实整改、吸取教训，正是要从系统上消除根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瑞士奶酪模型把防止事故的多道防线（设计、制度、培训、监督、防护装备、个人操作）比作一片片奶酪，每片都有漏洞。平时漏洞错开，危险被某一层挡住；当各层漏洞恰好对齐时，危险穿过所有防线，事故就发生了。</a:t>
            </a:r>
          </a:p>
          <a:p>
            <a:r>
              <a:t>一线人员的失误是最后一层上“看得见的漏洞”；更深层的是“暗洞”：赶进度、缺培训、能力未经考核、设备损坏、该用的防护设施没用。曾有高校实验室的严重事故，正是危险品未在规定设施内操作、人员能力未经考核、又赶进度等多个漏洞叠加造成的。堵上任何一个洞，事故就可能被挡住，所以每一层都要做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故金字塔（也称事故法则）描述了一种经验规律：一次严重事故的背后，往往有多起轻微伤害事故，以及大量没有造成伤害的险情（未遂事件），再往下是更大量的不安全行为和不安全状态。各层的具体比例因行业而异，重点在于规律本身。</a:t>
            </a:r>
          </a:p>
          <a:p>
            <a:r>
              <a:t>因此，不能等出了重伤才重视。及时报告险情和隐患（实验室负责人→学院→保卫处/实验室管理处），分析原因并整改，就是在金字塔底部把事故拦住。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故的直接损失（医药费、赔偿）只是冰山露出水面的一角，水面下还有大量隐性代价：设备和设施损坏、实验室停用整改、课程和科研中断、样品和数据丢失、人员身心创伤、学校声誉受损，有时一次事故就会毁掉多年的科研积累。</a:t>
            </a:r>
          </a:p>
          <a:p>
            <a:r>
              <a:t>事故不是倒霉、难免的，多数可以预防。风险不能完全消除，但掌握安全知识、按规程操作，就能大大减少事故。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人的差错大致分两类。无心之失：想做对却做错了，例如拿错瓶子、漏掉一步、读错刻度。这类差错靠加强提醒难以根除，要靠检查表、互相核对和好的设计（如分开存放、醒目标签）来预防。</a:t>
            </a:r>
          </a:p>
          <a:p>
            <a:r>
              <a:t>有意违规：明知规定却故意不照做，例如图省事走捷径、不戴防护。检查表管不住有意违规，要靠培训讲清道理、规程清楚可行、负责人示范和安全文化，必要时依规处理。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正文化把行为分为三类，分别应对：一是无心差错（如抄错一个数），不责备个人，而是改进流程和系统；二是没意识到风险的冒险行为（如觉得“就这一下不用戴”），以辅导为主，同时让安全的做法更方便（如把护目镜放在顺手的位置）；三是明知危险还硬干的鲁莽行为，要严肃问责，依照本校规定处理。</a:t>
            </a:r>
          </a:p>
          <a:p>
            <a:r>
              <a:t>公正文化不是“不追责”，而是“该改系统的改系统，该问责的问责”。诚实报告的失误不受责备，大家才敢说出险情，管理者才能及早发现问题。行为安全的目的不是罚人，而是改变行为和态度。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与其要求人“永远不出错”，不如按人的特点设计系统，让错误难以发生或发生后能被及时发现。例如：废液桶用不同颜色和接口形状区分，漏斗只能插进对应的桶，想倒错也倒不进去；易混淆的试剂标签醒目、分开存放；重要开关加防误触罩；关键步骤加入双人核对。</a:t>
            </a:r>
          </a:p>
          <a:p>
            <a:r>
              <a:t>看似不安全的行为背后，常常有环境诱因（东西不顺手、标签看不清、干扰太多）。减少干扰和赶工压力，同样是防错设计的一部分。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故预防常用“五个E”概括：教育（通过培训让人知道危险和正确做法）、激励（表扬和奖励安全行为）、工程（用通风柜、防护罩、联锁等工程措施消除或隔离危险）、执行（严格执行规章制度）、评估（评估措施效果，持续改进）。</a:t>
            </a:r>
          </a:p>
          <a:p>
            <a:r>
              <a:t>五个方面相互配合：只有教育没有工程措施，靠人记忆难免出错；只有制度没有激励和评估，容易流于形式。这与 PDCA 持续改进的思路一致（见第 006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答案：C。解析：不安全状态是物和环境中的隐患；A、B、D 是人的不安全行为。</a:t>
            </a:r>
          </a:p>
          <a:p>
            <a:r>
              <a:t>第 2 题 答案：B。解析：一线失误只是最后一层的漏洞，赶进度、缺培训、设备坏等暗洞同样要堵上。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答案：B。解析：无心差错不责备，改进系统；明知危险还硬干才要严肃问责。</a:t>
            </a:r>
          </a:p>
          <a:p>
            <a:r>
              <a:t>第 4 题 答案：B。解析：报告和处理险情，就是在塔底拦住事故。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答案：D。解析：五个E是教育、激励、工程、执行、评估。</a:t>
            </a:r>
          </a:p>
          <a:p>
            <a:r>
              <a:t>第 6 题 答案：熟悉偏差（多年没出事就低估危险）、锚定（只看第一条信息就下结论）。解析：避免办法是说明书读全、多想一步、不凭印象判断风险。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人因与事故致因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第1章 法规、管理与安全文化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69 镜）　适用对象：全体进入高校实验室的师生（必修）；实验室负责人、导师和实验室安全员重点学习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能说出忙乱、赶时间、冲动、分心、疲劳和认知陷阱如何导致差错。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能区分不安全行为与不安全状态，并说出发现后的处理方法。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能用“差错是系统症状”、瑞士奶酪模型、事故金字塔和冰山解释事故怎样发生、代价有多大。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能判断无心之失、没意识到风险、明知故犯三类行为的不同应对，并说出防错设计和事故预防五个E。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《中华人民共和国安全生产法》（以现行文本为准）：安全风险分级管控和隐患排查治理、事故报告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《生产安全事故报告和调查处理条例》（以现行文本为准）：查明事故原因、总结教训、提出整改措施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号，以现行文本为准）：隐患排查、险情和事故报告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45001-2020（以现行文本为准）《职业健康安全管理体系 要求及使用指南》：事件调查、纠正措施和工作人员参与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6441-2025（以现行文本为准）《生产安全事故分类与编码》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本校实验室安全事故（事件）报告与责任追究规定（以本校规定为准）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人都会犯错，越忙越要守规矩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一忙起来，最容易忘的就是安全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学历再高、资历再老，人都会犯错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越忙越想抄近路、跳过防护步骤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越忙，越要按规矩来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实验室里事情多，常常同时盯着几个实验、几台仪器，忙得团团转。一忙起来，最先被忘掉的往往是安全：护目镜没戴、标签没看清、步骤跳过了，稍不留神实验室就会变得很危险。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同时开展太多操作，顾此失彼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认为自己经验丰富，不会出错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赶时间是事故的前兆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图省事，往往是因为赶时间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越赶进度，越容易出事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实验计划留余量，不靠抢时间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一着急就先停一停，安全步骤不省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很多违规和差错的直接原因是赶时间：赶组会、赶截止日期、赶在仪器预约结束前做完。赶时间时，人会不自觉地省略安全步骤、忽视异常信号。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为赶在下班前完成而跳过冷却、检查等步骤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一时冲动也会伤人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情绪激动时最容易受伤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一时冲动拿东西撒气，自己受了伤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生气时先离开冷静，再回来处理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实验失败、样品被毁、与人发生矛盾时，人很容易情绪失控。有人一气之下捶打纸巾盒、摔东西，结果自己被划伤；情绪激动时操作仪器和化学品，更容易出事。很多实验室伤害就来自这种一时冲动。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实验失败后在实验室里摔打器材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专注：别一边看手机一边操作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开车时只有盯着路面才不算分心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做实验也一样，别边看手机边操作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推试剂车、走楼道，也别看手机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驾驶安全里有一个常识：边吃喝、聊天、调收音机都属于分心，只有盯着前方路面才是正确的驾驶。这个道理同样适用于实验室（这里只作借喻）：一边看手机一边移液、加热、称量，注意力就被分走，差错和事故随之而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边看手机消息边操作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推着试剂车在楼道里看手机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关注人的因素：疲劳和马虎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人会累、会走神、会马虎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每个人都不一样，状态也会变化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有无心之失，也有故意违规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管理者要会影响人的行为和风险意识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人的因素是事故的重要原因：疲劳、睡眠不足、身体不适、情绪波动、注意力不集中、马虎大意，都会增加差错。每个人的经验、习惯和状态不同，同一个人在不同时候的状态也不同。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通宵后继续做危险操作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管理只靠罚，不做引导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小心认知陷阱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认知陷阱，连老手也会中招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熟悉偏差：多年没出事，就低估危险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锚定：只看第一眼，不往下读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表面条件满足，不等于真的安全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人的判断存在系统性的偏差。熟悉偏差：天天用的试剂、多年没出过事的操作，容易让人低估危险、放松防护。锚定效应：看到第一条信息（如“中等危害”）就下结论，不再往下读——而化学品安全技术说明书中慢性毒性、致癌性等信息常常在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“这个试剂我用了十年，没事”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只看说明书第一页就下结论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不安全行为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人做出的危险动作，叫不安全行为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嬉闹、不戴防护是典型例子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明知规程却图省事，也是不安全行为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多数事故与人有关，也要查管理和设备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不安全行为是指人做出的、可能造成伤害的动作或做法，例如在实验室嬉闹、不戴护目镜和手套、违规操作、跳过步骤、使用不合适的工具。明知有规程却为了省事不照做，同样属于不安全行为，而且是更严重的问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只把事故归咎于当事人粗心，不查背后的原因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不安全状态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环境里让人受伤的隐患，叫不安全状态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乱拉线、堵门口、没标签、热板无人看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敞开的盖板先围挡、再报告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能纠正马上纠正，纠正不了就报告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不安全状态是指物、设备和环境中存在的、可能导致伤害的隐患，问题出在“物”而不是“人的动作”上。例如：高温设备无人看管、纸箱堵住通道和门口、乱拉的延长线、没有标签的容器、敞开的地沟盖板或检修口、损坏的设备防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看到通道被堵，绕过去就算了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发现隐患不围挡、不报告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事故从哪里来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出事往往两种：明知故犯，或不知危险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规程写下的，都是用教训换来的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事故最常发生在不守规范的时候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从个人角度看，事故往往出于两种情况：一是明知不安全还要做（侥幸、图省事）；二是根本不知道自己在冒险（缺少知识和培训）。前者靠文化、监督和问责解决，后者靠培训和危害告知解决。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认为规程条条框框太多，没有必要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差错是系统问题的症状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人犯错，往往是系统出了问题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差错是症状，根子在下面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管理、个人、环境条件，三方都有责任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一线人员的差错往往只是表面症状，根源在系统：流程设计不合理、培训不到位、人员安排过紧、设备不好用、信息不清楚。只处理犯错的人而不改系统，同样的差错还会在别人身上重复出现。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出了事只写检讨，不改流程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瑞士奶酪模型：漏洞对齐就出事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每道防线都有漏洞，像一片片奶酪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漏洞刚好对齐，事故就发生了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一线失误是看得见的漏洞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赶进度、缺培训、设备坏是暗洞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瑞士奶酪模型把防止事故的多道防线（设计、制度、培训、监督、防护装备、个人操作）比作一片片奶酪，每片都有漏洞。平时漏洞错开，危险被某一层挡住；当各层漏洞恰好对齐时，危险穿过所有防线，事故就发生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认为有了防护装备就万无一失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觉得“只是一个小问题”而不处理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事故金字塔：险情是事故的预告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一次重伤背后，有很多轻伤和险情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塔底是大量不安全行为和不安全状态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报告和处理险情，在塔底拦住事故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事故金字塔（也称事故法则）描述了一种经验规律：一次严重事故的背后，往往有多起轻微伤害事故，以及大量没有造成伤害的险情（未遂事件），再往下是更大量的不安全行为和不安全状态。各层的具体比例因行业而异，重点在于规律本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险情没伤到人，就当没发生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只统计事故，不统计险情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事故的代价像冰山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事故代价像冰山，医药费只是一角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受伤、损坏、停课，可能毁掉多年积累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事故能预防，不是倒霉难免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懂安全知识，就能少出事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事故的直接损失（医药费、赔偿）只是冰山露出水面的一角，水面下还有大量隐性代价：设备和设施损坏、实验室停用整改、课程和科研中断、样品和数据丢失、人员身心创伤、学校声誉受损，有时一次事故就会毁掉多年的科研积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认为“出点小事故很正常”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无心之失与有意违规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差错分两类，对策不一样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拿错瓶、漏一步是无心之失，靠检查表和设计防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故意走捷径，检查表管不住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违规要靠培训、清楚的规程和文化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人的差错大致分两类。无心之失：想做对却做错了，例如拿错瓶子、漏掉一步、读错刻度。这类差错靠加强提醒难以根除，要靠检查表、互相核对和好的设计（如分开存放、醒目标签）来预防。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对无心之失一味批评，对有意违规却放任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公正文化：三类行为，三种应对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无心差错：不责备，改进流程系统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没意识到风险：辅导他，让安全做法更方便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明知危险还硬干：严肃问责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诚实的失误不责备，险情报告才会多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公正文化把行为分为三类，分别应对：一是无心差错（如抄错一个数），不责备个人，而是改进流程和系统；二是没意识到风险的冒险行为（如觉得“就这一下不用戴”），以辅导为主，同时让安全的做法更方便（如把护目镜放在顺手的位置）；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出了任何差错都先追究个人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把公正文化理解为“谁都不处理”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按人的特点设计：防错设计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别跟人性较劲，按人的特点设计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颜色加形状，漏斗只插得进对的桶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标签醒目、分开存放，开关加防误触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流程加核对，少干扰，少赶工压力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与其要求人“永远不出错”，不如按人的特点设计系统，让错误难以发生或发生后能被及时发现。例如：废液桶用不同颜色和接口形状区分，漏斗只能插进对应的桶，想倒错也倒不进去；易混淆的试剂标签醒目、分开存放；重要开关加防误触罩；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外观相似的试剂并排存放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只靠“下次注意”防止重复出错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事故预防的五个E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教育：靠培训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激励：靠表扬和奖励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工程：用设施和设计防护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执行：严格执行制度；评估：检查效果、持续改进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事故预防常用“五个E”概括：教育（通过培训让人知道危险和正确做法）、激励（表扬和奖励安全行为）、工程（用通风柜、防护罩、联锁等工程措施消除或隔离危险）、执行（严格执行规章制度）、评估（评估措施效果，持续改进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预防事故只靠开会强调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下列属于“不安全状态”的是：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实验时嬉闹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不戴护目镜操作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纸箱堵住实验室通道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明知规程却跳过步骤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判断：按照瑞士奶酪模型，只要一线操作人员足够细心，就不会发生事故。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一名同学因为一时疏忽抄错了一个数据，按公正文化应当：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写检讨并通报批评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不责备个人，改进流程和核对方式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取消准入资格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不予理会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关于事故金字塔，下列说法正确的是：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险情没伤到人，可以不报告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重伤事故背后往往有大量轻伤、险情和不安全行为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只有重伤才值得分析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金字塔说明事故无法预防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011 · 人因与事故致因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011 人因与事故致因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事故预防的五个E不包括：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教育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工程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评估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隐瞒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简答：举出两种认知陷阱，并说明如何避免。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人都会犯错，越忙越要守规矩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赶时间是事故的前兆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一时冲动也会伤人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专注：别一边看手机一边操作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关注人的因素：疲劳和马虎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小心认知陷阱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不安全行为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不安全状态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事故从哪里来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差错是系统问题的症状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瑞士奶酪模型：漏洞对齐就出事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事故金字塔：险情是事故的预告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事故的代价像冰山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无心之失与有意违规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公正文化：三类行为，三种应对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按人的特点设计：防错设计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事故预防的五个E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