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化学品安全标签上，红色菱形框内“圆圈上方一团火焰”的象形图表示氧化性（GB 30000 系列），注意和只有一团火焰的易燃象形图区分（见第 039、046 课）。</a:t>
            </a:r>
          </a:p>
          <a:p>
            <a:r>
              <a:t>氧化剂本身不一定可燃，但它能放出氧或夺取电子，引发或加剧其他物质燃烧，与可燃物接触时火势会更猛、更难扑灭。因此氧化剂要远离纸张、木材、有机溶剂等可燃物，单独或分区存放（储存相容性见第 043 课）。</a:t>
            </a:r>
          </a:p>
          <a:p>
            <a:r>
              <a:t>薄层色谱等实验使用的部分显色剂具有氧化性和腐蚀性，要在通风柜里使用，用完及时盖好，与易燃溶剂分开放。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研磨会产生摩擦和局部发热，氧化剂与可燃物或还原剂一起研磨可能引起剧烈反应甚至燃烧爆炸，因此严禁混合研磨。</a:t>
            </a:r>
          </a:p>
          <a:p>
            <a:r>
              <a:t>需要研磨样品时，佩戴护目镜，只取需要的少量，动作轻柔；研钵、研杵用完立即洗净晾干，防止残留物混进下一个样品。不确定能否研磨的物质，先查安全技术说明书或请教老师。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有机过氧化物、自反应物质等不稳定化学品在受热、光照、撞击或摩擦时可能迅速分解，放出大量热和气体。温度升高会加快分解，混入杂质、金属屑或催化剂也可能引发反应。</a:t>
            </a:r>
          </a:p>
          <a:p>
            <a:r>
              <a:t>这类物质按安全技术说明书第 7 部分和第 10 部分的要求储存：阴凉、避光、远离热源，必要时按说明书要求冷藏（化学品冰箱见第 044 课）；取用时轻拿轻放，用干净的工具，不把用剩的倒回原瓶。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不相容的化学品接触后可能发热、起火、爆炸或放出有毒气体，例如氧化剂与还原剂、可燃物，酸与碱等。混合任何两种物料之前，先查安全技术说明书第 10 部分（稳定性和反应性）和本实验室的相容性表。</a:t>
            </a:r>
          </a:p>
          <a:p>
            <a:r>
              <a:t>倒废液时同样要先确认相容性，不相容的废液不能倒进同一个收集容器（废液分类见第 053 课）。储存时禁配物要分柜或用隔板、托盘分开，按 GB 15603-2022（以现行文本为准）和本校规定分类分区存放（见第 043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活泼金属、部分金属氢化物等属于“遇水放出易燃气体的物质”，接触水或潮湿空气会放出易燃气体并放热，可能引起燃烧（GB 30000 系列）。</a:t>
            </a:r>
          </a:p>
          <a:p>
            <a:r>
              <a:t>这类物品要放在专门的防潮柜子里，远离水池、水管、喷淋设施和潮湿环境，容器密封。存放场所的消防设施和灭火方式要事先评估，按安全技术说明书第 5 部分选择灭火剂，不能用水扑救的要在醒目位置标明（灭火器选用见第 032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放热反应放出的热量如果来不及散出，温度会升高、反应会加快，进而放出更多热量，形成“失控反应”，可能导致冲料、容器破裂、起火或爆炸。</a:t>
            </a:r>
          </a:p>
          <a:p>
            <a:r>
              <a:t>首次做的反应、放热明显的反应，开始前要查阅文献和安全技术说明书，做书面风险评估并经实验室负责人批准（见第 014、015 课）；先用小量试验，按规程控制加料，备好冷却措施，实验过程中有人看守。放大规模、改变条件都属于方案变更，要重新评估和审批（见第 019 课）。具体条件按经批准的操作规程执行。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自燃液体和自燃固体（GB 30000 系列）接触空气后即使很少量也会在短时间内自行燃烧。这类高风险操作首先依靠工程控制：在手套箱或经批准的密闭、惰性气氛装置中操作（控制层级见第 017 课）。</a:t>
            </a:r>
          </a:p>
          <a:p>
            <a:r>
              <a:t>操作者必须经过专门培训并获实验室负责人批准，按书面操作规程执行；穿阻燃实验服、戴护目镜或面屏和合适的手套，不穿易燃化纤衣物；不得单独操作，要有熟悉情况的人在场。附近准备好适用的灭火器材，清理无关易燃物。</a:t>
            </a:r>
          </a:p>
          <a:p>
            <a:r>
              <a:t>细胞毒性物质、高活性药物等其他高风险物质同样遵循“工程控制优先、个人防护补充”的原则（见第 049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曾有高校实验室发生自燃试剂事故：操作者在转移自燃试剂时失手，试剂接触空气起火，因为没有穿阻燃服，衣物被引燃，造成严重烧伤直至死亡。</a:t>
            </a:r>
          </a:p>
          <a:p>
            <a:r>
              <a:t>事故的教训是：防护装备、培训、结伴操作、操作规程中的每一步都有它的理由，任何一步都不能为了省事而跳过。发现规程不清楚、防护不到位时，要停下来向实验室负责人报告。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乙醚、四氢呋喃、二氧六环等醚类和部分其他溶剂在接触空气、光照下放置较久，会慢慢生成过氧化物。过氧化物极不稳定，遇热、撞击、摩擦都可能爆炸，瓶盖螺纹处的结晶在拧盖时就可能被引爆。</a:t>
            </a:r>
          </a:p>
          <a:p>
            <a:r>
              <a:t>蒸馏、浓缩会使过氧化物富集，危险最大。因此陈旧的这类溶剂绝不能直接浓缩或蒸馏，必须先按规程检测，检测合格后才能使用；发现异常不要乱动，报告老师按规定处理。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易形成过氧化物的化学品，收到时在标签上写收货日期，开封时写开封日期，记入化学品台账。按学校规程规定的周期检测，在规定期限内用完；检测周期和使用期限以本校危险化学品管理规定为准。</a:t>
            </a:r>
          </a:p>
          <a:p>
            <a:r>
              <a:t>采购时按实验需要少量购买，不长期囤放，定期清理过期和不再使用的化学品，减少存量和风险。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这类化学品的标签会提示“可能形成爆炸性过氧化物”。保存时使用原包装，瓶盖拧紧，放在阴凉避光处，尽量减少与空气接触，远离热源和明火。</a:t>
            </a:r>
          </a:p>
          <a:p>
            <a:r>
              <a:t>使用前先观察：如果瓶内或瓶口出现结晶、液体变色、浑浊或分层，说明可能已生成较多过氧化物，绝不能打开，按下一条可疑容器处理。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发现老旧、超过检测期限、来历不明或已出现结晶的容器，不要打开，也不要摇晃、拧盖或挪动。就地隔离，挂上警示标志，阻止其他人靠近。</a:t>
            </a:r>
          </a:p>
          <a:p>
            <a:r>
              <a:t>立即报告实验室负责人，由实验室负责人报告学院和学校实验室管理部门、保卫处，由学校安排专业人员处置（报告程序见第 157 课）。发生火灾拨打 119，有人受伤拨打 120。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过氧化物试纸法简便，是实验室检查易形成过氧化物溶剂的常用方法。检测只适用于外观正常、在检测期限内的容器；有结晶或可疑的容器按 K11 处理，不检测。</a:t>
            </a:r>
          </a:p>
          <a:p>
            <a:r>
              <a:t>检测在通风柜里进行，穿戴护目镜、实验服和合适的手套，穿长裤和不露脚面的鞋。试纸的使用方法以产品说明书和本校标准操作规程为准。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从试纸罐中按需要取出试纸，捏住不带测试区的一端，不用手指碰测试区，以免污染影响结果。取完立即盖紧试纸罐，防止受潮。</a:t>
            </a:r>
          </a:p>
          <a:p>
            <a:r>
              <a:t>使用前检查试纸的有效期，过期的试纸结果不可靠，要换新的再用。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检测废液时可以直接用试纸蘸取。检测还要继续使用的试剂时，先在通风柜里倒出少量到干净的小烧杯中，再用试纸蘸取小杯里的液体，避免把整瓶试剂污染。</a:t>
            </a:r>
          </a:p>
          <a:p>
            <a:r>
              <a:t>测完的少量液体和用过的试纸按本校化学废物规定收集，不倒回原瓶。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试纸蘸取后，轻轻甩掉多余液体，按产品说明书规定的时间等待。</a:t>
            </a:r>
          </a:p>
          <a:p>
            <a:r>
              <a:t>检测有机溶液时，说明书通常还要求在测试区加水，这是关键步骤，漏掉会使结果偏低、不准确。为避免出错，检测水溶液时也按同样步骤操作。具体步骤和时间以试纸说明书和本校规程为准。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把试纸测试区与试纸罐上的比色卡对照读出结果，测试区变蓝说明含有过氧化物，颜色越深含量越高。</a:t>
            </a:r>
          </a:p>
          <a:p>
            <a:r>
              <a:t>把检测结果、检测日期和检测人签名记录在瓶上的专用标签和台账里，方便下次检测和他人使用时了解情况。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检测结果超出学校规定限值的，立即停止使用，贴上停用标签，报告实验室负责人。限值以本校危险化学品管理规定为准。</a:t>
            </a:r>
          </a:p>
          <a:p>
            <a:r>
              <a:t>停用的化学品按《国家危险废物名录》（以现行文本为准）和本校规定作为危险废物，交有资质的专业单位处置（见第 054 课）；不得自行处理，更不能倒进下水道或混入生活垃圾。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答案：B。解析：氧化性物质能放出氧，引发或助长燃烧，要远离可燃物；只有一团火焰的是易燃。</a:t>
            </a:r>
          </a:p>
          <a:p>
            <a:r>
              <a:t>第 2 题 答案：B。解析：氧化剂不能和可燃物、还原剂一起研磨，研磨时戴护目镜、量少、动作轻，研钵用完洗净。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答案：B。解析：遇水危险品专柜防潮存放，远离水池水管，存放场所的灭火方式要事先评估。</a:t>
            </a:r>
          </a:p>
          <a:p>
            <a:r>
              <a:t>第 4 题 答案：C。解析：可能已生成过氧化物，摩擦即可能爆炸；由学校安排专业人员处置。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答案：B。解析：非废液另取少量检测，避免污染试剂；有机溶液别漏加水步骤；结果记在专用标签上。</a:t>
            </a:r>
          </a:p>
          <a:p>
            <a:r>
              <a:t>第 6 题 答案：收货、开封都写日期；原瓶盖紧、避光、远离热源；按学校规程定期检测、按期用完；少量采购不囤放；见结晶、变色、浑浊不打开并报告；超限停用按危险废物处置。解析：检测合格前不得蒸馏或浓缩。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氧化剂与反应性化学品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第5章 化学品安全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73 镜）　适用对象：全体使用化学品的高校本科生、研究生和教职工（必修）；化学、化工、材料、药学、生命科学等专业重点学习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能认出氧化性象形图，说出氧化剂助燃的原因，能做到氧化剂远离可燃物、不与可燃物和还原剂一起研磨。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能说出不稳定物质、遇水放出易燃气体物质、自燃物品和放热反应的主要危险，能做到混合前查相容性、禁配物隔开存放、高风险操作先评估审批并依靠工程控制和防护。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能做到易形成过氧化物的化学品写收货和开封日期、定期检测、按期用完，能按试纸说明书规范完成过氧化物检测并记录。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能判断可疑容器（老旧、超期、来历不明、有结晶）并做到不开、不动、隔离、报告，检测超限的按危险废物处置。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日起施行）及《危险化学品安全管理条例》（以现行文本为准）：学校、科研机构使用危险化学品的安全责任，按安全技术说明书和安全标签的要求使用、储存，禁配物分开存放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30000 系列（以现行文本为准）《化学品分类和标签规范》：氧化性液体和固体、有机过氧化物、自反应物质、自燃液体和固体、遇水放出易燃气体的物质等分类和象形图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16483-2008（以现行文本为准）《化学品安全技术说明书 内容和项目顺序》：第 7 部分操作处置与储存、第 10 部分稳定性和反应性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15603-2022（以现行文本为准）《危险化学品仓库储存通则》：按性质分类分区储存，禁配物不得混存，遇水危险物品防潮防水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号，以现行文本为准）：危险化学品存量控制、台账、高风险实验风险评估和个人防护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《国家危险废物名录》（以现行文本为准）：废弃化学品按危险废物交有资质单位处置，不得倒入下水道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高校实验室安全检查项目表（以现行文本为准）及本校危险化学品管理制度、标准操作规程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氧化剂会助燃，远离可燃物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圆圈上面一团火，表示氧化性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氧化剂能放出氧，引发或助长燃烧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氧化剂要远离可燃物和易燃溶剂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有的显色剂也是氧化剂，用完盖好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化学品安全标签上，红色菱形框内“圆圈上方一团火焰”的象形图表示氧化性（GB 30000 系列），注意和只有一团火焰的易燃象形图区分（见第 039、046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把氧化性象形图当成易燃象形图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氧化剂和溶剂、纸箱挤在同一格架子上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氧化剂不和可燃物、还原剂一起研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氧化剂不能和可燃物一起研磨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也不能和还原剂一起研磨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研磨戴护目镜，量少、动作轻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研钵用完洗净，别混进下个样品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研磨会产生摩擦和局部发热，氧化剂与可燃物或还原剂一起研磨可能引起剧烈反应甚至燃烧爆炸，因此严禁混合研磨。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为了省事把几种固体放在一起研磨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研钵不洗就接着用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不稳定物质：怕热怕光怕撞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不稳定的物质怕热、怕光、怕撞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温度一升高就可能迅速分解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杂质或催化剂也会引发反应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阴凉避光存放，轻拿轻放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有机过氧化物、自反应物质等不稳定化学品在受热、光照、撞击或摩擦时可能迅速分解，放出大量热和气体。温度升高会加快分解，混入杂质、金属屑或催化剂也可能引发反应。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放在窗边阳光直射处或加热设备旁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用不洁净的药匙取用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小心混合：先查相容性，禁配隔开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有些化学品碰在一起就危险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两种物料混合前，先查是否相容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倒废液也一样，不相容的不能混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禁配的东西，存放时就要隔开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不相容的化学品接触后可能发热、起火、爆炸或放出有毒气体，例如氧化剂与还原剂、可燃物，酸与碱等。混合任何两种物料之前，先查安全技术说明书第 10 部分（稳定性和反应性）和本实验室的相容性表。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凭感觉把废液倒进手边的废液桶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按字母顺序摆放化学品，禁配物挨在一起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遇水危险品：专柜存放，消防先评估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有的物质遇水会放出易燃气体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遇水危险的要放专门的柜子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远离水池、水管和潮湿处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存放场所的消防设施要事先评估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活泼金属、部分金属氢化物等属于“遇水放出易燃气体的物质”，接触水或潮湿空气会放出易燃气体并放热，可能引起燃烧（GB 30000 系列）。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放在水池下方的柜子里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不看说明书就准备用水灭火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放热与失控反应：先评估，小量起步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有的反应放热，越放越快就会失控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做之前查资料、做书面风险评估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先小量做，放大要重新评估审批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备好冷却，人不离开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放热反应放出的热量如果来不及散出，温度会升高、反应会加快，进而放出更多热量，形成“失控反应”，可能导致冲料、容器破裂、起火或爆炸。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第一次做就直接放大规模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反应开始后离开去做别的事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自燃物品：工程控制加防护，结伴做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自燃物品接触空气就可能着火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高风险操作主要靠工程控制，如手套箱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穿阻燃实验服，做好眼面部防护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结伴做，先培训、经批准再上手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自燃液体和自燃固体（GB 30000 系列）接触空气后即使很少量也会在短时间内自行燃烧。这类高风险操作首先依靠工程控制：在手套箱或经批准的密闭、惰性气氛装置中操作（控制层级见第 017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没经过培训就独自操作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穿普通化纤衣服、不戴面屏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省掉一步，代价无法挽回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曾有高校实验室因转移自燃试剂失手致死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当事人没穿阻燃服，伤势严重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规程每一步都不能省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省掉一步，后果无法挽回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曾有高校实验室发生自燃试剂事故：操作者在转移自燃试剂时失手，试剂接触空气起火，因为没有穿阻燃服，衣物被引燃，造成严重烧伤直至死亡。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觉得“很快就做完”而不穿防护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熟练以后简化操作步骤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过氧化物形成物：久放会变得敏感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乙醚等溶剂久放会生成过氧化物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过氧化物很不稳定，摩擦撞击都可能爆炸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陈旧的瓶子绝不能直接浓缩蒸馏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没检测合格，不能蒸馏或浓缩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乙醚、四氢呋喃、二氧六环等醚类和部分其他溶剂在接触空气、光照下放置较久，会慢慢生成过氧化物。过氧化物极不稳定，遇热、撞击、摩擦都可能爆炸，瓶盖螺纹处的结晶在拧盖时就可能被引爆。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把放了很久的溶剂直接拿去旋蒸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用力拧开瓶盖已经卡住的旧瓶子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收货开封写日期，定期检测按期用完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收货、开封，都要写上日期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按学校规程定期检测，按期用完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少量采购，不要长期囤放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易形成过氧化物的化学品，收到时在标签上写收货日期，开封时写开封日期，记入化学品台账。按学校规程规定的周期检测，在规定期限内用完；检测周期和使用期限以本校危险化学品管理规定为准。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只写收货日期，不写开封日期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一次买很多，放几年没用完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盖紧避光，见结晶变色不打开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原瓶盖紧，避光，少接触空气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远离热源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看到结晶、变色、浑浊，绝不能打开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这类化学品的标签会提示“可能形成爆炸性过氧化物”。保存时使用原包装，瓶盖拧紧，放在阴凉避光处，尽量减少与空气接触，远离热源和明火。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开封后瓶盖不拧紧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看到瓶口有结晶仍然拧盖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可疑容器：不开、不动、先报告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老旧、超期、来历不明的瓶子，别打开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不摇、不拧、不挪动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就地隔离，挂警示，别让人靠近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报告实验室负责人和学校主管部门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发现老旧、超过检测期限、来历不明或已出现结晶的容器，不要打开，也不要摇晃、拧盖或挪动。就地隔离，挂上警示标志，阻止其他人靠近。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好奇打开看看还能不能用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自己把瓶子挪到别处或扔进垃圾桶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试纸检测：通风柜里，穿戴好防护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过氧化物可以用专用试纸检测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检测在通风柜里做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护目镜、实验服、手套、长裤、包脚鞋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过氧化物试纸法简便，是实验室检查易形成过氧化物溶剂的常用方法。检测只适用于外观正常、在检测期限内的容器；有结晶或可疑的容器按 K11 处理，不检测。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在开放台面上检测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不戴护目镜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取试纸：够用就好，别碰测试区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需要几条取几条，不要多拿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尽量别碰试纸上的测试区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取完马上盖好试纸罐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试纸过期要换新的再用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从试纸罐中按需要取出试纸，捏住不带测试区的一端，不用手指碰测试区，以免污染影响结果。取完立即盖紧试纸罐，防止受潮。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一次倒出很多试纸放在台面上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用过期试纸检测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非废液，另取少量来测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测废液，可以直接蘸取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不是废液，先倒少量到小杯里测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试纸别伸进原瓶，免得弄脏试剂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检测废液时可以直接用试纸蘸取。检测还要继续使用的试剂时，先在通风柜里倒出少量到干净的小烧杯中，再用试纸蘸取小杯里的液体，避免把整瓶试剂污染。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把试纸直接伸进试剂原瓶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测完的液体倒回原瓶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按说明书完成全部步骤，别漏加水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甩掉多余液体，按说明书时间等待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测有机溶液，说明书还有加水这一步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漏了这一步，结果就不准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测水溶液也照做，步骤统一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试纸蘸取后，轻轻甩掉多余液体，按产品说明书规定的时间等待。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不等够时间就读结果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测有机溶剂漏掉加水步骤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对照比色卡，在标签上记录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把测试区和比色卡对照读结果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测试区变蓝，说明有过氧化物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在专用标签上记下结果、日期和签名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把试纸测试区与试纸罐上的比色卡对照读出结果，测试区变蓝说明含有过氧化物，颜色越深含量越高。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测完不记录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只凭记忆判断上次什么时候测的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超限停用，按危险废物处置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结果超出学校限值，立即停用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按危险废物交专业单位处置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不得自行处理，更不能倒下水道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检测结果超出学校规定限值的，立即停止使用，贴上停用标签，报告实验室负责人。限值以本校危险化学品管理规定为准。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超限了仍然“小心用”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自己倒进下水道冲掉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化学品安全标签上“圆圈上方一团火焰”的象形图表示：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易燃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氧化性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爆炸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腐蚀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判断：氧化剂和还原剂可以放在同一个研钵里一起研磨，只要动作轻一些。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遇水放出易燃气体的物质，下列存放方式正确的是：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放在水池下方的柜子里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放在专门的防潮柜里，远离水源，事先评估消防设施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和酸放在一起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敞口放在通风柜里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阿杰在柜子深处发现一瓶乙醚，瓶口有白色结晶，正确的做法是：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拧开看看还能不能用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拿去蒸馏提纯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不开、不摇、不挪，就地隔离挂警示，报告实验室负责人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倒进下水道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047 · 氧化剂与反应性化学品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047 氧化剂与反应性化学品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用试纸检测一瓶还要继续使用的四氢呋喃中的过氧化物，下列做法正确的是：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把试纸直接伸进原瓶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倒少量到小烧杯里测，按说明书完成全部步骤（含加水），对照比色卡并记录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不戴护目镜在台面上测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用过期试纸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简答：易形成过氧化物的化学品，日常管理要做到哪几点？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氧化剂会助燃，远离可燃物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氧化剂不和可燃物、还原剂一起研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不稳定物质：怕热怕光怕撞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小心混合：先查相容性，禁配隔开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遇水危险品：专柜存放，消防先评估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放热与失控反应：先评估，小量起步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自燃物品：工程控制加防护，结伴做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省掉一步，代价无法挽回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过氧化物形成物：久放会变得敏感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收货开封写日期，定期检测按期用完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盖紧避光，见结晶变色不打开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可疑容器：不开、不动、先报告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试纸检测：通风柜里，穿戴好防护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取试纸：够用就好，别碰测试区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非废液，另取少量来测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按说明书完成全部步骤，别漏加水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对照比色卡，在标签上记录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K17  超限停用，按危险废物处置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