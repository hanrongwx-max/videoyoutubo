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输微生物和生物样本是很多领域的日常需要，归纳起来主要有七类用途：一是科研，研究微生物的特性、行为和相互作用，包括课题组之间共享菌株、重复实验和开发新药、抗生素、益生菌等新产品；二是医疗诊断，样本送去检验鉴定；三是疫苗研发和生产，毒株只能送到有资质的单位；四是传染病防控研究，送到专门的实验室研究治疗和预防措施；五是菌种保藏，存入菌种保藏中心长期保存，以及从不同生态环境采集微生物开展生物多样性研究；六是教学，教学菌株送到学校和培训中心，工作坊和会议也会用到菌株演示；七是质量保证和法规检测，监测微生物污染、开展检测认证。</a:t>
            </a:r>
          </a:p>
          <a:p>
            <a:r>
              <a:t>运输推动了科研、医疗和环境保护，但运输途中一旦破损泄漏，会威胁运送人员、公众和环境。所以规范运输有两个目标：保住样本的活性和完整，也保住人和环境的安全。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国内病原微生物分类第一类危害最大、第四类最低，与国际风险组 1 组最低、4 组最高的方向正好相反（见第 058 课）。第一类、第二类病原微生物属于高致病性病原微生物。</a:t>
            </a:r>
          </a:p>
          <a:p>
            <a:r>
              <a:t>运输高致病性病原微生物菌（毒）种或样本，必须按《病原微生物实验室生物安全管理条例》和《可感染人类的高致病性病原微生物菌（毒）种或样本运输管理规定》（以现行文本为准）事先报卫生健康主管部门批准（审批部门按省内、跨省等情况不同，以现行规定为准），使用符合要求的专用包装。</a:t>
            </a:r>
          </a:p>
          <a:p>
            <a:r>
              <a:t>运输时由专人护送（护送人数按规定），不得通过公共电（汽）车和城市铁路等公共交通工具运输；出发、到达都要登记交接，全程留痕，发生被盗、被抢、丢失、泄漏的，立即按规定报告。学生不得自行组织这类运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运输感染性物质和临床样本，按三层包装原则包装，目的是防破损、防泄漏、防暴露：</a:t>
            </a:r>
          </a:p>
          <a:p>
            <a:r>
              <a:t>第一层是主容器：装样本的容器本身，防水、防漏、密封，盖子拧紧并可加封口膜，尽量用塑料管而不是玻璃管。主容器外面裹足吸收材料（吸水纸、吸水垫等），量要足够吸收主容器内的全部液体，万一漏了能吸干（具体要求以现行规定为准）。</a:t>
            </a:r>
          </a:p>
          <a:p>
            <a:r>
              <a:t>第二层是辅助容器：防水、防漏的密封袋或密封罐，把主容器和吸收材料一起装进去，袋口封好或用扎带锁紧；多个主容器分别包裹，防止相互碰撞。</a:t>
            </a:r>
          </a:p>
          <a:p>
            <a:r>
              <a:t>第三层是外包装：坚固防撞的硬质箱子，贴清标签和标志。样本清单、申请单等文件放在辅助容器和外包装之间，开箱前就能核对，不必打开辅助容器。箱内附上溢洒处理说明和联系人电话，标签要让接手的人看得懂。一层漏了，还有两层挡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送检的样本管，管口可以包一小团纱布或其他吸收材料。这样做有两个好处：运输中管盖渗出的少量液体被吸住，接收方开管时滴下的液体也被它吸住。</a:t>
            </a:r>
          </a:p>
          <a:p>
            <a:r>
              <a:t>液体不沾到手套和手上，个人防护就不会被突破，也减少了在生物安全柜内的污染（开管方法见第 079 课）。用过的吸收材料按感染性废物处置。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低温的样本，箱内配足冷却剂（冰袋、蓄冷剂或干冰），让样本在运输途中保持完好。不推荐用碎冰：碎冰融化后渗水，可能浸湿包装、冲出污染。冷却剂放在辅助容器外面，并固定好，冷却剂融化后辅助容器的位置也不能松动。</a:t>
            </a:r>
          </a:p>
          <a:p>
            <a:r>
              <a:t>用干冰时要特别注意：干冰升华产生大量二氧化碳气体，不能放进密封的容器里，否则会胀裂甚至爆裂；外包装要能让气体逸出。干冰按 GB 6944-2025（以现行文本为准）属于第 9 类杂项危险物质，外包装上要标明干冰及其数量，按危险货物运输的要求办理。</a:t>
            </a:r>
          </a:p>
          <a:p>
            <a:r>
              <a:t>搬运干冰戴隔热手套，防止冻伤；在通风良好的地方操作，不在密闭小空间或车厢内大量存放（干冰的危害见第 136 课）。液氮干式运输罐等其他低温运输方式按相应规定执行。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运输时，感染性物质按国际通行的分类分为 A 类和 B 类。A 类是在运输中一旦暴露，可能使健康的人或动物造成永久性残疾或危及生命的感染性物质，包装和审批要求最严，国际联合国编号为 2814（可感染人）或 2900（仅感染动物）；B 类是不符合 A 类标准的感染性物质，如一般的诊断用临床样本，联合国编号为 3373。</a:t>
            </a:r>
          </a:p>
          <a:p>
            <a:r>
              <a:t>国内《人间传染的病原微生物目录》（以现行版本为准）对各病原的菌（毒）种和样本分别标注了运输包装分类（A 类或 B 类）。某种材料属于哪一类，查目录确定；不同类别的包装规格、标记和每件限量，以现行规定为准。</a:t>
            </a:r>
          </a:p>
          <a:p>
            <a:r>
              <a:t>GB 6944-2025（以现行文本为准）把感染性物质列为第 6 类第 2 项危险货物。不能判断类别的，按较高类别处理，并咨询单位生物安全负责人。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生物危害标志（三叶状环形图形，式样以国家标准为准）在样本管、转运箱、废物袋、冰箱和实验室门上都常见到（安全标志见第 026 课）。运输包装外按规定贴生物危害标志和相应的感染性物质标记、警告用语、收发双方和联系人信息。</a:t>
            </a:r>
          </a:p>
          <a:p>
            <a:r>
              <a:t>包装和标签的准备在送样一方就要做好：样本管逐一贴清标签，不掉、不糊；包装封严实。标签清楚，保证样本不弄错、不失效；病人信息用编号代替，样本清单不写病人身份信息（见第 079 课）。</a:t>
            </a:r>
          </a:p>
          <a:p>
            <a:r>
              <a:t>送样一方把标签贴好、包装封严，路上的运送人员和接收方的实验人员都更安全。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参与运输的人员——包装人员、司机、押运人员、物流公司人员——都要经过培训，知道箱里装的是什么、有什么风险、包装破损或泄漏时怎么处置、向谁报告。</a:t>
            </a:r>
          </a:p>
          <a:p>
            <a:r>
              <a:t>感染性物质和菌（毒）种要交给具备相应资质、能承运此类物品的单位运输，不能当普通快递寄送。委托运输前，由本单位样本管理人员确认承运方资质和包装要求。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本在楼内、实验室之间转运，同样要防洒防漏：不能手拿着开口或未密封的试管在走廊里走。样本管盖紧，插在试管架上，装进密闭、防漏、可消毒的转运箱，箱内垫吸水材料，万一洒了也不外漏；箱外贴生物危害标志。</a:t>
            </a:r>
          </a:p>
          <a:p>
            <a:r>
              <a:t>转运路线尽量避开人多的地方，不经过办公区、休息区，不在走廊和电梯里停留、乱放。用推车时慢行、放稳，物品出生物安全柜后直接送到目的地（如灭菌间），不在路上停留。</a:t>
            </a:r>
          </a:p>
          <a:p>
            <a:r>
              <a:t>一只手戴手套拿箱，另一只手不戴手套（或摘掉外层手套）用来开门、按电梯，避免把污染带到门把手和按钮上。高致病性样本的转运按本实验室规程执行。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运输环节是生物材料最容易丢失、被盗或泄漏的环节之一，所以运输安全也是生物安保的一部分（见第 083 课）：包装牢固，交接有签收记录，路线和时间可追踪，做到不丢、不漏、账物相符。</a:t>
            </a:r>
          </a:p>
          <a:p>
            <a:r>
              <a:t>生物材料的运输和进出口规矩很多：包装、标识、运输方式都要符合国内规定。出入境的微生物、人体组织、生物制品、血液等属于特殊物品，须按《中华人民共和国国境卫生检疫法》等规定办理海关卫生检疫审批（以现行规定为准）；涉及人类遗传资源出境的，须依法审批（见第 083 课）；属于出口管制物项的，按出口管制规定办理。</a:t>
            </a:r>
          </a:p>
          <a:p>
            <a:r>
              <a:t>具体手续由单位样本管理和生物安全管理部门指导办理，个人不得擅自携带、邮寄生物材料出入境。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学生不得用普通快递邮寄菌（毒）种和样本，也不能装进背包、口袋随身带出实验室或带到外校；不私下和同学、外单位人员交换菌株。</a:t>
            </a:r>
          </a:p>
          <a:p>
            <a:r>
              <a:t>需要向外单位提供或从外单位获取菌株的，先告诉导师和实验室负责人，由单位按规定登记、审批（必要时签订材料转移协议），按本课的包装要求，交有资质的单位运送；接收方要具备相应的实验室条件。</a:t>
            </a:r>
          </a:p>
          <a:p>
            <a:r>
              <a:t>这样做既是生物安全和生物安保的要求，也保证菌株来源清楚、去向可查。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答案：B。解析：一层漏了还有两层；清单放在辅助容器外，开箱前就能核对。</a:t>
            </a:r>
          </a:p>
          <a:p>
            <a:r>
              <a:t>第 2 题 答案：B。解析：干冰升华产生大量气体，密封会胀裂；干冰放在辅助容器外，外包装能让气体逸出，并按第 9 类危险货物标明。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答案：B。解析：须经批准、专人护送，不得通过公共交通工具运输。</a:t>
            </a:r>
          </a:p>
          <a:p>
            <a:r>
              <a:t>第 4 题 答案：B。解析：楼内转运也要插在架上、装进垫好吸水材料的密闭转运箱，箱外贴标志，避开人多处。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答案：C。解析：学生不私带、不邮寄、不私下交换菌株。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菌毒种与样本的包装运输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60 镜）　适用对象：需要寄送、接收或在楼内转运菌（毒）种、临床样本和其他生物材料的高校本科生、研究生和教职工（必修）；样本管理员、实验室负责人和安全员重点学习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能说出微生物运输的主要用途，以及规范运输“既保活性，也保安全”的意义；能说出高致病性菌（毒）种和样本运输须经批准、专人护送。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能做到按三层包装原则包装样本：主容器、吸收材料、辅助容器、外包装，清单放在外层，冷却剂选对，干冰按危险货物处理。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 A 类、B 类感染性物质的区别和标记要求，能认出生物危害标志，知道运输人员要培训。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能做到楼内转运用密闭箱，不手拿试管；不私带、不邮寄、不私下交换菌株，转移须经导师和单位审批。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《中华人民共和国生物安全法》：病原微生物菌（毒）种和样本的运输、保藏管理与生物安保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运输高致病性病原微生物菌（毒）种或样本须经批准，容器和包装材料防水、防破损、防外泄并有生物危险标识，专人护送，不得通过公共电（汽）车和城市铁路运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《可感染人类的高致病性病原微生物菌（毒）种或样本运输管理规定》（以现行文本为准）：运输审批程序、包装和交接要求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《人间传染的病原微生物目录》（国家卫生健康委发布，以现行版本为准）：各病原的运输包装分类（A 类、B 类）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生物安全通用要求》：样本运送、包装、标识与记录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233（以现行文本为准）《病原微生物实验室生物安全通用准则》：实验室内和实验室间的样本转运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6944-2025（以现行文本为准）《危险货物分类和品名编号》：感染性物质（第 6 类第 2 项）与干冰（第 9 类）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《中华人民共和国国境卫生检疫法》（以现行文本为准）及本校生物材料运输、进出口管理规定：出入境特殊物品卫生检疫审批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运输微生物，服务很多领域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科研、合作研究、开发新药，都要送菌株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样本送检、疫苗研发、传染病研究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菌种保藏、多样性研究、教学、会议演示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质控、检测和认证，也要运送样本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规范运输，既保活性，也保安全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运输微生物和生物样本是很多领域的日常需要，归纳起来主要有七类用途：一是科研，研究微生物的特性、行为和相互作用，包括课题组之间共享菌株、重复实验和开发新药、抗生素、益生菌等新产品；二是医疗诊断，样本送去检验鉴定；三是疫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觉得“只是寄个样本”，随便找个盒子装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只关心样本别坏，不关心路上的人是否安全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高致病性菌毒种运输，先审批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国内第一类最危险，和国际分组相反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高致病性的，先报主管部门批准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用专用包装，专人护送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不搭公共交通工具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登记交接，全程留痕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国内病原微生物分类第一类危害最大、第四类最低，与国际风险组 1 组最低、4 组最高的方向正好相反（见第 058 课）。第一类、第二类病原微生物属于高致病性病原微生物。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先寄出去，事后再补审批手续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一个人带着高致病性样本乘坐公共交通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三层包装：一层漏了还有两层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运输感染性物质，用三层包装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第一层防水密封的主容器，选塑料管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裹足吸收材料；第二层防水辅助容器封好口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第三层坚固防撞，清单放在外层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附上溢洒处理说明，防破损防暴露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运输感染性物质和临床样本，按三层包装原则包装，目的是防破损、防泄漏、防暴露：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样本管直接丢进泡沫箱，没有辅助容器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把清单塞进装样本的密封袋里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管口一团吸收材料，防滴漏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管口包一小团纱布等吸收材料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开管时滴下的液体被它吸住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不沾手套，防护就不会被突破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送检的样本管，管口可以包一小团纱布或其他吸收材料。这样做有两个好处：运输中管盖渗出的少量液体被吸住，接收方开管时滴下的液体也被它吸住。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管口外壁沾着样本也不处理就装箱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开管后把沾湿的纱布随手放在台面上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冷却剂选对，干冰按危险货物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配足冷却剂，样本保持完好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不推荐碎冰，融化渗水易污染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干冰放辅助容器外，不能密封，留出气口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干冰属第 9 类危险货物，要标明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拿干冰戴隔热手套，保持通风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需要低温的样本，箱内配足冷却剂（冰袋、蓄冷剂或干冰），让样本在运输途中保持完好。不推荐用碎冰：碎冰融化后渗水，可能浸湿包装、冲出污染。冷却剂放在辅助容器外面，并固定好，冷却剂融化后辅助容器的位置也不能松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把干冰装进拧紧的密封罐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用碎冰直接埋住样本袋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A 类、B 类，分类和标记不同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感染性物质运输时分 A 类和 B 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A 类危害高，包装要求更严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B 类一般是普通诊断样本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属哪类查目录，包装限量按现行规定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运输时，感染性物质按国际通行的分类分为 A 类和 B 类。A 类是在运输中一旦暴露，可能使健康的人或动物造成永久性残疾或危及生命的感染性物质，包装和审批要求最严，国际联合国编号为 2814（可感染人）或 2900（仅……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不查目录，凭感觉按 B 类寄送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 A 类、B 类与国内病原分类的第一类、第二类混为一谈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送样方贴好标签、包好箱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认识生物危害标志，样本、容器、冰箱常见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采样一方先贴清标签、封严包装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标签清楚，病人信息保密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保护路上的人，也保护实验室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生物危害标志（三叶状环形图形，式样以国家标准为准）在样本管、转运箱、废物袋、冰箱和实验室门上都常见到（安全标志见第 026 课）。运输包装外按规定贴生物危害标志和相应的感染性物质标记、警告用语、收发双方和联系人信息。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用手写便签贴在管子上，运输中脱落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在样本管上写病人姓名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运输人员要培训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司机、快递员也要经过培训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知道箱里是什么，出了事怎么办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不能交给没资质的普通快递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参与运输的人员——包装人员、司机、押运人员、物流公司人员——都要经过培训，知道箱里装的是什么、有什么风险、包装破损或泄漏时怎么处置、向谁报告。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让不知情的同学或快递员帮忙送样本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不告诉运送人箱内物品的性质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楼内转运：密闭箱，不手拿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楼里转运，不能手拿着试管走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管子插在架上，装进垫好吸水垫的密闭箱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箱外贴标志，避开人多的地方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推车慢行，直达目的地，不经过办公区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开门按电梯，用干净的手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样本在楼内、实验室之间转运，同样要防洒防漏：不能手拿着开口或未密封的试管在走廊里走。样本管盖紧，插在试管架上，装进密闭、防漏、可消毒的转运箱，箱内垫吸水材料，万一洒了也不外漏；箱外贴生物危害标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手里攥着几支样本管穿过走廊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戴着污染的手套按电梯、开门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运输安保与进出口合规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运输安全，也是生物安保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包得牢、交接清，不丢不漏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进出口生物材料，先办检疫审批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包装、标识、运输方式都要合规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运输环节是生物材料最容易丢失、被盗或泄漏的环节之一，所以运输安全也是生物安保的一部分（见第 083 课）：包装牢固，交接有签收记录，路线和时间可追踪，做到不丢、不漏、账物相符。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出国交流时把样本放进行李随身带走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收到包裹不签收、不登记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学生不私带、不邮寄、不交换菌株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菌株不能用普通快递寄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不能装进包里随身带走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不私下和别人交换菌株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需要转移，先告诉导师，单位登记审批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交有资质的单位运送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学生不得用普通快递邮寄菌（毒）种和样本，也不能装进背包、口袋随身带出实验室或带到外校；不私下和同学、外单位人员交换菌株。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帮外校同学“顺路带一管菌种”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毕业时把菌株私自带走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关于三层包装，下列说法正确的是：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样本管直接放进泡沫箱即可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防水主容器外裹足吸收材料，装入防水辅助容器封口，再放入坚固外包装，清单放在外层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清单放在装样本的密封袋里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优先选玻璃管作主容器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判断：用干冰作冷却剂时，应把干冰装进拧紧的密封罐，防止升华。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运输高致病性病原微生物菌（毒）种或样本，下列做法正确的是：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用普通快递寄出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事先报主管部门批准，用专用包装，专人护送，登记交接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一个人乘地铁送达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先寄出再补手续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判断：在楼内把样本送到隔壁实验室，盖紧管盖后手拿着走过去就可以。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080 · 菌毒种与样本的包装运输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080 菌毒种与样本的包装运输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外校同学请阿杰寄一管菌种，阿杰应该：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用快递寄出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装进背包带过去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先告诉导师，由单位登记审批，按规定包装后交有资质的单位运送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私下交换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运输微生物，服务很多领域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高致病性菌毒种运输，先审批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三层包装：一层漏了还有两层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管口一团吸收材料，防滴漏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冷却剂选对，干冰按危险货物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A 类、B 类，分类和标记不同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送样方贴好标签、包好箱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运输人员要培训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楼内转运：密闭箱，不手拿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运输安保与进出口合规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学生不私带、不邮寄、不交换菌株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