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电离辐射无色、无味、无声，人的感官察觉不到；等到身体有感觉，往往已经受到了很大的剂量。所以辐射防护离不开测量：现场剂量测量就是在工作现场实测“这里有多少辐射”“人受了多少”。</a:t>
            </a:r>
          </a:p>
          <a:p>
            <a:r>
              <a:t>仪器利用射线与物质作用产生的效应来发现辐射：使气体电离（气体探测器，包括电离室、正比计数器、盖革计数器三类）、使晶体发光（闪烁探测器）、在半导体中产生电荷（半导体探测器）；个人剂量计还利用热释光、光释光、胶片感光等效应。</a:t>
            </a:r>
          </a:p>
          <a:p>
            <a:r>
              <a:t>任何探测器都测不到全部射线：测到的计数与源发出的粒子数之比叫探测效率，它与探测器类型、射线种类和能量、几何位置有关。所以同一个源，用不同仪器读数可能不同；要换算成活度或剂量，必须用经过刻度的仪器和正确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辐射监测要回答两个不同的问题。第一，这里有多少辐射？用剂量率巡测仪（盖革计数器或电离室巡测仪）测量周围的辐射水平（剂量率），用来检查屏蔽有没有泄漏、确定控制区和警戒区的边界。第二，这个人受了多少？用个人剂量计记录佩戴者在一段时间内累计受到的外照射剂量。</a:t>
            </a:r>
          </a:p>
          <a:p>
            <a:r>
              <a:t>两者作用不同，不能互相代替：巡测仪给的是“此时此地”的剂量率，不记录人受的累计剂量；个人剂量计记累计剂量，按周期送检后才知道结果（或电子剂量计实时显示），不能用来找屏蔽缝隙和污染。</a:t>
            </a:r>
          </a:p>
          <a:p>
            <a:r>
              <a:t>查找台面、手、衣服上的放射性污染，要用表面污染监测仪（α、β 表面污染仪），方法见第 091 课。个人剂量计一人一个，按规定位置佩戴，不能借给别人（见 K16、K17）。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盖革计数器（盖革–米勒计数器）由充气的盖革管（探头）和主机组成。射线进入管内使气体电离，在高电压下电离不断放大，形成一个电脉冲；主机对脉冲计数，显示计数率。每测到一个射线粒子，读数就加一。</a:t>
            </a:r>
          </a:p>
          <a:p>
            <a:r>
              <a:t>便携式盖革计数器简单、结实、灵敏，用电池供电，方便带到现场，适合寻找微量的放射性污染和做快速巡测；它和实验室里固定的计数装置不同，读数通常是计数率，换算成剂量率需要按仪器的刻度。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盖革计数器像关着门只听见敲门声：知道有射线进来，却不知道是哪种射线、能量多高。每个粒子产生的脉冲大小都一样，所以它分不清 α、β、γ，也分不清能量。像含钍化合物这类同时发出几种射线的物质，要知道射线种类和能量，得用能谱仪等合适的仪器。</a:t>
            </a:r>
          </a:p>
          <a:p>
            <a:r>
              <a:t>每个脉冲处理需要一点时间（死时间），这段时间内再来的射线不被计数。离源越近、射线越强，漏掉越多；在很强的辐射场中计数会严重偏低，甚至饱和，低报真实的危险（见 K9）。</a:t>
            </a:r>
          </a:p>
          <a:p>
            <a:r>
              <a:t>盖革计数器主要用来测 γ 射线和带电粒子，对中子基本没有响应；有中子的场所要用专门的中子测量仪器。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电离室巡测仪不数单个脉冲，而是收集射线在气体中产生的离子，测量连续的电离电流；电流大小与辐射水平成正比，可以直接读出剂量率（单位时间的剂量，如每小时多少微希沃特，单位见第 087 课）。</a:t>
            </a:r>
          </a:p>
          <a:p>
            <a:r>
              <a:t>电离室量程宽、能量响应较平坦、读数准确，在强辐射场中也可靠；缺点是不够灵敏，用来寻找微量污染不合适。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仪器先想清楚要回答什么问题：找污染、查有无微量放射性，用灵敏的盖革计数器或表面污染仪；测工作位置、屏蔽外、走廊的剂量率，用电离室巡测仪或经刻度的剂量率仪。盖革灵敏，电离室准确；在强辐射场中电离室更可靠。</a:t>
            </a:r>
          </a:p>
          <a:p>
            <a:r>
              <a:t>电离室虽然不分辨能量，但能量响应更平坦，不同能量的射线读数偏差较小。实际工作中常两台仪器配合使用，各取所长。仪器的选择还要看射线种类（α、β、γ、X、中子）和能量，具体由辐射安全管理人员按场所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没有放源，计数器也会跳数：宇宙线、墙壁、地面和空气中都有天然放射性（本底）。探测器只“数”能量沉积，不认射线是从哪里来的。</a:t>
            </a:r>
          </a:p>
          <a:p>
            <a:r>
              <a:t>正确的测量顺序：先把源收回屏蔽罐（或远离探测器），测一段本底；再用同样长的时间测样品；样品读数减去本底，才是源的贡献。表面污染监测时，读数明显高于本底才判断为污染。</a:t>
            </a:r>
          </a:p>
          <a:p>
            <a:r>
              <a:t>有的实验（如测量极弱的放射性）信号比本底还弱，要把实验室建到地下，用岩层挡住宇宙线，墙体也换成放射性低的材料。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于辐射防护的监测仪器属于需要定期检定或校准的计量器具（按《中华人民共和国计量法》和主管部门要求，以现行文本为准），由有资质的计量机构定期检定或校准，仪器上贴合格标识；超过有效期或检定不合格的仪器，读数不能作为依据，要停用送检。</a:t>
            </a:r>
          </a:p>
          <a:p>
            <a:r>
              <a:t>每次使用前检查：电池电量、外观和探头电缆是否完好、仪器状态是否正常；开机测本底，必要时由管理人员用检验源检查仪器有无正常响应。有异常就停用，报告管理人员。</a:t>
            </a:r>
          </a:p>
          <a:p>
            <a:r>
              <a:t>注意能量响应：仪器在某个能量下校准，测其他能量的射线时可能失准，测低能 X、γ 射线时尤其明显，因为不同能量的射线与探测器材料的作用不同。测量前确认仪器适用于所测射线的种类和能量范围，必要时选用带能量补偿的探头。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读数为零或很低，不一定代表安全。可能是选错了仪器（如用盖革计数器测中子、用 γ 探头测低能 β），可能是电池没电、仪器故障或没开机，也可能是辐射场太强，有的计数器饱和后反而显示很低的读数（见 K4）。</a:t>
            </a:r>
          </a:p>
          <a:p>
            <a:r>
              <a:t>所以读数与预期明显不符时，不要轻易下结论：先检查仪器状态，再换一台合适的仪器复核；拿不准就报告辐射安全管理人员。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场所监测要覆盖所有可能受照的位置：操作位、屏蔽体外表面、门口和缝隙、走廊、相邻房间和楼上楼下等公众可能停留的区域。再结合设备或源的使用频率和人员停留时间，估算工作人员和公众可能受到的最大剂量，判断屏蔽和分区是否合适。</a:t>
            </a:r>
          </a:p>
          <a:p>
            <a:r>
              <a:t>辐射工作单位要按规定定期开展场所监测，每年对本单位的辐射安全和防护状况进行评估（年度评估），发现问题及时整改；屏蔽体破损要及时报告维修（《放射性同位素与射线装置安全和防护管理办法》，以现行文本为准）。</a:t>
            </a:r>
          </a:p>
          <a:p>
            <a:r>
              <a:t>每次测量都要记录日期、地点、仪器、读数和测量人，存档备查。读数异常偏高时，先停止操作，退到安全的地方，立即报告实验室负责人和学院、学校辐射安全管理部门；有人受伤或可能受到大剂量照射，拨打 120 并按应急预案处置（见第 096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区域监测给出房间的整体辐射水平，但人在不停走动，离源的远近、停留的时间一直在变，单靠区域读数算不准每个人受了多少。所以从事辐射工作的人员要进行个人剂量监测，持续记录每个人的累计剂量。</a:t>
            </a:r>
          </a:p>
          <a:p>
            <a:r>
              <a:t>老周回忆：读研时每次进辐射区都佩戴热释光剂量计，定期读数，就知道一年受了多少剂量。常接触源的技术人员身上戴、手上也戴剂量计；偶尔进入的人员，受照只是很小的一部分。</a:t>
            </a:r>
          </a:p>
          <a:p>
            <a:r>
              <a:t>哪些人员需要个人剂量监测，由单位根据照射评估确定；辐射工作人员应当接受个人剂量监测（《放射工作人员职业健康管理办法》，以现行文本为准）。怀孕的工作人员按规定加强监测，具体安排见第 089 课和本校规定。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积型个人剂量计佩戴一个周期后送去测读，得出这段时间的累计剂量。热释光剂量计（TLD）的探测元件受照后把能量“存”在晶体里，测读时加热，能量以光的形式放出，光的多少与剂量成正比；与同批未佩戴的对照（本底）剂量计比较，扣除本底，算出个人剂量。目前国内个人剂量监测常用热释光剂量计。</a:t>
            </a:r>
          </a:p>
          <a:p>
            <a:r>
              <a:t>胶片剂量计靠胶片感光变黑的程度判断剂量；光释光剂量计用光照代替加热读出。它们都要由有资质的技术服务机构测读，结果存进个人剂量档案，可以长期保存。</a:t>
            </a:r>
          </a:p>
          <a:p>
            <a:r>
              <a:t>选用哪种剂量计，看用途和射线种类（γ、X、β、中子）；手部近距离操作加戴指环剂量计（见 K16）。即时控制（电子剂量计）和长期存档（累积型剂量计）要配合使用。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笔形（袖珍）剂量计看起来像一支笔：笔身是密封充气的小电离室，里面悬着一根极细的石英丝，一头是带刻度的目镜，一头是充电触点。</a:t>
            </a:r>
          </a:p>
          <a:p>
            <a:r>
              <a:t>使用前先充电，同种电荷相斥，石英丝偏到零位；受照后射线电离气体，中和一部分电荷，电场变弱，细丝慢慢移动。对着光从目镜一看，就能当场读出累计剂量。</a:t>
            </a:r>
          </a:p>
          <a:p>
            <a:r>
              <a:t>长处：短时、剂量较高的作业中可以随时查看读数，结实、便宜。短处：会慢慢漏电，读数自己漂移；不留永久记录；光线不够读不了数；对低能 β 和中子不灵敏；量程看具体型号。所以每次使用前都要重新充电归零，它只作现场辅助，不代替个人剂量计。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子个人剂量计实时显示剂量和剂量率，超过设定值会声光报警，适合在高辐射区附近、射线装置调试、放射源操作等场合加戴。它只能与累积型个人剂量计配合使用，不能代替法定的个人剂量监测；任何剂量计都只记录、不防护，挡不住射线。</a:t>
            </a:r>
          </a:p>
          <a:p>
            <a:r>
              <a:t>电子剂量计报警时：立即停止操作，离开该区域，到安全的地方；不要关掉报警继续干；记下读数和时间，报告实验室负责人和辐射安全管理人员，查明原因（是否源未收回、屏蔽失效、联锁故障等）后才能恢复工作。可能发生事故的按应急预案处置（见第 096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个人剂量计测量的是身体特定部位、特定深度处的剂量（个人剂量当量）。深 10 毫米处的剂量代表全身（深部组织），用于评价有效剂量；深 3 毫米处代表眼晶状体；深 0.07 毫米（极浅处）代表皮肤的剂量。</a:t>
            </a:r>
          </a:p>
          <a:p>
            <a:r>
              <a:t>所以同一个人的剂量报告中，全身、眼晶状体、皮肤和手部会分别给出，要分别对照相应的剂量限值（见第 089 课）。量的定义和单位见第 087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身剂量计是必须佩戴的，一般佩戴在左胸前（躯干前方），进入辐射工作场所就戴上。穿铅围裙时，全身剂量计戴在铅围裙里面的躯干上；受照可能较大时，还要在铅围裙外侧领口加戴一个，用来估算头颈部和眼晶状体的剂量。佩戴位置以 GBZ 128（以现行文本为准）和本校规定为准。</a:t>
            </a:r>
          </a:p>
          <a:p>
            <a:r>
              <a:t>经常手持放射源、近距离操作的人员，加戴指环剂量计，戴在受照最多的那只手的手指上，探测元件朝向射线来的方向；有中子的场所，按规定佩戴专用的中子剂量计。</a:t>
            </a:r>
          </a:p>
          <a:p>
            <a:r>
              <a:t>剂量计正面朝外，不要被口袋、证件或其他物品遮挡。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剂量计一人一个，不借给别人，也不替别人戴；进场就戴，离场就收。下班后放回远离辐射源的专用存放位置，不要留在工作区（会把场所的辐射记进个人剂量），也不要带回家、晒太阳、靠近暖气等热源，这些都会影响读数。</a:t>
            </a:r>
          </a:p>
          <a:p>
            <a:r>
              <a:t>绝不故意拿剂量计去照射或“测”源；剂量计受到意外照射（如掉进工作区）要如实报告，便于评估。</a:t>
            </a:r>
          </a:p>
          <a:p>
            <a:r>
              <a:t>按规定周期交回、送有资质的技术服务机构测读，不能漏送；周期以 GBZ 128（以现行文本为准）和本校规定为准。剂量计丢失或损坏，马上报告补发。个人剂量监测之外，还要按规定参加上岗前、在岗期间和离岗时的职业健康检查（见第 093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剂量报告列出本监测周期的剂量和全年累计剂量，手部、眼晶状体等部位的剂量也会单独列出。本人有权查看自己的个人剂量记录，要认真查看并签字确认；读数明显升高或超过单位设定的调查水平时，要配合调查原因并整改（见第 089 课）。</a:t>
            </a:r>
          </a:p>
          <a:p>
            <a:r>
              <a:t>单位为每名辐射工作人员建立个人剂量档案，长期保存，调离或毕业时按规定提供或转交；保存要求以《放射工作人员职业健康管理办法》（以现行文本为准）和本校规定为准（档案和人员管理见第 093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答案：B。解析：盖革和表面污染仪灵敏，适合找污染；电离室准确但不够灵敏，适合测剂量率；剂量计记个人累计剂量。</a:t>
            </a:r>
          </a:p>
          <a:p>
            <a:r>
              <a:t>第 2 题 答案：B。解析：可能选错仪器、没电、故障或在强场中饱和，要检查仪器并换一台复核。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答案：B。解析：围裙里面的剂量计代表躯干受照，领口外的用于估算头颈部和眼晶状体剂量。</a:t>
            </a:r>
          </a:p>
          <a:p>
            <a:r>
              <a:t>第 4 题 答案：C。解析：剂量计一人一个，下班放回远离辐射源的专用位置，绝不故意照射。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答案：B。解析：报警说明剂量或剂量率超过设定值，要停手离开并报告，查明原因后才能恢复。</a:t>
            </a:r>
          </a:p>
          <a:p>
            <a:r>
              <a:t>第 6 题 答案：没有源时仪器也会因宇宙线和环境中的天然放射性而计数。先把源收回屏蔽罐，测一段本底；再用同样长的时间测样品，样品读数减去本底才是源的贡献。解析：不扣本底会把本底误当作污染或源的贡献。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辐射监测仪器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第7章 辐射安全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75 镜）　适用对象：使用放射性同位素、密封放射源或射线装置的本科生、研究生和教职工（辐射类必修），以及负责辐射工作场所监测和个人剂量管理的实验室负责人、管理人员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能说出巡测仪（盖革计数器、电离室）、表面污染仪和个人剂量计各回答什么问题，能按任务选对仪器。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能做到使用前检查仪器检定状态、电池和本底，测量时扣除本底，知道读数低不等于安全。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能说出热释光等累积型剂量计、笔形剂量计和电子报警剂量计的特点，能做到正确佩戴、保管和按期送检，报警时停手离开并报告。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能看懂个人剂量报告的主要内容，知道监测结果要记录、建档和核对。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《放射性同位素与射线装置安全和防护条例》（以现行文本为准）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《放射性同位素与射线装置安全和防护管理办法》（以现行文本为准）：工作场所监测、个人剂量监测、年度评估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《放射工作人员职业健康管理办法》（以现行文本为准）：个人剂量监测、个人剂量档案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18871-2002（以现行文本为准）《电离辐射防护与辐射源安全基本标准》：职业照射监测与评价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128（以现行文本为准）《职业性外照射个人监测规范》：剂量计佩戴位置、监测周期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《中华人民共和国计量法》（以现行文本为准）：用于安全防护的计量器具检定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本校辐射安全管理规定（以本校规定为准）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辐射看不见，靠仪器探测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辐射看不见、闻不到、听不到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仪器靠电离、闪光等效应发现辐射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常见气体、闪烁体、半导体三类探测器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测到的数除以发出的数，叫探测效率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电离辐射无色、无味、无声，人的感官察觉不到；等到身体有感觉，往往已经受到了很大的剂量。所以辐射防护离不开测量：现场剂量测量就是在工作现场实测“这里有多少辐射”“人受了多少”。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以为没感觉就是没有辐射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把计数率直接当作源的活度或剂量率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两个问题：场所多少，个人多少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现场监测回答两个问题：场所和个人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巡测仪测剂量率：查屏蔽、定边界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个人剂量计记自己累计受了多少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查表面污染，用表面污染仪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辐射监测要回答两个不同的问题。第一，这里有多少辐射？用剂量率巡测仪（盖革计数器或电离室巡测仪）测量周围的辐射水平（剂量率），用来检查屏蔽有没有泄漏、确定控制区和警戒区的边界。第二，这个人受了多少？用个人剂量计记录佩戴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用个人剂量计去“测”源罐或屏蔽墙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以为有了巡测仪就不用戴个人剂量计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盖革计数器：灵敏，会数数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射线进管，放大成一个电脉冲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来一个粒子，读数就加一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便携、结实、用电池，适合找污染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盖革计数器（盖革–米勒计数器）由充气的盖革管（探头）和主机组成。射线进入管内使气体电离，在高电压下电离不断放大，形成一个电脉冲；主机对脉冲计数，显示计数率。每测到一个射线粒子，读数就加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把计数率读数直接当成剂量率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用探头直接接触可能沾污的表面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盖革计数器的局限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只听见敲门，不知道门外是谁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分不清 α、β、γ，也分不清能量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射线太强会漏数，反而低报危险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对中子基本没有响应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要分辨种类和能量，换合适的仪器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盖革计数器像关着门只听见敲门声：知道有射线进来，却不知道是哪种射线、能量多高。每个粒子产生的脉冲大小都一样，所以它分不清 α、β、γ，也分不清能量。像含钍化合物这类同时发出几种射线的物质，要知道射线种类和能量，得用能……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在强辐射场里只用盖革计数器测剂量率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用盖革计数器判断中子场是否安全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电离室巡测仪：测剂量率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电离室收集离子，测连续的电流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直接读出剂量率，就是每小时多少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量程宽、读数准，但不够灵敏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电离室巡测仪不数单个脉冲，而是收集射线在气体中产生的离子，测量连续的电离电流；电流大小与辐射水平成正比，可以直接读出剂量率（单位时间的剂量，如每小时多少微希沃特，单位见第 087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用电离室找微量污染，读数不变就认为没有污染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只看读数不看单位（计数率还是剂量率）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按任务选仪器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找污染用盖革，测剂量率用电离室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盖革灵敏，电离室准确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强场里，电离室更可靠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两台仪器配合，各取所长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选仪器先想清楚要回答什么问题：找污染、查有无微量放射性，用灵敏的盖革计数器或表面污染仪；测工作位置、屏蔽外、走廊的剂量率，用电离室巡测仪或经刻度的剂量率仪。盖革灵敏，电离室准确；在强辐射场中电离室更可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一台仪器包打天下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不看射线种类就随手拿一台仪器测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先测本底，再扣本底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不放源，计数器也会跳数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先把源收回屏蔽罐，测一段本底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样品测同样长时间，减掉本底才是源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信号太弱的实验，要建到地下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没有放源，计数器也会跳数：宇宙线、墙壁、地面和空气中都有天然放射性（本底）。探测器只“数”能量沉积，不认射线是从哪里来的。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不测本底，把本底读数当成污染或源的贡献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测本底时源还放在探测器旁边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检定校准与使用前检查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仪器按规定定期检定或校准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超期未检，读数不能作数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用前查电池、外观和状态，再测本底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看清能量：校准能量不对会失准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于辐射防护的监测仪器属于需要定期检定或校准的计量器具（按《中华人民共和国计量法》和主管部门要求，以现行文本为准），由有资质的计量机构定期检定或校准，仪器上贴合格标识；超过有效期或检定不合格的仪器，读数不能作为依据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拿超期未检的仪器测量并据此判断安全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开机不检查电池和本底就测量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读数低不等于安全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读数为零，不一定就是安全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可能选错仪器、没电或者饱和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拿不准，换一台仪器复核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读数为零或很低，不一定代表安全。可能是选错了仪器（如用盖革计数器测中子、用 γ 探头测低能 β），可能是电池没电、仪器故障或没开机，也可能是辐射场太强，有的计数器饱和后反而显示很低的读数（见 K4）。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读数为零就认为源已经收好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读数异常时只拍拍仪器，不复核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场所监测：测哪里、怎么记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可能受照的地方都要测，包括走廊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结合使用频率，估算最大可能受照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每次测量都记录，存档备查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读数异常：停手、退开、马上报告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场所监测要覆盖所有可能受照的位置：操作位、屏蔽体外表面、门口和缝隙、走廊、相邻房间和楼上楼下等公众可能停留的区域。再结合设备或源的使用频率和人员停留时间，估算工作人员和公众可能受到的最大剂量，判断屏蔽和分区是否合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只测操作位，不测门口、走廊和隔壁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测了不记录，出了问题无法追溯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从区域监测到个人剂量监测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区域监测只给出房间的整体情况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人在走动，每个人都要单独记录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进入辐射工作场所，按规定戴剂量计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按评估确定监测人员，孕期加强监测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区域监测给出房间的整体辐射水平，但人在不停走动，离源的远近、停留的时间一直在变，单靠区域读数算不准每个人受了多少。所以从事辐射工作的人员要进行个人剂量监测，持续记录每个人的累计剂量。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以为房间有监测仪就不需要个人剂量计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偶尔进入辐射工作场所就不登记、不监测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累积型个人剂量计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热释光：先存下能量，加热放出光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和对照剂量计比较，算出个人剂量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胶片、光释光也要送去测读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它们留下记录，可以长期存档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累积型个人剂量计佩戴一个周期后送去测读，得出这段时间的累计剂量。热释光剂量计（TLD）的探测元件受照后把能量“存”在晶体里，测读时加热，能量以光的形式放出，光的多少与剂量成正比；与同批未佩戴的对照（本底）剂量计比较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以为剂量计会“当场显示”而随便看看就算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剂量计戴完不交回测读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笔形剂量计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笔形剂量计，是个密封的小电离室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充电归零，受照后细丝慢慢移动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对着光一看，当场读出累计剂量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会漏电、不留记录，用前要重新归零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笔形（袖珍）剂量计看起来像一支笔：笔身是密封充气的小电离室，里面悬着一根极细的石英丝，一头是带刻度的目镜，一头是充电触点。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用前不归零，把漂移当作剂量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用笔形剂量计代替法定的个人剂量监测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电子报警剂量计与报警处置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电子剂量计实时显示，还能报警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配合使用，不能代替累积型剂量计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剂量计只记录，挡不住射线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报警就停手、离开、报告，不能关掉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子个人剂量计实时显示剂量和剂量率，超过设定值会声光报警，适合在高辐射区附近、射线装置调试、放射源操作等场合加戴。它只能与累积型个人剂量计配合使用，不能代替法定的个人剂量监测；任何剂量计都只记录、不防护，挡不住射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报警声太吵，关掉继续干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以为戴了剂量计就受到了保护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剂量计测的是哪个深度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剂量计测的是身体特定深度的剂量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深 10 毫米处，代表全身剂量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3 毫米代表眼晶状体，极浅处代表皮肤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个人剂量计测量的是身体特定部位、特定深度处的剂量（个人剂量当量）。深 10 毫米处的剂量代表全身（深部组织），用于评价有效剂量；深 3 毫米处代表眼晶状体；深 0.07 毫米（极浅处）代表皮肤的剂量。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以为一个读数就能代表所有部位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只看全身剂量，不看皮肤和手部剂量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个人剂量计怎么戴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全身剂量计，戴在左胸前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穿铅围裙时，戴在围裙里面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需要时，领口外面再加戴一个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常拿源的手，加戴指环剂量计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有中子的场所，戴专用剂量计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全身剂量计是必须佩戴的，一般佩戴在左胸前（躯干前方），进入辐射工作场所就戴上。穿铅围裙时，全身剂量计戴在铅围裙里面的躯干上；受照可能较大时，还要在铅围裙外侧领口加戴一个，用来估算头颈部和眼晶状体的剂量。佩戴位置以 G……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穿铅围裙后把剂量计戴在围裙外面当全身剂量计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手部操作多却不戴指环剂量计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剂量计的保管与送检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一人一个，不借用、不代戴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下班放回专用位置，别晒别烤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绝不故意照射剂量计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按周期交回，送有资质机构测读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丢失损坏，马上报告补发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个人剂量计一人一个，不借给别人，也不替别人戴；进场就戴，离场就收。下班后放回远离辐射源的专用存放位置，不要留在工作区（会把场所的辐射记进个人剂量），也不要带回家、晒太阳、靠近暖气等热源，这些都会影响读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把剂量计挂在实验室门后或窗台上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借用同学的剂量计进入工作场所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剂量报告与个人档案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报告列本期和全年累计，手眼单独列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本人要查看、签字确认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结果建档长期保存，偏高要查原因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个人剂量报告列出本监测周期的剂量和全年累计剂量，手部、眼晶状体等部位的剂量也会单独列出。本人有权查看自己的个人剂量记录，要认真查看并签字确认；读数明显升高或超过单位设定的调查水平时，要配合调查原因并整改（见第 089……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从不查看自己的剂量报告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剂量偏高时不配合调查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要寻找台面上的微量放射性污染，最合适的仪器是：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电离室巡测仪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表面污染仪或灵敏的盖革计数器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个人剂量计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笔形剂量计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判断：巡测仪读数为零，就说明现场一定安全。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穿铅围裙操作时，全身个人剂量计应当：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戴在铅围裙外面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戴在铅围裙里面的躯干上，必要时领口外再加戴一个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放在操作台上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不用戴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下班后把剂量计挂在工作区门后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借同学的剂量计进场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按周期交回剂量计送有资质机构测读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用剂量计去测源的强弱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092 · 辐射监测仪器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092 辐射监测仪器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电子报警剂量计报警时，应当：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关掉报警继续操作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立即停止操作、离开该区域，记下读数并报告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把剂量计摘下放在一边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等操作完成再说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简答：测量样品前为什么要先测本底？怎么测？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辐射看不见，靠仪器探测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两个问题：场所多少，个人多少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盖革计数器：灵敏，会数数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盖革计数器的局限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电离室巡测仪：测剂量率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按任务选仪器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先测本底，再扣本底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检定校准与使用前检查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读数低不等于安全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场所监测：测哪里、怎么记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从区域监测到个人剂量监测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累积型个人剂量计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笔形剂量计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电子报警剂量计与报警处置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剂量计测的是哪个深度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个人剂量计怎么戴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剂量计的保管与送检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剂量报告与个人档案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