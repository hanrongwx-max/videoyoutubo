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易燃物是容易着火燃烧的物质。实验室常用的乙醇、丙酮、乙醚、石油醚、乙酸乙酯、甲苯等有机溶剂都属于易燃液体，此外还有易燃气体（如氢气、甲烷）和易燃固体。</a:t>
            </a:r>
          </a:p>
          <a:p>
            <a:r>
              <a:t>使用任何化学品之前，都要先弄清它是否易燃易爆、危险程度如何；操作和储存前先查化学品安全技术说明书和本实验室的操作规程。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这是一条简单实用的保守原则：在没有查清楚之前，把水以外的液体都当作易燃液体对待，不靠近明火、热源和电火花。</a:t>
            </a:r>
          </a:p>
          <a:p>
            <a:r>
              <a:t>查阅标签和说明书确认它的性质后，再按相应要求使用。宁可多防一步，也不要凭感觉判断。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化学品安全标签上的象形图能快速提示危险性（GB 30000 系列）：红色菱形框内一团火焰表示易燃；火焰下面有一个圆圈表示氧化性，两者很像，要看清楚（象形图见第 039 课）。</a:t>
            </a:r>
          </a:p>
          <a:p>
            <a:r>
              <a:t>“易燃”只是一个笼统的说法，具体属于哪一类、有多危险，要查说明书：第 9 部分理化特性给出闪点、爆炸极限、自燃温度等数据，第 5 部分给出消防措施（说明书见第 041 课）。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易燃液体燃烧时，真正烧起来的是液体表面挥发出的蒸气，而不是液体本身。蒸气无色、看不见，会向四周飘散。</a:t>
            </a:r>
          </a:p>
          <a:p>
            <a:r>
              <a:t>很多有机溶剂的蒸气比空气重（蒸气密度大于空气），会像水一样沿着台面、地面流动、积聚在低处，可能流到较远的插座、加热设备等火源处被点燃，火焰再沿蒸气回燃到容器。乙醚等溶剂极易燃，还会在久放后生成过氧化物，要注意开封日期（见第 047 课），在通风柜里使用，附近不得有火源。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同一种液体，温度低时挥发的蒸气少，温度升高后蒸气增多。在规定条件下，液体表面的蒸气遇到火源能发生闪燃（一闪即灭）的最低温度，叫闪点。温度继续升高，点着后能持续燃烧的最低温度叫燃点，燃点一般比闪点高一些。</a:t>
            </a:r>
          </a:p>
          <a:p>
            <a:r>
              <a:t>闪点越低，越容易着火。不少常用溶剂的闪点低于室温，也就是说在常温下就会挥发出能被点燃的蒸气，具体数值查说明书第 9 部分。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易燃液体和可燃液体常放在一起讲，区分它们主要看闪点：闪点越低，越容易着火，越要小心。</a:t>
            </a:r>
          </a:p>
          <a:p>
            <a:r>
              <a:t>不同领域的分类方法有差别：化学品分类按 GB 30000.7-2013（以现行文本为准）依据闪点和初沸点把易燃液体分为若干类别；消防领域另有物质火灾危险性分类（按现行国家消防技术标准）。具体界限以现行标准为准，实际使用时查说明书和标签上的分类。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可燃蒸气或气体与空气混合，只有浓度在一定范围内遇火源才会燃烧甚至爆炸，这个范围叫燃烧极限（爆炸极限）。最低浓度叫下限，低于下限蒸气太少点不着；最高浓度叫上限，高于上限空气太少也点不着。处在这个范围内的混合物就是爆炸性混合物。</a:t>
            </a:r>
          </a:p>
          <a:p>
            <a:r>
              <a:t>很多溶剂的爆炸范围很宽，而下限往往很低，打开容器、少量泄漏就可能很快达到，所以实验室容易发生火灾和爆炸。蒸气浓度高到能燃烧时，往往早已超过对人体有害的程度。因此要通风、密闭，别让蒸气进入这个区间（具体数值查说明书第 9 部分）。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物质在没有明火的情况下，被加热到一定温度就会自行着火，这个最低温度叫自燃点（引燃温度）。有的溶剂自燃点较低，热的灯泡、蒸汽管道、加热板表面都足以把它的蒸气引燃。</a:t>
            </a:r>
          </a:p>
          <a:p>
            <a:r>
              <a:t>易燃物要远离一切高温表面。加热板关闭后表面仍然很烫，不要马上在旁边倾倒溶剂。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易燃物和爆炸品始终是危险的。爆炸品反应极快，会在瞬间放出大量气体和热量。有的化学品对撞击、摩擦敏感，有的受热、日晒会分解，取用时要轻拿轻放；还有的遇空气或水会自燃（反应性化学品见第 047 课）。</a:t>
            </a:r>
          </a:p>
          <a:p>
            <a:r>
              <a:t>爆炸性化学品要远离明火、热源和火花，避免阳光直射，最好划出专门区域单独存放和使用；属于易制爆危险化学品的，还要按第 045 课的规定管理。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使用易燃物前，先把周围的明火、加热板、电热设备等热源和火花源移走。普通搅拌器、真空泵、插头插座、开关等电器工作时可能产生电火花，也是点火源。</a:t>
            </a:r>
          </a:p>
          <a:p>
            <a:r>
              <a:t>加热易燃液体不用明火，也不用裸露的加热板，改用加热套、水浴等方式，并按规程控制温度。人离开时，关闭明火和加热设备。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无菌操作、组织培养常同时用到酒精和明火。消毒用的乙醇、异丙醇都是易燃液体：不要在火焰附近喷洒酒精，浸泡器械的酒精杯要远离火焰，用完盖好。</a:t>
            </a:r>
          </a:p>
          <a:p>
            <a:r>
              <a:t>使用酒精灯时，用灯帽盖灭，不能用嘴吹；不给燃着的酒精灯添加酒精，不用一盏酒精灯去点另一盏。灭菌器要培训后才能使用（见第 123 课）。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通风是控制易燃蒸气最重要的手段：配制展开剂、处理含油样品和溶剂等操作在通风柜里进行，让蒸气浓度远低于燃烧下限，同时减少吸入（通风柜使用见第 052 课）。局部排风还能防止蒸气流向远处的火源，必要时增加房间辅助通风。</a:t>
            </a:r>
          </a:p>
          <a:p>
            <a:r>
              <a:t>擦拭镜片、器具用的溶剂少量取用，用过的纸放进带盖的桶里。含溶剂、含油的废液收进危险废物桶，不倒进水槽（废物处置见第 053 课）。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防火要从源头做起：实验台面上只放当次够用的易燃溶剂，大桶和用完的试剂放回易燃品柜（见第 044 课）。</a:t>
            </a:r>
          </a:p>
          <a:p>
            <a:r>
              <a:t>柱层析等操作收集的一架架敞口馏分，同样会挥发出大量蒸气，要远离热源和电火花，及时合并、浓缩或盖好，不要敞口久放。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易燃液体只能用合格、密闭、完好的容器盛装，不用饮料瓶、破损容器。少量试剂可以留在完好的原包装里使用和存放；数量界限按国家规定和本校规定执行。</a:t>
            </a:r>
          </a:p>
          <a:p>
            <a:r>
              <a:t>实验室出口、楼梯间、走廊等人员通行和疏散的通道，不得存放易燃液体，一旦着火会堵住逃生路线（疏散见第 036 课）。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涉及可能发生爆炸或剧烈反应的操作，装置放在通风柜内并加防爆屏（防护挡板），人员戴面屏（护目镜之外加面屏）、合适的手套，穿阻燃材料的实验服。</a:t>
            </a:r>
          </a:p>
          <a:p>
            <a:r>
              <a:t>这类高风险实验要事先进行风险评估，经实验室负责人审核，按本校规定履行审批（风险评估见第 014、015 课）。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野外实习、户外活动、停电应急使用发电机等设备时，会用到汽油、柴油等燃料。燃油要装在合格的专用油桶里，标明内容，不能用饮料瓶、普通塑料桶盛装（普通塑料桶不耐油，还易积聚静电）。</a:t>
            </a:r>
          </a:p>
          <a:p>
            <a:r>
              <a:t>汽油属于易燃液体，是危险化学品，要少量存放在指定的专门地点，不得放在实验室、宿舍和生活区，具体按本校危险化学品管理制度执行。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油桶要远离运行中的发电机、排气管和其他热源，加油前先停机冷却。香烟、打火机、火柴等火源都要远离燃油。</a:t>
            </a:r>
          </a:p>
          <a:p>
            <a:r>
              <a:t>存油和加油的地方严禁吸烟，设置禁止吸烟、禁止烟火标志（GB 2894-2025，以现行文本为准）。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使用易燃易爆化学品时，清楚每一步操作，时刻保持专注，不边玩手机边做实验。</a:t>
            </a:r>
          </a:p>
          <a:p>
            <a:r>
              <a:t>牢记五条：知道哪些东西易燃易爆；身边不留点火源；通风要足；会正确搬运和储存；随时做好应急准备（灭火器选用见第 032 课，泄漏处置见第 056 课）。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1 题 答案：B。解析：烧的是蒸气，蒸气看不见、会扩散，很多溶剂蒸气比空气重会沿台面流动。</a:t>
            </a:r>
          </a:p>
          <a:p>
            <a:r>
              <a:t>第 2 题 答案：B。解析：电火花、灯泡、加热板等高温表面也能引燃，物质达到自燃点会自行着火。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3 题 答案：B。解析：可燃蒸气与空气的比例在上下限之间才会燃烧爆炸；要通风使蒸气浓度远低于下限。</a:t>
            </a:r>
          </a:p>
          <a:p>
            <a:r>
              <a:t>第 4 题 答案：C。解析：加热易燃物不用明火和加热板，改用加热套或水浴。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5 题 答案：B。解析：燃油用合格专用容器，汽油是危险化学品，不进实验室和宿舍，远离火源、严禁吸烟。</a:t>
            </a:r>
          </a:p>
          <a:p>
            <a:r>
              <a:t>第 6 题 答案：知道哪些东西易燃易爆；身边不留点火源；通风要足；会搬会存；随时做好应急准备。解析：同时要时刻保持专注。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3C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1280160"/>
            <a:ext cx="1005840" cy="100584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00584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Microsoft YaHei"/>
              </a:rPr>
              <a:t>046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651760"/>
            <a:ext cx="1109441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Microsoft YaHei"/>
              </a:rPr>
              <a:t>易燃易爆化学品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0"/>
            <a:ext cx="110944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>
                <a:solidFill>
                  <a:srgbClr val="CADCE6"/>
                </a:solidFill>
                <a:latin typeface="Microsoft YaHei"/>
              </a:rPr>
              <a:t>第5章 化学品安全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389120"/>
            <a:ext cx="110944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CADCE6"/>
                </a:solidFill>
                <a:latin typeface="Microsoft YaHei"/>
              </a:rPr>
              <a:t>课时：约 7 分钟（卡通视频 82 镜）　适用对象：全体使用化学品、酒精和燃油的高校本科生、研究生和教职工（必修）；化学、化工、材料、生物等专业重点学习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12648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28C28"/>
                </a:solidFill>
                <a:latin typeface="Microsoft YaHei"/>
              </a:rPr>
              <a:t>《高校实验室安全》学习课件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046 · 易燃易爆化学品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学习目标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046 易燃易爆化学品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2499283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108960"/>
            <a:ext cx="1859203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能说出易燃液体“烧的是蒸气”，以及闪点、燃点、自燃点、爆炸极限和蒸气密度的含义，能判断闪点低、下限低的物质更危险。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13683" y="1828800"/>
            <a:ext cx="2499283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733723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33723" y="3108960"/>
            <a:ext cx="1859203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能通过标签象形图和说明书判断物质的易燃易爆性，拿不准时把非水液体按易燃对待；能区分易燃与氧化性象形图。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78727" y="1828800"/>
            <a:ext cx="2499283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598767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98767" y="3108960"/>
            <a:ext cx="1859203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能做到使用易燃易爆化学品时远离点火源、不用明火和加热板加热、在通风柜里操作、台面少放、用合格容器、不堵通道，有爆炸可能时使用防爆屏和防护用品。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3771" y="1828800"/>
            <a:ext cx="2499283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463811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63811" y="3108960"/>
            <a:ext cx="1859203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能做到汽油、柴油等燃料用合格容器储运，远离火源热源、严禁吸烟，不进实验室和宿舍。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046 · 易燃易爆化学品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法规与标准依据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046 易燃易爆化学品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31520" y="198882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82880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《中华人民共和国危险化学品安全法》（2026 年 5 月 1 日起施行）及《危险化学品安全管理条例》（以现行文本为准）：易燃易爆危险化学品的使用安全和储存要求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8727" y="173736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461607" y="198882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01687" y="182880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《中华人民共和国消防法》：消除火灾隐患，不得占用、堵塞疏散通道和安全出口，易燃易爆场所严禁吸烟和违规使用明火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83464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31520" y="308610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92608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GB 30000.7-2013（以现行文本为准）《化学品分类和标签规范 第7部分：易燃液体》及 GB 30000 系列其他部分：易燃液体按闪点和初沸点分类，爆炸物、易燃气体、易燃固体等分类和象形图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78727" y="283464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61607" y="308610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01687" y="292608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GB/T 16483-2008（以现行文本为准）《化学品安全技术说明书 内容和项目顺序》：第 5 部分消防措施、第 9 部分理化特性（闪点、爆炸极限、自燃温度等）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93192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31520" y="418338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02336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GB 15603-2022（以现行文本为准）《危险化学品仓库储存通则》：易燃易爆物品远离火源热源、专区储存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78727" y="393192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61607" y="418338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01687" y="402336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GB 2894-2025（以现行文本为准）《安全色和安全标志》：禁止吸烟、禁止烟火等标志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02920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31520" y="528066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512064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《高等学校实验室安全规范》（教科信厅函〔2023〕5 号，以现行文本为准）：易燃易爆化学品存量控制、远离火源、通风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78727" y="502920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61607" y="528066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01687" y="512064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高校实验室安全检查项目表（以现行文本为准）及本校危险化学品管理制度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046 · 易燃易爆化学品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易燃物很常见，先弄清易燃易爆性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046 易燃易爆化学品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易燃物就是容易着火燃烧的物质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实验室很多常用溶剂都易燃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用之前先弄清它的易燃易爆性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操作和储存前先查说明书和指南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易燃物是容易着火燃烧的物质。实验室常用的乙醇、丙酮、乙醚、石油醚、乙酸乙酯、甲苯等有机溶剂都属于易燃液体，此外还有易燃气体（如氢气、甲烷）和易燃固体。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以为只有汽油才是易燃物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凭经验使用，不查说明书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046 · 易燃易爆化学品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除了水，液体都当易燃看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046 易燃易爆化学品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1700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除了水，液体都先当易燃的看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拿不准的液体，别靠近火源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查清楚之前，按易燃对待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15384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81144"/>
            <a:ext cx="5925129" cy="1179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这是一条简单实用的保守原则：在没有查清楚之前，把水以外的液体都当作易燃液体对待，不靠近明火、热源和电火花。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看着像水就当水处理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不明液体放在加热设备旁边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046 · 易燃易爆化学品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看标签象形图，查说明书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046 易燃易爆化学品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用之前先看标签上的象形图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易燃和氧化性的象形图很像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火焰下面有个圈的是氧化性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“易燃”笼统，具体看说明书第 5、9 部分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化学品安全标签上的象形图能快速提示危险性（GB 30000 系列）：红色菱形框内一团火焰表示易燃；火焰下面有一个圆圈表示氧化性，两者很像，要看清楚（象形图见第 039 课）。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把氧化性象形图看成易燃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只看“易燃”二字，不查具体数据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046 · 易燃易爆化学品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烧的是蒸气，蒸气会贴地流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046 易燃易爆化学品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烧的是蒸气，不是液体本身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蒸气看不见，却会四处飘散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很多溶剂蒸气比空气重，贴着台面和地面流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远处的火源也能把它点着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易燃液体燃烧时，真正烧起来的是液体表面挥发出的蒸气，而不是液体本身。蒸气无色、看不见，会向四周飘散。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认为火源离得远就没事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在低处、地沟附近倾倒溶剂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046 · 易燃易爆化学品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闪点和燃点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046 易燃易爆化学品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温度够了，液体才冒出足够的可燃蒸气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闪点：蒸气遇火能闪燃的最低温度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燃点：点着后能持续燃烧的最低温度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燃点一般比闪点高；闪点越低越易着火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同一种液体，温度低时挥发的蒸气少，温度升高后蒸气增多。在规定条件下，液体表面的蒸气遇到火源能发生闪燃（一闪即灭）的最低温度，叫闪点。温度继续升高，点着后能持续燃烧的最低温度叫燃点，燃点一般比闪点高一些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以为常温下溶剂不会着火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把闪点和燃点、自燃点混为一谈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046 · 易燃易爆化学品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按闪点区分易燃与可燃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046 易燃易爆化学品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1700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易燃液体和可燃液体，主要看闪点高低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不同行业的分类方法可能不一样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怎么分类，查说明书和国家标准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15384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81144"/>
            <a:ext cx="5925129" cy="1179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易燃液体和可燃液体常放在一起讲，区分它们主要看闪点：闪点越低，越容易着火，越要小心。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以为“可燃”就不会着火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用国外的温度界限判断国内的分类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046 · 易燃易爆化学品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爆炸极限：下限很快就到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046 易燃易爆化学品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有火花也不一定着火，要看蒸气和空气的比例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低于下限太稀，高于上限太浓，都点不着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很多溶剂可燃范围宽，下限很快就能达到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能燃烧的浓度，往往早已超过毒性限度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可燃蒸气或气体与空气混合，只有浓度在一定范围内遇火源才会燃烧甚至爆炸，这个范围叫燃烧极限（爆炸极限）。最低浓度叫下限，低于下限蒸气太少点不着；最高浓度叫上限，高于上限空气太少也点不着。处在这个范围内的混合物就是爆炸性…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认为浓度越高越容易爆炸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闻到气味也不当回事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046 · 易燃易爆化学品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自燃点：热表面也能引燃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046 易燃易爆化学品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不用明火，热到一定温度也会自燃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灯泡、蒸汽管、加热板表面都可能引燃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易燃物远离高温表面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关掉的加热板表面也还很烫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物质在没有明火的情况下，被加热到一定温度就会自行着火，这个最低温度叫自燃点（引燃温度）。有的溶剂自燃点较低，热的灯泡、蒸汽管道、加热板表面都足以把它的蒸气引燃。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以为没有火焰就不会着火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溶剂瓶放在烘箱或热管道旁边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046 · 易燃易爆化学品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爆炸品：怕热怕撞怕摩擦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046 易燃易爆化学品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爆炸品反应极快，瞬间放出气体和热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有的怕撞怕磨，有的怕热怕晒，要轻拿轻放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有的遇空气或水会自燃（见第 047 课）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爆炸性化学品划专区单独存放，远离火源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易燃物和爆炸品始终是危险的。爆炸品反应极快，会在瞬间放出大量气体和热量。有的化学品对撞击、摩擦敏感，有的受热、日晒会分解，取用时要轻拿轻放；还有的遇空气或水会自燃（反应性化学品见第 047 课）。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随手摔放、拖拽容器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放在窗边阳光直射处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046 · 易燃易爆化学品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远离点火源，不用明火和加热板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046 易燃易爆化学品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用易燃物前，移走热源和火花源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搅拌器、泵等电器也可能打出火花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加热易燃物不用明火和加热板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改用加热套或水浴，人走关设备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使用易燃物前，先把周围的明火、加热板、电热设备等热源和火花源移走。普通搅拌器、真空泵、插头插座、开关等电器工作时可能产生电火花，也是点火源。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用明火直接加热有机溶剂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在插座旁倾倒大量溶剂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046 · 易燃易爆化学品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酒精也易燃：消毒灭菌远离火焰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046 易燃易爆化学品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消毒用的乙醇、异丙醇也是易燃液体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不在火焰附近喷酒精，泡器械的酒精远离火焰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酒精灯用灯帽盖灭，不能用嘴吹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不给燃着的灯添酒精，不用灯对火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无菌操作、组织培养常同时用到酒精和明火。消毒用的乙醇、异丙醇都是易燃液体：不要在火焰附近喷洒酒精，浸泡器械的酒精杯要远离火焰，用完盖好。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刚喷完酒精的手马上靠近火焰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用嘴吹灭酒精灯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046 · 易燃易爆化学品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通风要足，在通风柜里操作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046 易燃易爆化学品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易燃溶剂在通风柜里操作，把蒸气排出去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让蒸气浓度远低于燃烧下限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局部排风，必要时加辅助通风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擦拭纸放带盖桶，废液进危废桶不进水槽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通风是控制易燃蒸气最重要的手段：配制展开剂、处理含油样品和溶剂等操作在通风柜里进行，让蒸气浓度远低于燃烧下限，同时减少吸入（通风柜使用见第 052 课）。局部排风还能防止蒸气流向远处的火源，必要时增加房间辅助通风。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在敞开台面上大量使用溶剂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沾溶剂的纸扔进敞口垃圾桶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046 · 易燃易爆化学品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台面少放，用完回柜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046 易燃易爆化学品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防火先防源头，台面只放够用的量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大桶用完放回易燃品柜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敞口馏分远离热源和电火花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及时合并处理，别敞口久放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防火要从源头做起：实验台面上只放当次够用的易燃溶剂，大桶和用完的试剂放回易燃品柜（见第 044 课）。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大桶溶剂一直放在台面上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敞口馏分放过夜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046 · 易燃易爆化学品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合格容器，通道不放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046 易燃易爆化学品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易燃液体只用合格容器盛装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少量试剂可留在完好的原包装里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出口、楼梯、通道不放易燃液体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一旦着火，会堵住逃生路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易燃液体只能用合格、密闭、完好的容器盛装，不用饮料瓶、破损容器。少量试剂可以留在完好的原包装里使用和存放；数量界限按国家规定和本校规定执行。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用矿泉水瓶分装溶剂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把溶剂桶临时放在走廊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046 · 易燃易爆化学品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有爆炸可能：防爆屏和防护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046 易燃易爆化学品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有爆炸可能，装置放在防爆屏后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戴面屏和合适的手套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穿阻燃材料的实验服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高风险实验先做风险评估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涉及可能发生爆炸或剧烈反应的操作，装置放在通风柜内并加防爆屏（防护挡板），人员戴面屏（护目镜之外加面屏）、合适的手套，穿阻燃材料的实验服。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只戴护目镜就做有爆炸风险的实验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穿化纤衣物做易燃易爆实验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046 · 易燃易爆化学品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燃油用合格容器，不进宿舍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046 易燃易爆化学品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燃油装在合格的专用容器里，标明内容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不用饮料瓶、普通塑料桶装汽油柴油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汽油是危险化学品，少量专门存放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不放在实验室、宿舍和生活区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野外实习、户外活动、停电应急使用发电机等设备时，会用到汽油、柴油等燃料。燃油要装在合格的专用油桶里，标明内容，不能用饮料瓶、普通塑料桶盛装（普通塑料桶不耐油，还易积聚静电）。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用饮料瓶装汽油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把备用油桶放在宿舍或帐篷里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046 · 易燃易爆化学品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燃油远离火源，严禁吸烟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046 易燃易爆化学品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1700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油桶远离发电机和各种热源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香烟、打火机、火柴都要远离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存油的地方严禁吸烟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15384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81144"/>
            <a:ext cx="5925129" cy="1179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油桶要远离运行中的发电机、排气管和其他热源，加油前先停机冷却。香烟、打火机、火柴等火源都要远离燃油。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发电机运行时加油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在油桶旁边抽烟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046 · 易燃易爆化学品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时刻专注，牢记五条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046 易燃易爆化学品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易燃易爆物从来不能大意，时刻专注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知道哪些东西易燃易爆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身边不留点火源，通风要足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会搬会存，随时做好应急准备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使用易燃易爆化学品时，清楚每一步操作，时刻保持专注，不边玩手机边做实验。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边看手机边操作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不清楚灭火器和应急器材的位置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046 · 易燃易爆化学品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课后练习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046 易燃易爆化学品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易燃液体燃烧时，真正燃烧的是：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液体本身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液体表面挥发的蒸气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C. 容器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D. 空气中的水分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98767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0287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判断：只要附近没有明火，易燃溶剂就不会着火。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30287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正确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错误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046 · 易燃易爆化学品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课后练习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046 易燃易爆化学品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关于爆炸极限，下列说法正确的是：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浓度越高越容易爆炸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低于下限和高于上限都点不着，很多溶剂下限很快就能达到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C. 有火花一定会爆炸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D. 只有气体才有爆炸极限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98767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0287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加热乙醇等易燃液体，应选用：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30287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酒精灯明火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裸露的加热板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C. 加热套或水浴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D. 电炉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046 · 易燃易爆化学品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课后练习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046 易燃易爆化学品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判断：野外实习用的备用汽油，可以装在饮料瓶里放在宿舍。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正确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错误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98767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0287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简答：使用易燃易爆化学品的“五条要点”是什么？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30287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3C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Microsoft YaHei"/>
              </a:rPr>
              <a:t>本课小结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45920"/>
            <a:ext cx="5364327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  易燃物很常见，先弄清易燃易爆性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K2  除了水，液体都当易燃看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K3  看标签象形图，查说明书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K4  烧的是蒸气，蒸气会贴地流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K5  闪点和燃点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K6  按闪点区分易燃与可燃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K7  爆炸极限：下限很快就到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K8  自燃点：热表面也能引燃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K9  爆炸品：怕热怕撞怕摩擦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78727" y="1645920"/>
            <a:ext cx="5364327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K10  远离点火源，不用明火和加热板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K11  酒精也易燃：消毒灭菌远离火焰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K12  通风要足，在通风柜里操作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K13  台面少放，用完回柜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K14  合格容器，通道不放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K15  有爆炸可能：防爆屏和防护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K16  燃油用合格容器，不进宿舍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K17  燃油远离火源，严禁吸烟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K18  时刻专注，牢记五条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《高校实验室安全》学习课件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