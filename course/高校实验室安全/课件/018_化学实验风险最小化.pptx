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风险管理四步是识别危害、评估风险、降低风险、做好应急准备（第 014 课）。本课在危害已识别、风险已评估的前提下，讲化学实验中降低风险的通用做法；控制层级的原理见第 017 课。</a:t>
            </a:r>
          </a:p>
          <a:p>
            <a:r>
              <a:t>很多降低风险的办法就是好的操作习惯：台面整洁、瓶盖随手盖好、按规定戴好防护、按步骤操作。好习惯能减少化学品接触和人身伤害，也能减少仪器和财产损失。同一实验室的同伴之间要互相提醒，发现不安全的做法及时指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设计或准备实验时，可以先问自己四个问题来减少暴露：一，能不能换一种危害更小的化学品？二，能不能用更稀的浓度？三，能不能少用一点？四，能不能在更低的温度下进行，减少烫伤和挥发？</a:t>
            </a:r>
          </a:p>
          <a:p>
            <a:r>
              <a:t>每做到一条，风险就降低一些。这些问题要在实验前、在导师指导下考虑，改动实验条件后要确认实验目的仍能达到，并按要求重新评估（第 019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在控制层级中，替代排在消除之后，效果仅次于消除（第 017 课）。化学实验中常见的替代是：用不太易燃的溶剂代替易燃溶剂，用低毒试剂代替高毒试剂，用溶液代替易扬尘的粉末等。</a:t>
            </a:r>
          </a:p>
          <a:p>
            <a:r>
              <a:t>替代能从源头降低危害，但要注意替代物本身也有危害，不能认为“换了就完全安全”（替代的决策见 K4）。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替代要按步骤决策：先比较原物质和替代物的毒性、易燃性、反应性等危险性；再看成本、实验效果和可行性；然后先做小规模试验验证；确认可行后，按本实验室的变更程序经导师和实验室负责人审批，修订操作规程并培训后再推广使用（第 019 课）。</a:t>
            </a:r>
          </a:p>
          <a:p>
            <a:r>
              <a:t>替代的目的是降低风险，如果替代物带来新的、更难控制的危害，就是用一个已知危害换来了一个新危害，得不偿失。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危害消除不了时，缩小实验规模是最直接的办法。能用微量化、小量实验达到目的的，就不做常量或大量实验。规模小了，万一出错（溅洒、着火、反应失控），影响范围和后果都小，还能节省试剂和经费。</a:t>
            </a:r>
          </a:p>
          <a:p>
            <a:r>
              <a:t>取用试剂时只取够用的最小量，不要一次取出大量放在台面上。扩大规模则要重新评估并审批（第 019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源头减量的另一个办法是控制存量：危险化学品按实验需要领用，用多少领多少，不多领、不囤积。实验室存放的危险化学品越多，一旦发生泄漏、火灾，后果越严重；实验室存放量要符合本校规定（具体限量以本校规定为准）。</a:t>
            </a:r>
          </a:p>
          <a:p>
            <a:r>
              <a:t>领用要登记，建立台账；用剩的试剂按规定退回库房或作为废物处置，不随意留存、转让（化学品全过程管理见第 037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凡事预则立，准备是安全操作化学品的关键。动手之前，先把工作计划好：阅读实验讲义、操作规程和试剂标签，想清楚每一步有什么危害、需要什么防护、出了事怎么急救、废物怎么处置。</a:t>
            </a:r>
          </a:p>
          <a:p>
            <a:r>
              <a:t>把试剂、器材和对应的安全技术说明书提前备齐，放在顺手的位置，避免实验中途手忙脚乱地找东西、临时凑合（说明书的读法见第 013 课和第 5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实验前要估计所需时间。时间不够时，先排好进度，定好能够安全中断的节点（例如反应完成、冷却后），不要为了赶时间跳步或匆忙收尾；太累的时候不做危险操作。</a:t>
            </a:r>
          </a:p>
          <a:p>
            <a:r>
              <a:t>确需过夜或无人值守运行的实验，要按学校规定事先审批，确认装置稳定可靠，在装置旁写明实验内容、联系人和联系方式，安排好巡查（独自和无人值守实验的规定见第 009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实验装置和设备在搭建前要逐件检查：玻璃仪器有无裂纹、缺口（第 029 课），是否干净；设备是否在检定或检查有效期内、电源线是否完好、能否正常工作。有问题的不用，报告并更换。</a:t>
            </a:r>
          </a:p>
          <a:p>
            <a:r>
              <a:t>需要专用设备和容器的，就用专用的：不用饮料瓶、食品容器装化学品，不用胶带、绳子临时拼凑装置。临时凑合的替代品强度、耐腐蚀性和密封性都没有保证，很危险。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搭装置不能凑合将就：用合适的铁架台和夹具固定，装得稳、不别劲，玻璃接口对正，不强行扭装。需要加热的装置要与大气相通或设有泄压口，不能搭成封闭体系，否则受热后压力升高可能炸裂。</a:t>
            </a:r>
          </a:p>
          <a:p>
            <a:r>
              <a:t>刚加热过的玻璃仪器看上去和冷的一样，容易烫伤，要用合适的工具或耐热手套拿取。玻璃易碎，碎片不能用手捡，要用工具收集并放入专用容器（第 029 课）。具体操作技术（蒸馏、回流等）的装置要求见第 15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缩小规模、减少用量、低危替代，不仅降低了实验中的风险，也减少了危险废物的产生量。国家要求产生危险废物的单位减少危险废物产生量和危害性，并分类收集、依法处置。</a:t>
            </a:r>
          </a:p>
          <a:p>
            <a:r>
              <a:t>实验产生的废液和废物要按本校规定分类收集、贴好标签，不得倒入下水道（第 053 课）。减量、替代和循环利用也是绿色实验室的基本理念（第 055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答案：C。解析：四个问题是换、稀、少、冷；多领囤积反而增加风险。</a:t>
            </a:r>
          </a:p>
          <a:p>
            <a:r>
              <a:t>第 2 题 答案：B。解析：替代要按步骤决策，别用已知危害换来新危害。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答案：B。解析：加热装置要有通气口或泄压口，封闭体系受热压力升高可能炸裂。</a:t>
            </a:r>
          </a:p>
          <a:p>
            <a:r>
              <a:t>第 4 题 答案：B。解析：过夜实验要按学校规定审批，写明联系人并安排巡查。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答案：万一出错影响范围和后果小，节省试剂和经费，还能减少危险废物。解析：能用微量化实验的就不做常量。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化学实验风险最小化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60 镜）　适用对象：全体进入化学类及使用化学品的高校实验室的本科生、研究生和教职工（必修）；设计实验的导师和研究生重点学习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能说出减少暴露的四个问题（换、稀、少、冷），以及缩小规模、按需领用的做法。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能判断一种替代是否合理，并说出替代决策的步骤。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能做到：实验前规划、备齐材料和安全技术说明书，合理安排时间，过夜实验按规定审批。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能做到：搭装置前检查器材、使用专用器具、用合适夹具固定并留通气口，同伴互相提醒。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号，以现行文本为准）：实验前风险评估、危险化学品按需领用与存量控制、无人值守实验管理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日起施行）及《危险化学品安全管理条例》（以现行文本为准）：使用安全、领用登记与台账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《中华人民共和国固体废物污染环境防治法》（以现行文本为准）：减少危险废物产生量、分类收集与依法处置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要求及使用指南》：替代与变更管理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本校危险化学品领用、过夜（无人值守）实验审批和废物收集规定（以本校规定为准）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降低风险从好习惯做起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风险管理第三步：降低风险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好的操作习惯能减少接触、受伤和损失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同伴之间互相提醒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风险管理四步是识别危害、评估风险、降低风险、做好应急准备（第 014 课）。本课在危害已识别、风险已评估的前提下，讲化学实验中降低风险的通用做法；控制层级的原理见第 017 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认为降低风险只是老师和管理部门的事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减少暴露的四个问题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换：能不能换成危害小的化学品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稀：能不能用更稀的浓度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少：能不能少用一点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冷：能不能降低温度，减少烫伤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设计或准备实验时，可以先问自己四个问题来减少暴露：一，能不能换一种危害更小的化学品？二，能不能用更稀的浓度？三，能不能少用一点？四，能不能在更低的温度下进行，减少烫伤和挥发？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习惯性用浓溶液、大用量、高温，不考虑能否降低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低危替代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易燃溶剂换成不太易燃的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高毒试剂换成低毒的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替代排在消除之后，效果仅次于消除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在控制层级中，替代排在消除之后，效果仅次于消除（第 017 课）。化学实验中常见的替代是：用不太易燃的溶剂代替易燃溶剂，用低毒试剂代替高毒试剂，用溶液代替易扬尘的粉末等。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认为替代物“没有危害”，放松防护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替代要按步骤决策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替代不是随手一换，要按步骤来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比毒性和危险性，看成本和可行性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小试验证后，按变更审批再推广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别用一个已知危害换来一个新危害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替代要按步骤决策：先比较原物质和替代物的毒性、易燃性、反应性等危险性；再看成本、实验效果和可行性；然后先做小规模试验验证；确认可行后，按本实验室的变更程序经导师和实验室负责人审批，修订操作规程并培训后再推广使用（第 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不经比较和审批，自行更换试剂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换了试剂却不修改规程、不告诉同组人员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缩小规模，用最小量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消除不了，就缩小实验规模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能用微量化实验，就不做常量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万一出错影响小，还更省钱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只用够用的最小量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危害消除不了时，缩小实验规模是最直接的办法。能用微量化、小量实验达到目的的，就不做常量或大量实验。规模小了，万一出错（溅洒、着火、反应失控），影响范围和后果都小，还能节省试剂和经费。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一次取用远超实验需要的量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为了“省事”直接做大量实验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按需领用，减少存量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危险化学品按需领用，用多少领多少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领用要登记，台账写清楚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不囤积，存得越多风险越大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用剩的按规定退回或处置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源头减量的另一个办法是控制存量：危险化学品按实验需要领用，用多少领多少，不多领、不囤积。实验室存放的危险化学品越多，一旦发生泄漏、火灾，后果越严重；实验室存放量要符合本校规定（具体限量以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一次领一大瓶，长期放在实验台上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领用不登记，台账与实物对不上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凡事预则立：规划与备齐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每次实验前都要准备，准备是安全的关键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动手前读讲义、规程和标签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想清楚危害、防护、急救和处置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材料和安全技术说明书提前备齐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凡事预则立，准备是安全操作化学品的关键。动手之前，先把工作计划好：阅读实验讲义、操作规程和试剂标签，想清楚每一步有什么危害、需要什么防护、出了事怎么急救、废物怎么处置。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不预习就进实验室，边做边看讲义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实验进行中才发现缺少器材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合理安排实验时间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时间不够，先排好进度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定好能安全中断的节点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疲劳时不做危险操作，不为赶时间跳步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过夜实验按学校规定审批，写明联系人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实验前要估计所需时间。时间不够时，先排好进度，定好能够安全中断的节点（例如反应完成、冷却后），不要为了赶时间跳步或匆忙收尾；太累的时候不做危险操作。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临近下课或深夜赶做危险步骤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过夜实验不审批、不留联系方式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装置先检查，用专用器具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搭装置前逐件检查器材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要干净，要能正常工作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需要专用设备和容器，就用专用的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临时凑合的替代品很危险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实验装置和设备在搭建前要逐件检查：玻璃仪器有无裂纹、缺口（第 029 课），是否干净；设备是否在检定或检查有效期内、电源线是否完好、能否正常工作。有问题的不用，报告并更换。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用有裂纹的玻璃仪器加热或减压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用矿泉水瓶分装试剂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装置搭建要规范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用合适的夹具，装得稳、不别劲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要有通气口，加热不能搭封闭体系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热玻璃看着和冷的一样，会烫伤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玻璃碎了别用手捡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搭装置不能凑合将就：用合适的铁架台和夹具固定，装得稳、不别劲，玻璃接口对正，不强行扭装。需要加热的装置要与大气相通或设有泄压口，不能搭成封闭体系，否则受热后压力升高可能炸裂。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夹子拧得过紧，玻璃别劲破裂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加热时把装置全部密封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减量也减少危险废物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用量少，产生的危险废物也少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废液分类收集，不倒入下水道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减量和替代也是绿色实验室的要求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缩小规模、减少用量、低危替代，不仅降低了实验中的风险，也减少了危险废物的产生量。国家要求产生危险废物的单位减少危险废物产生量和危害性，并分类收集、依法处置。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用剩的试剂和废液倒进水池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下列哪项不属于“减少暴露的四个问题”？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能不能换成危害小的化学品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能不能用更稀的浓度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能不能一次多领一些备用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能不能降低温度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关于替代，正确的做法是：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看到更便宜的试剂就直接换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比较危险性和可行性，小试验证，按变更审批后推广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替代物一定没有危害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换了试剂不必修改规程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判断：需要加热的装置应搭成完全封闭的体系，以防蒸气逸出。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判断：过夜运行的实验，只要装置稳定就可以不经审批直接进行。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简答：缩小实验规模有什么好处？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降低风险从好习惯做起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减少暴露的四个问题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低危替代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替代要按步骤决策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缩小规模，用最小量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按需领用，减少存量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凡事预则立：规划与备齐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合理安排实验时间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装置先检查，用专用器具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装置搭建要规范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减量也减少危险废物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