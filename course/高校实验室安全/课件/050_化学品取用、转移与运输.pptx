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很多化学品名称又长又拗口，名称相近的试剂可能只差一个字或一个前缀，危害却完全不同。取错试剂可能导致剧烈反应、中毒或实验失败。</a:t>
            </a:r>
          </a:p>
          <a:p>
            <a:r>
              <a:t>取用前，对照实验记录或操作规程，逐字核对化学品安全标签上的名称、浓度、规格，并看清象形图和防范说明（GB 30000 系列、GB 15258-2009，以现行文本为准；标签识读见第 039 课）。</a:t>
            </a:r>
          </a:p>
          <a:p>
            <a:r>
              <a:t>标签脱落、模糊或无标签的容器一律不使用，报告实验室负责人按规定处理，不凭颜色、气味或记忆“猜”是什么。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实验室里的任何化学品都不能用嘴尝来鉴别，也不能把鼻子凑到容器口直接闻，以免吸入高浓度的有毒、刺激性蒸气。</a:t>
            </a:r>
          </a:p>
          <a:p>
            <a:r>
              <a:t>教学实验中确需辨别气味时，按老师要求：容器离开面部一段距离，用手掌在容器口上方把少量气体轻轻扇向鼻子，浅浅闻一下即可，不深吸。有毒、易挥发或有刺激性气味的化学品，一律在通风柜内取用和操作（通风柜使用见第 052 课）。</a:t>
            </a:r>
          </a:p>
          <a:p>
            <a:r>
              <a:t>实验室内不吃不喝；不把笔、手指、标签纸等放到嘴边，防止化学品经口进入人体。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嘴吸移液管是实验室的严禁行为：吸力稍大或注意力不集中，液体会直接进入口腔，造成化学灼伤、中毒或感染。这一要求对所有液体（包括清水、缓冲液）和所有实验室（化学、生物，包括一级生物安全实验室）都适用。</a:t>
            </a:r>
          </a:p>
          <a:p>
            <a:r>
              <a:t>玻璃移液管用洗耳球（吸耳球）或移液辅助器吸取；微量液体使用移液器，按规范装吸头、按压、吸液、排液，用过的吸头弃入指定容器。</a:t>
            </a:r>
          </a:p>
          <a:p>
            <a:r>
              <a:t>破损的玻璃移液管、碎玻璃放入锐器盒或专用碎玻璃收集容器，不徒手捡拾、不混入普通垃圾。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移液管、药匙直接伸进原试剂瓶，会把杂质、水分或其他试剂带入整瓶，造成污染，甚至引发反应。正确做法是：估计用量，先把略多于所需的量倒入干净的小烧杯或称量容器，再从中移取。</a:t>
            </a:r>
          </a:p>
          <a:p>
            <a:r>
              <a:t>取出后剩余的试剂不得倒回原瓶。一点污染就可能毁掉整瓶试剂，严重时造成危险。按需少量取用，剩余的按本实验室规定回收或作为废液分类收集（见第 053 课）。</a:t>
            </a:r>
          </a:p>
          <a:p>
            <a:r>
              <a:t>展开剂、溶剂等也按需少取，试剂瓶随开随盖，容器不长时间敞口。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倾倒液体时握住瓶身，标签朝向手心，这样即使有液体沿瓶口流下也不会腐蚀、污染标签，保证后来的人能看清名称和危害。</a:t>
            </a:r>
          </a:p>
          <a:p>
            <a:r>
              <a:t>取下的瓶盖（瓶塞）口朝上倒放在台面上或拿在手中，既不沾污台面，也不把台面上的杂质带回瓶中。向小口容器倾倒时使用漏斗，容器下面垫托盘，万一洒漏能兜住。</a:t>
            </a:r>
          </a:p>
          <a:p>
            <a:r>
              <a:t>倾倒动作要平稳、果断：起倒和收尾干脆利落，犹犹豫豫会让液体顺着瓶壁外侧流下。浓酸碱的倾倒要点见第 048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倒完液体后，瓶口常挂着液滴，顺瓶壁流下会形成小洒漏，污染台面和试剂架，下一个拿瓶子的人可能直接接触到化学品。</a:t>
            </a:r>
          </a:p>
          <a:p>
            <a:r>
              <a:t>倒完后用纸巾擦净瓶口和瓶身外侧的液滴（沾有化学品的纸巾按规定作为固体废物收集），把瓶盖完全拧紧，放回原来的位置。</a:t>
            </a:r>
          </a:p>
          <a:p>
            <a:r>
              <a:t>试剂瓶随开随盖，不敞口放置，减少挥发和吸潮。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粉末状化学品容易在取用和称量时扬起，被吸入或落到皮肤、台面上。称量前先查阅安全技术说明书，穿戴实验服、手套和护目镜。</a:t>
            </a:r>
          </a:p>
          <a:p>
            <a:r>
              <a:t>用药匙轻取轻放，在天平防风罩内操作，关好防风门，不对着粉末说话、吹气；有毒或高活性粉末（如激素等）在通风柜或专用的通风称量罩内称量，必要时佩戴合适的呼吸防护。</a:t>
            </a:r>
          </a:p>
          <a:p>
            <a:r>
              <a:t>称量完毕用小刷或湿巾清理天平和台面；配制的母液、溶液贴好标签，写明名称、浓度、日期和配制人，按要求存放。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化学品只能在实验室内按规定使用和存放，不得装进书包、口袋私自带出实验室，更不能带回宿舍、教室、食堂等公共场所。私带化学品既有中毒、火灾风险，也违反危险化学品管理规定。</a:t>
            </a:r>
          </a:p>
          <a:p>
            <a:r>
              <a:t>确需在实验室之间转移的，先经实验室负责人同意，按本校规定登记（管控类化学品的领用和转移要求见第 045 课），并按 K9、K10 的要求使用二次容器或推车转移。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验室之间、楼层之间转移化学品时，把试剂瓶放进防破碎的二次容器（如带盖的塑料桶、橡胶提桶、专用防护套），万一瓶子破裂，液体也能被兜住，不洒到走廊和楼梯上。易燃易爆化学品更要使用二次容器。</a:t>
            </a:r>
          </a:p>
          <a:p>
            <a:r>
              <a:t>多个试剂瓶用带隔挡的提篮装好，瓶子直立、互不碰撞，双手平稳提拿。只拿一瓶时，一手握瓶身、一手托住瓶底，不要单手拎瓶颈或瓶盖。</a:t>
            </a:r>
          </a:p>
          <a:p>
            <a:r>
              <a:t>一次不要拿太多，不把瓶子叠放；转移时避开人员密集的时段和路线，乘电梯等具体要求以本校规定为准。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需要搬运多瓶或较重的化学品时，不要抱着走长路，使用带护边（护栏）、轮子较大、重心低的化学品推车，瓶子放在托盘或二次容器里，防止滑落。</a:t>
            </a:r>
          </a:p>
          <a:p>
            <a:r>
              <a:t>普通仪器车、小推车轮子小、护边低，遇到门槛、电梯缝或不平地面容易翻倒，不能用来搬运化学品。</a:t>
            </a:r>
          </a:p>
          <a:p>
            <a:r>
              <a:t>推车时慢慢走，提前确认路线通畅，避开人流和障碍物；过门槛和进出电梯时放慢速度，必要时两人配合。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校外运输的危险化学品属于危险货物，要按国家标准分类（GB 6944-2025、GB 12268-2025，以现行文本为准），使用合规的包装并可靠封装，包装上粘贴危险货物包装标志（GB 190-2009，以现行文本为准）。破损、渗漏的包装不得运输。</a:t>
            </a:r>
          </a:p>
          <a:p>
            <a:r>
              <a:t>危险化学品不得随身携带乘坐公共交通工具，不得夹带在普通货物中，也不得通过普通快递、邮寄寄递。需要采购或运输的，通过学校主管部门联系具备相应资质的单位承运，按《中华人民共和国危险化学品安全法》《危险化学品安全管理条例》《危险货物道路运输安全管理办法》等规定执行（以现行文本和本校规定为准）。</a:t>
            </a:r>
          </a:p>
          <a:p>
            <a:r>
              <a:t>装卸、搬运和运输由经过培训、合格的人员负责，熟悉所运化学品的危害，随货携带安全技术说明书，出现泄漏等状况时懂得应急处置（泄漏处置见第 056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答案：B。解析：任何液体都严禁用嘴吸，一律用洗耳球、移液辅助器或移液器。</a:t>
            </a:r>
          </a:p>
          <a:p>
            <a:r>
              <a:t>第 2 题 答案：B。解析：多余试剂不倒回原瓶，防止污染整瓶；按需少取，剩余的按规定处理。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答案：C。解析：标签朝手心保护标签，瓶盖倒放不沾污，动作果断防止顺壁流，倒完擦净、盖紧。</a:t>
            </a:r>
          </a:p>
          <a:p>
            <a:r>
              <a:t>第 4 题 答案：C。解析：校内转移用二次容器、提篮或稳固推车，慢走、走通畅路线。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不能随身携带或用普通快递寄送；通过学校主管部门联系具备资质的单位承运，按规定包装、封装并粘贴危险货物包装标志，由培训合格的人员办理，随货附安全技术说明书。解析：危险化学品运输必须走正规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化学品取用、转移与运输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62 镜）　适用对象：全体进入化学、生物、材料、环境、医学等涉及化学品实验室的高校本科生、研究生和教职工（必修）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能做到取用前逐字核对名称和浓度，不尝、不凑闻，需要时扇闻，移液一律用洗耳球或移液器，严禁用嘴吸。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能做到按需少取、不把移液管伸进原瓶、不把多余试剂倒回原瓶；倾倒时标签朝手心、瓶盖倒放、动作果断，倒完擦净瓶外并盖紧；称量粉末防扬尘。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能做到化学品不随意带出实验室，校内转移使用二次容器、提篮或稳固推车。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能说出危险货物运输要规范包装、粘贴包装标志、由有资质的单位和培训合格的人员承担，不夹带、不用普通快递寄递。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日起施行）及《危险化学品安全管理条例》（以现行文本为准）：学校、科研机构使用危险化学品的安全责任；危险化学品运输须由具备条件的单位承担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系列（以现行文本为准）《化学品分类和标签规范》、GB 15258-2009（以现行文本为准）《化学品安全标签编写规定》：化学品名称、象形图和防范说明的识别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190-2009（以现行文本为准）《危险货物包装标志》：危险货物运输包装上的标志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6944-2025（以现行文本为准）《危险货物分类和品名编号》、GB 12268-2025（以现行文本为准）《危险货物品名表》：危险货物的分类和品名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《危险货物道路运输安全管理办法》（以现行文本为准）：危险货物道路运输的托运、承运、包装和人员要求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号，以现行文本为准）及高校实验室安全检查项目表、本校危险化学品领用和转移管理制度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取用前核对名称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化学品名称长且相似，一字之差危害不同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取用前逐字核对名称、浓度和规格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标签不清或无标签的不用，先报告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很多化学品名称又长又拗口，名称相近的试剂可能只差一个字或一个前缀，危害却完全不同。取错试剂可能导致剧烈反应、中毒或实验失败。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凭瓶子位置和颜色取用，不看标签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名称相近的试剂没逐字核对就用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不尝不凑闻，需要时扇闻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绝不用尝的方法检验化学品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不把鼻子凑到瓶口闻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需要闻气味时，远离瓶口用手轻轻扇闻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有毒、易挥发的在通风柜里取用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笔、手和标签都别往嘴边放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实验室里的任何化学品都不能用嘴尝来鉴别，也不能把鼻子凑到容器口直接闻，以免吸入高浓度的有毒、刺激性蒸气。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凑近瓶口深吸辨别气味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在台面上敞开取用挥发性有毒试剂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移液不用嘴吸，用洗耳球或移液器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移液严禁用嘴吸，任何液体都不行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一失手，试剂会吸进嘴里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用洗耳球、移液辅助器或移液器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化学、生物实验，规矩都一样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碎玻璃移液管放进锐器盒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嘴吸移液管是实验室的严禁行为：吸力稍大或注意力不集中，液体会直接进入口腔，造成化学灼伤、中毒或感染。这一要求对所有液体（包括清水、缓冲液）和所有实验室（化学、生物，包括一级生物安全实验室）都适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觉得是清水就用嘴吸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没有洗耳球就“偶尔吸一下”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按需少取，不伸进原瓶、不倒回原瓶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移液管不直接伸进原试剂瓶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先倒少量到小烧杯，再从中移取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多余试剂不倒回原瓶，防止污染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按需少取，剩余的按规定处理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移液管、药匙直接伸进原试剂瓶，会把杂质、水分或其他试剂带入整瓶，造成污染，甚至引发反应。正确做法是：估计用量，先把略多于所需的量倒入干净的小烧杯或称量容器，再从中移取。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把用过的移液管伸回原瓶再吸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把没用完的试剂倒回原瓶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倾倒：标签朝手心，瓶盖倒放，动作果断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倒液体时标签朝手心，不污染标签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瓶盖倒放，不沾污台面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小口容器用漏斗，下面垫托盘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起倒、收尾干脆，防止液体顺壁流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倾倒液体时握住瓶身，标签朝向手心，这样即使有液体沿瓶口流下也不会腐蚀、污染标签，保证后来的人能看清名称和危害。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标签朝下倒，标签被腐蚀看不清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瓶盖口朝下放在台面上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倒完擦净瓶外，随手盖紧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瓶口挂着的液滴不能不管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擦净瓶口和瓶身，防止下一个人接触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随开随盖，用完盖紧放回原处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倒完液体后，瓶口常挂着液滴，顺瓶壁流下会形成小洒漏，污染台面和试剂架，下一个拿瓶子的人可能直接接触到化学品。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瓶外留着流痕就放回架上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瓶盖只是搭在瓶口没拧紧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称量粉末防扬尘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称粉末要防止粉尘扬起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轻取轻放，在天平防风罩内称量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有毒粉末在通风设施里称，戴好防护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称完清理天平，配好的母液贴标签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粉末状化学品容易在取用和称量时扬起，被吸入或落到皮肤、台面上。称量前先查阅安全技术说明书，穿戴实验服、手套和护目镜。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在敞开天平上快速倾倒粉末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称完不清理，粉末留在天平上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化学品不随意带出实验室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化学品不能随身带出实验室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不带回宿舍，不带进公共场所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确需转移，先经老师同意并登记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化学品只能在实验室内按规定使用和存放，不得装进书包、口袋私自带出实验室，更不能带回宿舍、教室、食堂等公共场所。私带化学品既有中毒、火灾风险，也违反危险化学品管理规定。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把少量试剂装进小瓶带回宿舍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不登记就把试剂借给其他实验室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校内转移：二次容器和提篮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实验室之间转移，用防破碎的二次容器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瓶子破了也能兜住不洒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用带隔挡的提篮，双手平稳拿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单瓶托住瓶底，不拎瓶颈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一次别拿太多，不叠放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实验室之间、楼层之间转移化学品时，把试剂瓶放进防破碎的二次容器（如带盖的塑料桶、橡胶提桶、专用防护套），万一瓶子破裂，液体也能被兜住，不洒到走廊和楼梯上。易燃易爆化学品更要使用二次容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抱着几个瓶子走长路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单手拎着瓶颈上下楼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多瓶搬运用稳固推车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瓶子多就用带护边的推车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仪器车、小推车容易翻，不能用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地面不平用大轮稳固推车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慢慢推，走通畅的路线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需要搬运多瓶或较重的化学品时，不要抱着走长路，使用带护边（护栏）、轮子较大、重心低的化学品推车，瓶子放在托盘或二次容器里，防止滑落。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用无护边的小推车运试剂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推车堆得很高、走得很快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运输：规范包装、标志和专业人员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危险货物包装要合规，粘贴包装标志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封装可靠，破损渗漏的不能运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不随身夹带，不用普通快递寄递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需要运输，通过学校走正规渠道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由培训合格的人员操作，懂得应急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校外运输的危险化学品属于危险货物，要按国家标准分类（GB 6944-2025、GB 12268-2025，以现行文本为准），使用合规的包装并可靠封装，包装上粘贴危险货物包装标志（GB 190-2009，以现行文本为准……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把试剂装进行李箱带上高铁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用普通快递寄送化学品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用玻璃移液管吸取缓冲液，正确的做法是：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缓冲液无毒，可以用嘴吸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用洗耳球或移液辅助器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先用嘴吸一点再换洗耳球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直接把移液管伸进原试剂瓶用嘴吸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判断：取出的试剂没用完，只要没被污染，可以倒回原瓶。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倾倒试剂时，下列做法正确的是：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标签朝下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瓶盖口朝下放在台面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标签朝手心，瓶盖倒放，倒完擦净瓶外并盖紧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慢慢犹豫地倒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需要把几瓶溶剂从一楼实验室送到三楼实验室，最合适的方式是：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抱在怀里走楼梯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单手拎着瓶颈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装进带隔挡的提篮或二次容器，瓶多时用带护边的推车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用普通仪器车快速推过去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050 · 化学品取用、转移与运输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050 化学品取用、转移与运输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简答：课题组需要把一批危险化学品送到外地合作单位，应该怎么办？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取用前核对名称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不尝不凑闻，需要时扇闻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移液不用嘴吸，用洗耳球或移液器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按需少取，不伸进原瓶、不倒回原瓶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倾倒：标签朝手心，瓶盖倒放，动作果断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倒完擦净瓶外，随手盖紧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称量粉末防扬尘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化学品不随意带出实验室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校内转移：二次容器和提篮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多瓶搬运用稳固推车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运输：规范包装、标志和专业人员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