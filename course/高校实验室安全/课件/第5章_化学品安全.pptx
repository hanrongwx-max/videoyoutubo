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化学品安全，就是让化学品在实验室里被安全地使用、安全地储存、安全地处置。三个环节任何一个出问题，都可能引发火灾、爆炸、中毒、灼伤等事故，或者让有害物质进入下水道、土壤和空气，污染环境。</a:t>
            </a:r>
          </a:p>
          <a:p>
            <a:r>
              <a:t>所以化学品安全既是为了保护实验室里的人，也是为了保护周围的人和环境。本章各课分别讲分类、标签、说明书、储存、取用、通风和废物处置，本课先讲法规要求和全过程管理的总框架。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只化学实验室用化学品。微生物、生命科学、医学、材料、环境等实验室同样大量使用化学品：台面和器材消毒用的乙醇、含氯消毒剂，染色用的染料，固定标本用的甲醛、戊二醛，配制缓冲液和培养基用的各种试剂。</a:t>
            </a:r>
          </a:p>
          <a:p>
            <a:r>
              <a:t>这些化学品中不少是易燃、腐蚀或有毒的危险化学品（分类见第 038 课）。任何使用化学品的实验室，都要按本章要求管理化学品，不能因为“我们是生物实验室”就放松。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实验室的操作规程和安全规定，很多是从以往事故中总结出来的。按规程操作、不跳步、不擅自改变用量和条件，可以预防溢洒、火灾、爆炸等事故。</a:t>
            </a:r>
          </a:p>
          <a:p>
            <a:r>
              <a:t>管好化学品还能保护仪器和样品：化学品洒漏会腐蚀仪器、污染甚至毁掉样品；试剂拿错、混用或被污染，实验结果就不可靠，实验白做。安全和科研质量是一致的。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我国对危险化学品实行严格管理，有专门的法律和行政法规（见 S1），教育部和学校也有实验室安全规范、检查项目和本校管理制度，学校和学院定期开展安全检查。</a:t>
            </a:r>
          </a:p>
          <a:p>
            <a:r>
              <a:t>遵守这些规定，不只是为了通过检查、避免处罚，更是为了保护自己、同学和周围的人。检查中发现的隐患要按要求整改。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《中华人民共和国危险化学品安全法》于 2025 年 12 月 27 日通过，2026 年 5 月 1 日起施行，对危险化学品生产、储存、使用、经营、运输等各环节作出规定，并设专章规定“使用安全”。学校、科研机构使用危险化学品，属于该法规定的责任主体；该法要求危险化学品附有中文的化学品安全技术说明书和安全标签（见第 039、040 课）。《危险化学品安全管理条例》仍需一并遵守，具体以现行文本为准。</a:t>
            </a:r>
          </a:p>
          <a:p>
            <a:r>
              <a:t>剧毒化学品、易制毒化学品、易制爆危险化学品在购买、储存、使用上还有更严格的规定（“五双”管理、公安备案等），见第 045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高校对化学品实行全生命周期管理：采购审批、到货验收、入库建账、分类储存、领用登记、规范使用、废弃处置，每个环节都有记录，形成闭环，做到来源可查、去向可追。</a:t>
            </a:r>
          </a:p>
          <a:p>
            <a:r>
              <a:t>管理上实行学校—学院—实验室三级负责：学校主管部门制定制度、统一采购和处置渠道；学院落实检查和培训；实验室负责人是本实验室安全的第一责任人，组织日常管理。每个使用化学品的人对自己领用、使用的化学品负责。具体分工以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购买危险化学品要先提出申请，说明品名、规格、数量和用途，经实验室负责人（导师）和学院审核批准后，通过学校指定的采购平台或渠道，向具有相应资质的单位购买。管控类化学品还要按第 045 课的规定办理审批和备案。</a:t>
            </a:r>
          </a:p>
          <a:p>
            <a:r>
              <a:t>个人不得私自网购、从校外私人渠道购买，也不得在实验室之间私下转让、转借危险化学品。按实验需要少量购买，避免大量囤积，既降低风险，也减少过期浪费。已经私自购入、来路不明的化学品，不要使用，交实验室负责人按学校规定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化学品到货后，由实验室指定人员戴好手套验收：核对品名、规格、数量与采购单是否一致；检查每个容器上有没有中文化学品安全标签（象形图、信号词、危险说明等，见第 039 课）；检查是否随货提供中文化学品安全技术说明书（SDS，见第 040 课），这就是“一书一签”。</a:t>
            </a:r>
          </a:p>
          <a:p>
            <a:r>
              <a:t>同时检查包装是否完好、瓶盖是否密封、有无破损渗漏。缺标签、缺说明书或包装破损的，不接收、不使用，联系供应单位补齐或退换。验收合格后再入库登记。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实验室要建立化学品台账（纸质或学校化学品管理信息系统），记录品名、规格、数量、存放位置、入库日期、责任人。入库时逐瓶登记，很多学校用条码或二维码实现一瓶一码。</a:t>
            </a:r>
          </a:p>
          <a:p>
            <a:r>
              <a:t>领用、消耗、废弃时及时登记，台账随时反映实际库存。定期盘点，做到账物相符；发现账上有、柜里没有（或相反），要查清原因并报告实验室负责人。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实验室发生火灾、泄漏等事故时，消防和救援人员要马上知道屋里有哪些危险化学品、大概多少、放在哪里，才能选择灭火和防护方法。所以化学品清单要随台账实时更新，并能在应急时迅速提供。</a:t>
            </a:r>
          </a:p>
          <a:p>
            <a:r>
              <a:t>实验室门口的安全信息牌应写明主要危险类别、安全负责人和联系电话，内容变化时及时更新（具体格式以本校规定为准）。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从库房或试剂柜领用化学品，要登记领用人、品名、数量、用途和日期；按当次实验需要少量领取，不在台面上大量存放。使用前阅读标签和安全技术说明书，了解危害和防护要求，做好风险评估和个人防护。</a:t>
            </a:r>
          </a:p>
          <a:p>
            <a:r>
              <a:t>领用的化学品只用于登记的实验，不转给他人，不带出实验室或带回宿舍。用剩的放回原储存位置并更新台账；管控类化学品的领用按第 045 课的规定执行。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实验室里长期没人管理的旧试剂——前人留下的、标签模糊的、放在角落和储藏间的——风险会随时间增加：容器老化、标签脱落、有的试剂变质甚至变得更危险。</a:t>
            </a:r>
          </a:p>
          <a:p>
            <a:r>
              <a:t>一个案例：一批汞被放在储藏间后无人记得，多年后装修时被碰洒，清理的人不知道是什么、没有防护，造成了汞暴露。如果当初及时登记和清理，这样的事故完全可以避免。汞等化学品洒落的处置见第 056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实验室要定期清查化学品，包括试剂柜、冰箱、储藏间等角落，核对台账。过期的、标签脱落无法确认成分的、长期无人认领的化学品，要清理出来，不能继续使用。</a:t>
            </a:r>
          </a:p>
          <a:p>
            <a:r>
              <a:t>清出的化学品按危险废物包装、贴标签，登记后交学校统一收集处置（见第 053、054 课），不能倒掉或扔进垃圾桶。学生毕业、人员调离前，要把自己名下的化学品清点交接或处置，做到人走账清。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废弃的危险化学品和实验废液属于危险废物，处置依照生态环境保护法律法规执行。实验室按学校要求分类收集，容器贴好标签，写明成分和产生人，放在指定暂存位置。</a:t>
            </a:r>
          </a:p>
          <a:p>
            <a:r>
              <a:t>严禁倒入下水道、混入生活垃圾或自行焚烧掩埋。学校统一收集后，委托具有危险废物经营许可证的单位处置。处置时在台账上销账登记，化学品从采购到处置的全过程闭环。废物分类收集和暂存处置的具体要求见第 053、054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答案：C。解析：该法 2025 年 12 月 27 日通过，2026 年 5 月 1 日起施行；《危险化学品安全管理条例》仍需一并遵守。</a:t>
            </a:r>
          </a:p>
          <a:p>
            <a:r>
              <a:t>第 2 题 答案：B。解析：每种危险化学品要随货附中文安全技术说明书，容器上有中文安全标签，缺一不收不用。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答案：B。解析：采购要经审批，通过学校渠道向有资质的单位购买，不得私自网购。</a:t>
            </a:r>
          </a:p>
          <a:p>
            <a:r>
              <a:t>第 4 题 答案：A。解析：过时的清单会误导救援，台账和清单要账物相符、实时更新。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答案：C。解析：过期、不明、无人认领的化学品要清出，按危险废物交学校统一处置。</a:t>
            </a:r>
          </a:p>
          <a:p>
            <a:r>
              <a:t>第 6 题 答案：采购审批、到货验收（一书一签）、入库建账、分类储存、领用登记、规范使用、废弃处置，全过程记录闭环。解析：实行学校—学院—实验室三级负责，实验室负责人是第一责任人。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危险物品（俗称危险品）是因其化学、生物或物理性质，可能伤害人体、损坏财产或污染环境的物质和物品。它们对人和环境都有风险，所以在使用、储存、运输和废弃时都要按规定管理。</a:t>
            </a:r>
          </a:p>
          <a:p>
            <a:r>
              <a:t>危险化学品是危险物品中最常见的一类。按照我国法规，具有毒害、腐蚀、爆炸、燃烧、助燃等性质，对人体、设施、环境具有危害的剧毒化学品和其他化学品属于危险化学品，具体以《危险化学品目录》和现行法规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险物品的形态多样：粉末和颗粒等固体、溶剂和酸碱等液体、钢瓶中的压缩或液化气体。形态不同，伤人的方式也不同：液体容易洒出和溅到皮肤眼睛，粉末和蒸气容易被吸入，沾在手上可能被误食，处理不当还会污染环境。</a:t>
            </a:r>
          </a:p>
          <a:p>
            <a:r>
              <a:t>针对每一种方式都要提前防护：密闭容器、在通风柜内操作、戴护目镜和手套、实验室不吃不喝、废物按规定收集。化学品进入人体的途径见第 042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很多化学品在常温常压下看起来平静，但本身具有潜在危险。加热、加压或与其他物质混合时，可能发生分解、着火、爆炸或放出有毒气体。</a:t>
            </a:r>
          </a:p>
          <a:p>
            <a:r>
              <a:t>所以使用前要了解化学品的危险性和不相容物（查标签和安全技术说明书），不随意加热、不随意混合；储存时按相容性分类隔离（见第 043、047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联合国推行的“全球化学品统一分类和标签制度”（GHS）统一了化学品危险性的分类方法、标签和安全技术说明书的格式，使各国的化学品标签和说明书样式基本一致，便于识别。</a:t>
            </a:r>
          </a:p>
          <a:p>
            <a:r>
              <a:t>我国采用这一制度，化学品分类和标签按 GB 30000 系列国家标准《化学品分类和标签规范》（如 GB 30000.7-2013 易燃液体，以现行文本为准）执行，标签按 GB 15258-2009 编写（见第 039 课），说明书按 GB/T 16483-2008 编写（见第 040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 GB 30000 系列，化学品危险性分为三大类：理化危险、健康危害和环境危害，每一类下面又分为若干危险类别和级别。</a:t>
            </a:r>
          </a:p>
          <a:p>
            <a:r>
              <a:t>理化危险包括爆炸物、易燃气体、气溶胶、氧化性气体、加压气体、易燃液体、易燃固体、自反应物质、自燃液体和固体、自热物质、遇水放出易燃气体的物质、氧化性液体和固体、有机过氧化物、金属腐蚀物等；健康危害包括急性毒性、皮肤腐蚀/刺激、严重眼损伤/眼刺激、呼吸或皮肤致敏、生殖细胞致突变性、致癌性、生殖毒性、特异性靶器官毒性、吸入危害等；环境危害包括危害水生环境和危害臭氧层。类别名称和划分以现行文本为准，标签上用象形图表示（见第 039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在实验室日常管理和安全教育中，常把危险物品按主要危险性质分为七组：易燃和可燃物、腐蚀性物质、有毒物质、反应性和爆炸性物质、放射性物质、生物危害物质、压缩气体。这种分组便于记忆和日常防护。</a:t>
            </a:r>
          </a:p>
          <a:p>
            <a:r>
              <a:t>它与 GB 30000 系列的危险性分类和 GB 6944 的危险货物分类并不矛盾，正式的分类、标签和运输以国家标准为准。一种物质可能同时属于几组（例如既易燃又有毒），防护要兼顾。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易燃和可燃物遇到明火、火花或高温很容易着火，蒸气与空气混合还可能爆炸。实验室常见的有乙醇、丙酮等有机溶剂，生活中常见的有汽油、液化石油气（含丙烷）。</a:t>
            </a:r>
          </a:p>
          <a:p>
            <a:r>
              <a:t>使用时远离明火、电热设备和电火花，少量取用，用后盖紧；储存放在防火柜中（见第 044、046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腐蚀性物质接触皮肤和眼睛会造成化学灼伤，严重时导致失明，还会腐蚀金属和设备。常见的有盐酸、硫酸、硝酸等强酸，氢氧化钠、氢氧化钾等强碱。</a:t>
            </a:r>
          </a:p>
          <a:p>
            <a:r>
              <a:t>取用时必须戴护目镜（必要时戴面屏）、合适的手套和实验服，小心倒取、防止飞溅；腐蚀品单独存放在耐腐蚀柜中（见第 048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有毒物质可以经呼吸道吸入、经口误食或经皮肤吸收进入人体，引起急性或慢性中毒。常见的有某些农药、汞及其化合物；氰化物等属于剧毒化学品，按“五双”管理（见第 045 课）。</a:t>
            </a:r>
          </a:p>
          <a:p>
            <a:r>
              <a:t>防护要点：在通风柜内操作，戴合适的手套；实验室内不吃不喝、不化妆，不把食物带进实验室；操作后、离开前洗手。毒性与接触限值见第 042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反应性和爆炸性物质性质不稳定，受热、撞击、摩擦或接触空气、水、其他物质时可能剧烈反应甚至爆炸，例如某些过氧化物、硝酸铵等硝酸盐类和多硝基化合物。</a:t>
            </a:r>
          </a:p>
          <a:p>
            <a:r>
              <a:t>这类物品中很多属于易制爆危险化学品或爆炸品，购买、储存和领用受严格管控，要按规定审批、登记，双人管理（见第 045、047 课）。本课只认识类别，不涉及性质条件和用量。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放射性物质会自发放出电离辐射，射线能损伤人体细胞和 DNA，导致急性损伤或远期健康危害。常见的有铀、镭及钴-60 等放射源。</a:t>
            </a:r>
          </a:p>
          <a:p>
            <a:r>
              <a:t>放射性物质只能由取得许可的单位和经过辐射安全培训的人员使用；门口有电离辐射标志的场所，未经许可不得进入。辐射安全见第 7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危害物质包括细菌、病毒、真菌等病原微生物和生物毒素，能让人和动物生病。我国按危害程度把病原微生物分为四类，第一类危害最大，第一类、第二类合称高致病性病原微生物（以《病原微生物实验室生物安全管理条例》现行文本为准）。</a:t>
            </a:r>
          </a:p>
          <a:p>
            <a:r>
              <a:t>实验前要做生物风险评估，在相应防护级别的实验室开展；产生气溶胶的操作在生物安全柜内进行。生物安全见第 6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压缩气体和液化气体在钢瓶中高压储存，气瓶倾倒、受热或阀门损坏可能爆裂伤人。气体泄漏还会造成危害：惰性气体可使人窒息，氯气、氨等有毒，氢气等易燃，氧气助燃。</a:t>
            </a:r>
          </a:p>
          <a:p>
            <a:r>
              <a:t>气瓶要直立固定、远离热源，使用减压阀，用完关闭瓶阀，定期检漏。气瓶安全见第 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为了运输安全，国际上把危险货物分为九类，我国对应的国家标准是 GB 6944-2025（以现行文本为准）《危险货物分类和品名编号》。某种具体物质属于哪一类、编号是多少，查 GB 12268-2025（以现行文本为准）《危险货物品名表》。</a:t>
            </a:r>
          </a:p>
          <a:p>
            <a:r>
              <a:t>运输分类和 GB 30000 的化学品危险性分类目的不同、类别也不完全对应，二者都以国家标准为准。标准会修订，以现行文本为准。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类是爆炸品，实验室一般不使用，确需使用的要严格审批、管控。第 2 类是气体，分为易燃气体（如氢气）、非易燃无毒气体（如氮气、氧气）和毒性气体（如氯气）。</a:t>
            </a:r>
          </a:p>
          <a:p>
            <a:r>
              <a:t>第 3 类是易燃液体，乙醇、丙酮、乙醚等有机溶剂都属于这一类，是实验室最常见的危险品，要少量存放在防火柜中，远离点火源（见第 044、046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类包括易燃固体、易于自燃的物质和遇水放出易燃气体的物质，例如某些活泼金属遇水会放出易燃气体。第 5 类是氧化性物质和有机过氧化物，本身不一定燃烧，但会助燃，要和可燃物分开存放。</a:t>
            </a:r>
          </a:p>
          <a:p>
            <a:r>
              <a:t>第 6 类是毒性物质和感染性物质，既包括有毒化学品，也包括含病原微生物的感染性物质。病原微生物菌（毒）种和样本的运输按国家专门规定办理审批和包装，不能自行邮寄（见第 6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类是放射性物质，只有取得许可的单位才能使用和运输。第 8 类是腐蚀性物质，强酸、强碱等都属于这一类。</a:t>
            </a:r>
          </a:p>
          <a:p>
            <a:r>
              <a:t>第 9 类是杂项危险物质和物品，包括锂电池、干冰、危害环境物质等。“杂项”不是“不危险”：锂电池会起火，干冰升华会让密闭空间缺氧、容器胀裂，危害环境物质会污染水体。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危险货物运输时，包装件上要贴菱形的危险货物包装标志，用颜色和图形表示所属类别（如火焰表示易燃，骷髅表示毒性，腐蚀图形表示腐蚀性）。看到标志，就能知道里面是哪类危险，应该怎样搬运和防护。</a:t>
            </a:r>
          </a:p>
          <a:p>
            <a:r>
              <a:t>标志式样以 GB 190-2009（以现行文本为准）《危险货物包装标志》为准。它与化学品安全标签上的 GHS 象形图（见第 039 课）外形相似但用途不同；搬运危险货物包装件见第 050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实验室里常见的危险物品有酸碱、有机溶剂、有毒试剂、病原微生物、气瓶等，用完要放回原位，不随手乱放在台面上。</a:t>
            </a:r>
          </a:p>
          <a:p>
            <a:r>
              <a:t>医院里有药品（如细胞毒性药物）、感染性样本、消毒剂等，用过的按医疗废物处理。工厂里的工业化学品和燃料用量更大，一旦泄漏或起火后果更严重。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危险物品不只在实验室。家里和宿舍里的清洁剂、油漆、电池、杀虫剂、燃料、药品等，同样可能伤人。这些产品的包装背面通常印有警示和使用说明，使用前要先看。</a:t>
            </a:r>
          </a:p>
          <a:p>
            <a:r>
              <a:t>家中危险物品要放在儿童够不着的地方，不要倒进饮料瓶等食品容器。宿舍禁止存放实验室化学品。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含氯漂白剂、含氨清洁剂、酸性洁厕剂等都是生活中常见的化学品。不同清洁剂混在一起可能发生反应，放出有毒气体，在卫生间等狭小空间里尤其危险。</a:t>
            </a:r>
          </a:p>
          <a:p>
            <a:r>
              <a:t>使用时只用一种，按说明稀释，戴手套，开窗通风；如果闻到刺激性气味、感到不适，立即离开到空气新鲜处。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汽油、液化石油气、煤油等燃料易燃易爆，要远离火源和高温。电池也是危险物品：铅酸电池里有腐蚀性电解液，锂电池过充、挤压、破损可能起火，鼓包的电池停止使用，废电池按规定回收。</a:t>
            </a:r>
          </a:p>
          <a:p>
            <a:r>
              <a:t>杀虫剂和驱虫剂喷完先离开房间，通风后再进入，远离食物和儿童。药品也是化学品，抗生素、化疗药等要按医嘱和说明使用，不乱吃，不随便给别人。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危险物品对人的伤害，首先是烧伤：火焰造成热烧伤，腐蚀品造成化学灼伤；化学品溅到皮肤或眼睛，要立即用大量清水冲洗（急救见第 14 章）。</a:t>
            </a:r>
          </a:p>
          <a:p>
            <a:r>
              <a:t>其次是中毒：毒物可经呼吸、口和皮肤进入身体。第三是损伤呼吸道和肺：挥发性、刺激性气体和粉尘会伤害呼吸系统，这类操作要在通风柜内进行。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有些化学品的危害不会马上表现出来：致癌、致突变、生殖毒性等长期危害，可能多年后才显现，所以不能因为“当时没感觉”就放松防护。</a:t>
            </a:r>
          </a:p>
          <a:p>
            <a:r>
              <a:t>病原微生物和感染性样本可能造成感染，要按生物安全要求在相应级别实验室和生物安全柜中操作。最严重时，危险物品会危及生命，所以个人防护和操作规程一步都不能省。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危险物品进入环境会污染河流、湖泊和地下水，渗入土壤后很难清除。实验室废液必须倒入专用收集桶，按危险废物处置，不得倒入下水道（见第 053 课）。</a:t>
            </a:r>
          </a:p>
          <a:p>
            <a:r>
              <a:t>重金属和一些难降解的有机物会在生物体内蓄积，沿着食物链逐级富集，最后回到人身上。污染还会破坏生态系统，使物种减少、生物多样性下降。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答案：B。解析：化学品分类和标签按 GB 30000 系列《化学品分类和标签规范》执行。</a:t>
            </a:r>
          </a:p>
          <a:p>
            <a:r>
              <a:t>第 2 题 答案：B。解析：每一大类下又分若干危险类别，标签上用象形图表示。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答案：D。解析：第 9 类为杂项危险物质和物品，“杂项”不等于不危险。</a:t>
            </a:r>
          </a:p>
          <a:p>
            <a:r>
              <a:t>第 4 题 答案：B。解析：第一类危害最大，第一类、第二类为高致病性病原微生物。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答案：B。解析：不同清洁剂混用可能产生有毒气体，应单独使用、戴手套、开窗通风。</a:t>
            </a:r>
          </a:p>
          <a:p>
            <a:r>
              <a:t>第 6 题 答案：污染水体和土壤且难以清除；有些毒素在生物体内蓄积并沿食物链回到人；破坏生态系统、使物种减少。解析：因此废液进专用收集桶，不进下水道。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危险化学品法规与全过程管理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第5章 化学品安全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71 镜）　适用对象：全体使用化学品的高校本科生、研究生和教职工（必修）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能说出化学品安全的目的（安全使用、储存、处置，护人护环境）和守规程的意义。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能说出《中华人民共和国危险化学品安全法》的施行时间及其对学校、科研机构的基本要求。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能做到按“审批采购—验收（一书一签）—入账—领用登记—定期清查—规范处置”的全过程管理化学品。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能判断私自网购、无签无书、账物不符、遗留旧试剂等违规情形并及时报告。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日起施行）及《危险化学品安全管理条例》（以现行文本为准）：学校、科研机构为使用危险化学品的责任主体；危险化学品附中文化学品安全技术说明书和安全标签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《中华人民共和国安全生产法》（以现行文本为准）：单位主要负责人对本单位安全工作全面负责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《中华人民共和国固体废物污染环境防治法》（以现行文本为准）及《国家危险废物名录》（以现行文本为准）：废弃危险化学品按危险废物管理，交有资质单位处置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15258-2009（以现行文本为准）《化学品安全标签编写规定》；GB/T 16483-2008（以现行文本为准）《化学品安全技术说明书 内容和项目顺序》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号，以现行文本为准）：危险化学品采购、储存、使用、处置全过程管理，建立台账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高校实验室安全检查项目表（以现行文本为准）：化学品台账、账物相符、过期试剂清理、实验室安全信息牌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本校化学品采购、验收、领用和废弃物处置管理规定（以本校规定为准）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化学品安全：用、存、废都安全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化学品安全管三件事：使用、储存、处置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目的是防止事故和人身伤害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也要防止污染环境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化学品安全，就是让化学品在实验室里被安全地使用、安全地储存、安全地处置。三个环节任何一个出问题，都可能引发火灾、爆炸、中毒、灼伤等事故，或者让有害物质进入下水道、土壤和空气，污染环境。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只注意实验操作安全，不管储存和废弃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把废液、废试剂倒进水槽“冲掉了事”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各类实验室都离不开化学品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生物、医学实验室也天天用化学品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消毒、染色、固定、配试剂都用化学品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不少化学品易燃、有腐蚀性或有毒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处理不当，伤人也伤环境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只化学实验室用化学品。微生物、生命科学、医学、材料、环境等实验室同样大量使用化学品：台面和器材消毒用的乙醇、含氯消毒剂，染色用的染料，固定标本用的甲醛、戊二醛，配制缓冲液和培养基用的各种试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认为生物实验室“没有危化品”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消毒剂、固定液随意分装、不贴标签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守规程：防事故、护样品、保结果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照规程做，能防溢洒、火灾和爆炸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规程是用事故换来的，别跳步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洒漏会腐蚀仪器、污染毁掉样品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试剂用乱混用，实验结果就不准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实验室的操作规程和安全规定，很多是从以往事故中总结出来的。按规程操作、不跳步、不擅自改变用量和条件，可以预防溢洒、火灾、爆炸等事故。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为省时间跳过规程中的步骤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试剂瓶不盖、混放，导致交叉污染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依法合规，为的是护人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国家对危险化学品有专门的法律法规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学校有安全规范和定期安全检查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守规矩不只为免罚，更为保护人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我国对危险化学品实行严格管理，有专门的法律和行政法规（见 S1），教育部和学校也有实验室安全规范、检查项目和本校管理制度，学校和学院定期开展安全检查。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把安全检查当作“应付检查”，检查过后照旧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认为规定只是管理部门的事，与自己无关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危化品安全法：学校是责任主体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危化品安全法 2026 年 5 月 1 日起施行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设专章规定危险化学品的使用安全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学校、科研机构是使用危化品的责任主体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危化品要有中文说明书和安全标签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剧毒、易制毒、易制爆另有严格管控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《中华人民共和国危险化学品安全法》于 2025 年 12 月 27 日通过，2026 年 5 月 1 日起施行，对危险化学品生产、储存、使用、经营、运输等各环节作出规定，并设专章规定“使用安全”。学校、科研机构使用危……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认为少量试剂“不算危化品”，不受法规约束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不知道新法已施行，仍按老习惯随意管理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全过程管理，三级负责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采购、验收、储存、使用、处置全过程闭环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学校、学院、实验室三级管理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实验室负责人是第一责任人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谁使用，谁负责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高校对化学品实行全生命周期管理：采购审批、到货验收、入库建账、分类储存、领用登记、规范使用、废弃处置，每个环节都有记录，形成闭环，做到来源可查、去向可追。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认为化学品管理只是实验室安全员的事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只管“买”和“用”，不管“账”和“废”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采购要审批，渠道要合规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买化学品先提申请，经导师和学院审批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按学校渠道，向有资质的单位购买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不私自网购，不私下转让、转借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按需少量购买，不囤货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来路不明的交老师按规定处理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购买危险化学品要先提出申请，说明品名、规格、数量和用途，经实验室负责人（导师）和学院审核批准后，通过学校指定的采购平台或渠道，向具有相应资质的单位购买。管控类化学品还要按第 045 课的规定办理审批和备案。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为了快，自己在网上下单买试剂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一次买很多“备着”，长期积压过期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到货验收：一书一签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到货先验收，再入库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核对标签：品名、规格、危害信息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中文安全技术说明书要随货齐全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包装破损、渗漏的不收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缺签缺书，不收、不用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化学品到货后，由实验室指定人员戴好手套验收：核对品名、规格、数量与采购单是否一致；检查每个容器上有没有中文化学品安全标签（象形图、信号词、危险说明等，见第 039 课）；检查是否随货提供中文化学品安全技术说明书（SD……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快递到了直接拆开上架，不核对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没有说明书也先用着，“以后再要”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建台账，账物相符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有多少化学品，要心里有数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入库扫码或登记，一瓶一码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进、用、废都记在台账上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定期盘点，账物相符；不符要查清报告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实验室要建立化学品台账（纸质或学校化学品管理信息系统），记录品名、规格、数量、存放位置、入库日期、责任人。入库时逐瓶登记，很多学校用条码或二维码实现一瓶一码。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只在入库时登记，用完、废弃不销账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盘点走过场，账物长期不符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实时清单，救援心中有数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出了事，救援人员要知道屋里有什么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化学品清单要实时更新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过时的清单会误导救援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门口信息牌写明主要危险和联系人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实验室发生火灾、泄漏等事故时，消防和救援人员要马上知道屋里有哪些危险化学品、大概多少、放在哪里，才能选择灭火和防护方法。所以化学品清单要随台账实时更新，并能在应急时迅速提供。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清单多年不更新，与实际库存差别很大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门口信息牌内容过时、联系人已离校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按需领用，登记去向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领用登记：谁领、领多少、做什么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按实验需要少量领取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用前看标签和说明书，评估风险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不转给他人，不带出实验室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用剩的放回原处，及时登记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从库房或试剂柜领用化学品，要登记领用人、品名、数量、用途和日期；按当次实验需要少量领取，不在台面上大量存放。使用前阅读标签和安全技术说明书，了解危害和防护要求，做好风险评估和个人防护。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不登记就从柜里拿试剂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把试剂带出实验室或转给别的课题组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遗留旧试剂是定时炸弹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没人管的旧库存是定时炸弹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案例：一瓶汞在储藏间被遗忘多年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装修时被碰洒，清理人员无防护接触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实验室里长期没人管理的旧试剂——前人留下的、标签模糊的、放在角落和储藏间的——风险会随时间增加：容器老化、标签脱落、有的试剂变质甚至变得更危险。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前人留下的试剂“先放着不管”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不明液体随手清理，不报告、不防护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定期清查，过期不明当危废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定期清查试剂，不留死角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过期、不明、无人认领的要清出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按危险废物交学校统一处置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人员离开前，试剂交接清楚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实验室要定期清查化学品，包括试剂柜、冰箱、储藏间等角落，核对台账。过期的、标签脱落无法确认成分的、长期无人认领的化学品，要清理出来，不能继续使用。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把过期试剂倒入水槽或混进生活垃圾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毕业离校时留下一柜子没人认领的试剂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废弃处置交有资质单位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废弃化学品分类收集，贴好标签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不倒下水道，不混入生活垃圾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学校统一交有资质的单位处置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处置也要登记，台账闭环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废弃的危险化学品和实验废液属于危险废物，处置依照生态环境保护法律法规执行。实验室按学校要求分类收集，容器贴好标签，写明成分和产生人，放在指定暂存位置。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少量废液“冲走就行”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废液桶不贴标签，成分不明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《中华人民共和国危险化学品安全法》的施行日期是：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2025 年 12 月 27 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2026 年 1 月 1 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2026 年 5 月 1 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2027 年 1 月 1 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化学品到货验收时，“一书一签”指的是：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一份发票和一张收据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中文化学品安全技术说明书和安全标签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采购申请书和审批签字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台账和签收单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判断：为了实验进度，研究生可以自己在网上购买少量危险化学品，用完再补登记。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判断：实验室化学品清单应随库存变化实时更新，以便事故时救援人员了解现场危险。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清查试剂柜时发现一瓶标签脱落、成分不明的液体，正确做法是：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闻一闻判断成分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倒入水槽用水冲走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不使用，报告实验室负责人，按危险废物交学校处置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留着以后再说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简答：化学品全过程管理包括哪些环节？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化学品安全：用、存、废都安全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各类实验室都离不开化学品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守规程：防事故、护样品、保结果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依法合规，为的是护人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危化品安全法：学校是责任主体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S2  全过程管理，三级负责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S3  采购要审批，渠道要合规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到货验收：一书一签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建台账，账物相符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实时清单，救援心中有数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S4  按需领用，登记去向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遗留旧试剂是定时炸弹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定期清查，过期不明当危废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S5  废弃处置交有资质单位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化学品与危险物品分类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第5章 化学品安全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72 镜）　适用对象：全体使用化学品和其他危险物品的高校本科生、研究生和教职工（必修）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能说出危险物品的含义、存在形态和伤人途径，以及高温、高压、混合会加大危险。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 GB 30000 系列的理化、健康、环境三大类危害，以及常见危险物品的七组分类和防护要点。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能说出危险货物九类（GB 6944-2025）的名称，看到菱形类别标志能判断危险类别。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能举出实验室、医院、工厂、家庭和宿舍中的危险物品例子，说出它们对人和环境的主要风险。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日起施行）及《危险化学品安全管理条例》（以现行文本为准）：危险化学品的含义与分类管理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《危险化学品目录》（以现行版本为准）：列入目录的化学品按危险化学品管理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系列（如 GB 30000.7-2013，以现行文本为准）《化学品分类和标签规范》：理化危险、健康危害、环境危害的分类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6944-2025（以现行文本为准）《危险货物分类和品名编号》：危险货物九类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12268-2025（以现行文本为准）《危险货物品名表》：具体物质的类别和编号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190-2009（以现行文本为准）《危险货物包装标志》：运输菱形类别标志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《病原微生物实验室生物安全管理条例》（以现行文本为准）：病原微生物按危害程度分为四类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号，以现行文本为准）：危险化学品、病原微生物、放射源等危险源的辨识和分类管理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危险物品：伤人、毁物、污染环境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危险物品俗称危险品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会伤害人体、毁坏财产、污染环境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原因在于化学、生物或物理性质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危险物品（俗称危险品）是因其化学、生物或物理性质，可能伤害人体、损坏财产或污染环境的物质和物品。它们对人和环境都有风险，所以在使用、储存、运输和废弃时都要按规定管理。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以为只有“剧毒”“爆炸”才算危险物品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只关心伤人，忽视对设施和环境的危害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固液气都有，多种方式伤人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危险物品有固体、液体，也有气体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洒出、吸入、误食、接触、乱处理都会伤人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每一种方式，都要提前防住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险物品的形态多样：粉末和颗粒等固体、溶剂和酸碱等液体、钢瓶中的压缩或液化气体。形态不同，伤人的方式也不同：液体容易洒出和溅到皮肤眼睛，粉末和蒸气容易被吸入，沾在手上可能被误食，处理不当还会污染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只防液体飞溅，不防粉尘和蒸气吸入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戴手套操作后用手揉眼、拿食物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遇高温、高压或混合更危险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很多化学品本身就有潜在危险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遇到高温、高压，危险加大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不同化学品互相混合，可能剧烈反应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很多化学品在常温常压下看起来平静，但本身具有潜在危险。加热、加压或与其他物质混合时，可能发生分解、着火、爆炸或放出有毒气体。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不查资料就把两种试剂倒在一起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把废液随意混倒进同一个桶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全球统一分类，我国按GB 30000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国际上有统一的化学品分类和标签制度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各国的标签和说明书样式基本一致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我国按 GB 30000 系列国家标准分类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联合国推行的“全球化学品统一分类和标签制度”（GHS）统一了化学品危险性的分类方法、标签和安全技术说明书的格式，使各国的化学品标签和说明书样式基本一致，便于识别。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以为进口试剂和国产试剂的危险分类标准不同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用国外标签或其他颜色编码体系代替国家标准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三大类危害：理化、健康、环境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GB 30000 系列把危害分成三大类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理化危险：爆炸、易燃、氧化、加压、腐蚀金属等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健康危害：急性毒性、腐蚀刺激、致敏、致癌等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环境危害：危害水生环境和臭氧层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 GB 30000 系列，化学品危险性分为三大类：理化危险、健康危害和环境危害，每一类下面又分为若干危险类别和级别。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只看是否易燃，忽视慢性健康危害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不知道“危害水生环境”也是危险性，随意倒掉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常见危险物品分七组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按危险性质，常见危险物品分为七组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易燃、腐蚀、有毒、反应性、放射性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还有生物危害和压缩气体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在实验室日常管理和安全教育中，常把危险物品按主要危险性质分为七组：易燃和可燃物、腐蚀性物质、有毒物质、反应性和爆炸性物质、放射性物质、生物危害物质、压缩气体。这种分组便于记忆和日常防护。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以为一种化学品只有一种危险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用简化分组代替标签和说明书上的正式分类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易燃和可燃物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很容易着火，甚至爆炸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比如汽油、乙醇、丙烷、丙酮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远离明火和热源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易燃和可燃物遇到明火、火花或高温很容易着火，蒸气与空气混合还可能爆炸。实验室常见的有乙醇、丙酮等有机溶剂，生活中常见的有汽油、液化石油气（含丙烷）。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在明火旁倒溶剂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溶剂瓶敞口放在台面上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腐蚀性物质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会伤害皮肤和眼睛，腐蚀金属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比如盐酸、硫酸、氢氧化钠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护目镜和手套，一样不能少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腐蚀性物质接触皮肤和眼睛会造成化学灼伤，严重时导致失明，还会腐蚀金属和设备。常见的有盐酸、硫酸、硝酸等强酸，氢氧化钠、氢氧化钾等强碱。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只戴手套不戴护目镜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把酸碱放在高处或和金属物品混放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有毒物质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吸入、误食、经皮吸收都会中毒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比如某些农药、汞化合物、氰化物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实验室不吃不喝，用完洗手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有毒物质可以经呼吸道吸入、经口误食或经皮肤吸收进入人体，引起急性或慢性中毒。常见的有某些农药、汞及其化合物；氰化物等属于剧毒化学品，按“五双”管理（见第 045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在实验室里喝水、吃零食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摘手套后不洗手就离开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反应性和爆炸性物质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性质不稳定，遇空气、水或其他物质剧烈反应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比如某些过氧化物、硝酸盐类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这类物品多数受管控，登记领用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反应性和爆炸性物质性质不稳定，受热、撞击、摩擦或接触空气、水、其他物质时可能剧烈反应甚至爆炸，例如某些过氧化物、硝酸铵等硝酸盐类和多硝基化合物。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长期存放容易形成过氧化物的试剂不检查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不登记私自领用受管控物品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放射性物质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射线能损伤细胞和 DNA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比如铀、镭、钴-60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看到电离辐射标志，未经许可不进入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放射性物质会自发放出电离辐射，射线能损伤人体细胞和 DNA，导致急性损伤或远期健康危害。常见的有铀、镭及钴-60 等放射源。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好奇进入有电离辐射标志的房间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不知道放射源使用需要许可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细菌、病毒、真菌和生物毒素能致病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我国病原微生物分四类，第一类最危险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按风险评估定级别，在生物安全柜里操作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危害物质包括细菌、病毒、真菌等病原微生物和生物毒素，能让人和动物生病。我国按危害程度把病原微生物分为四类，第一类危害最大，第一类、第二类合称高致病性病原微生物（以《病原微生物实验室生物安全管理条例》现行文本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以为“第四类最危险”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在开放台面上做可能产生气溶胶的操作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压缩气体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高压储存，可能爆裂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泄漏会造成窒息或中毒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比如氧气、氯气、氨；气瓶要固定，用完关阀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压缩气体和液化气体在钢瓶中高压储存，气瓶倾倒、受热或阀门损坏可能爆裂伤人。气体泄漏还会造成危害：惰性气体可使人窒息，氯气、氨等有毒，氢气等易燃，氧气助燃。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气瓶不固定，靠墙随意放置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用完只关减压阀不关瓶阀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运输分九类：看GB 6944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为了运输安全，危险货物分九类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国内对应国家标准 GB 6944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具体物质查危险货物品名表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为了运输安全，国际上把危险货物分为九类，我国对应的国家标准是 GB 6944-2025（以现行文本为准）《危险货物分类和品名编号》。某种具体物质属于哪一类、编号是多少，查 GB 12268-2025（以现行文本为准）……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把运输九类和化学品危险性分类混为一谈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引用已被替代的旧版标准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第1至3类：爆炸品、气体、易燃液体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1 类爆炸品，实验室严格管控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2 类气体：易燃、不燃、有毒的都有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3 类易燃液体最常见，放防火柜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 1 类是爆炸品，实验室一般不使用，确需使用的要严格审批、管控。第 2 类是气体，分为易燃气体（如氢气）、非易燃无毒气体（如氮气、氧气）和毒性气体（如氯气）。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以为不燃气体就没有危险（可致窒息）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大量溶剂放在普通木柜或台面上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第4至6类：易燃固体、氧化性、毒性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4 类：易燃固体、易于自燃和遇水放出易燃气体的物质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5 类：氧化性物质和有机过氧化物，会助燃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6 类：毒性物质和感染性物质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菌毒种和样本运输，另有专门规定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 4 类包括易燃固体、易于自燃的物质和遇水放出易燃气体的物质，例如某些活泼金属遇水会放出易燃气体。第 5 类是氧化性物质和有机过氧化物，本身不一定燃烧，但会助燃，要和可燃物分开存放。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把氧化剂和纸箱、有机溶剂放在一起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用普通快递寄送感染性样本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第7至9类：放射性、腐蚀性、杂项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7 类放射性物质，持证单位才能使用和运输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8 类腐蚀性物质，强酸强碱都在这一类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9 类杂项：如锂电池、干冰、危害环境物质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杂项，不等于不危险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 7 类是放射性物质，只有取得许可的单位才能使用和运输。第 8 类是腐蚀性物质，强酸、强碱等都属于这一类。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把锂电池、干冰当普通物品寄运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把干冰放进密闭容器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菱形类别标志，一眼认危险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运输和储存时，货包贴菱形类别标志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一眼就知道里面是哪类危险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先认标志，就知道该怎么防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标志式样按 GB 190-2009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危险货物运输时，包装件上要贴菱形的危险货物包装标志，用颜色和图形表示所属类别（如火焰表示易燃，骷髅表示毒性，腐蚀图形表示腐蚀性）。看到标志，就能知道里面是哪类危险，应该怎样搬运和防护。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不看包装标志就徒手拆箱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把运输标志和化学品标签象形图混为一谈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实验室、医院、工厂里的危险物品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实验室：酸、有机溶剂、病原微生物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医院：药品、感染性样本、消毒剂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工厂：工业化学品和燃料，用量更大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用完归位，不随手乱放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实验室里常见的危险物品有酸碱、有机溶剂、有毒试剂、病原微生物、气瓶等，用完要放回原位，不随手乱放在台面上。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用完的试剂瓶留在台面、通风柜里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用过的感染性物品混入生活垃圾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家里宿舍也有，看背面警示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家里和宿舍也藏着危险物品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清洁剂、油漆、电池、杀虫剂都是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看看瓶子背面，就有警示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放在孩子够不着的地方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危险物品不只在实验室。家里和宿舍里的清洁剂、油漆、电池、杀虫剂、燃料、药品等，同样可能伤人。这些产品的包装背面通常印有警示和使用说明，使用前要先看。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用饮料瓶分装清洁剂、杀虫剂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把实验室试剂带回宿舍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清洁剂不能混用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漂白剂、氨水等清洁剂常见于家里宿舍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不同清洁剂混用会产生有毒气体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单独用，戴手套，开窗通风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含氯漂白剂、含氨清洁剂、酸性洁厕剂等都是生活中常见的化学品。不同清洁剂混在一起可能发生反应，放出有毒气体，在卫生间等狭小空间里尤其危险。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为了“清洁更强”把两种清洁剂混用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在门窗紧闭的卫生间里大量使用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燃料、电池、杀虫剂和药品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汽油、液化气、煤油易燃易爆，远离火源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铅酸电池有腐蚀液，锂电池会起火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杀虫剂喷完先离开，通风后再进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药也是化学品，按说明使用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汽油、液化石油气、煤油等燃料易燃易爆，要远离火源和高温。电池也是危险物品：铅酸电池里有腐蚀性电解液，锂电池过充、挤压、破损可能起火，鼓包的电池停止使用，废电池按规定回收。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给鼓包的锂电池继续充电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喷完杀虫剂立即在房间里睡觉、吃东西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对人：烧伤、中毒、伤呼吸道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危险物品对人和环境都有风险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火烧和腐蚀都会烧伤，立即冲洗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毒物经呼吸、嘴巴和皮肤进入身体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挥发性物质伤呼吸道和肺，进通风柜做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危险物品对人的伤害，首先是烧伤：火焰造成热烧伤，腐蚀品造成化学灼伤；化学品溅到皮肤或眼睛，要立即用大量清水冲洗（急救见第 14 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化学品溅到皮肤只用纸擦，不冲洗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在敞开台面上处理挥发性试剂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对人：长期危害、感染、致命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致癌等长期危害，可能多年后才显现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病原和样本会感染，按生物安全要求操作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最严重时危及生命，防护一步都不能省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有些化学品的危害不会马上表现出来：致癌、致突变、生殖毒性等长期危害，可能多年后才显现，所以不能因为“当时没感觉”就放松防护。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认为“闻着没事、摸了没事”就是安全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嫌麻烦省略护目镜、手套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对环境：污染水土、蓄积、破坏生态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污染水体，渗进土壤也很难清除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废液进专用桶，不进下水道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有些毒素在生物体内蓄积，沿食物链回到人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破坏生态系统，物种减少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危险物品进入环境会污染河流、湖泊和地下水，渗入土壤后很难清除。实验室废液必须倒入专用收集桶，按危险废物处置，不得倒入下水道（见第 053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少量废液倒进水槽“稀释就好”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把含重金属的废液和普通废水混排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我国化学品危险性分类的国家标准是：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GB 2894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GB 30000 系列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GB 50016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GB 18871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GB 30000 系列把化学品危害分为哪三大类？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固体、液体、气体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理化危险、健康危害、环境危害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剧毒、有毒、低毒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一级、二级、三级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按 GB 6944，锂电池、干冰属于危险货物的：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第 2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第 4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第 8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第 9 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判断：我国病原微生物按危害程度分为四类，第四类危害最大。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038 · 化学品与危险物品分类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038 化学品与危险物品分类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判断：宿舍打扫卫生时，把两种清洁剂混在一起效果更好。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简答：危险物品对环境有哪些主要风险？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危险物品：伤人、毁物、污染环境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固液气都有，多种方式伤人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遇高温、高压或混合更危险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全球统一分类，我国按GB 30000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三大类危害：理化、健康、环境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常见危险物品分七组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易燃和可燃物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腐蚀性物质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有毒物质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反应性和爆炸性物质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放射性物质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压缩气体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运输分九类：看GB 6944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第1至3类：爆炸品、气体、易燃液体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第4至6类：易燃固体、氧化性、毒性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K16  第7至9类：放射性、腐蚀性、杂项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K17  菱形类别标志，一眼认危险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K18  实验室、医院、工厂里的危险物品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K19  家里宿舍也有，看背面警示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K20  清洁剂不能混用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K21  燃料、电池、杀虫剂和药品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K22  对人：烧伤、中毒、伤呼吸道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K23  对人：长期危害、感染、致命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K24  对环境：污染水土、蓄积、破坏生态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