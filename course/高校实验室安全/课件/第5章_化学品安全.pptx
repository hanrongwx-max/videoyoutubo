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化学品安全，就是让化学品在实验室里被安全地使用、安全地储存、安全地处置。三个环节任何一个出问题，都可能引发火灾、爆炸、中毒、灼伤等事故，或者让有害物质进入下水道、土壤和空气，污染环境。</a:t>
            </a:r>
          </a:p>
          <a:p>
            <a:r>
              <a:t>所以化学品安全既是为了保护实验室里的人，也是为了保护周围的人和环境。本章各课分别讲分类、标签、说明书、储存、取用、通风和废物处置，本课先讲法规要求和全过程管理的总框架。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只化学实验室用化学品。微生物、生命科学、医学、材料、环境等实验室同样大量使用化学品：台面和器材消毒用的乙醇、含氯消毒剂，染色用的染料，固定标本用的甲醛、戊二醛，配制缓冲液和培养基用的各种试剂。</a:t>
            </a:r>
          </a:p>
          <a:p>
            <a:r>
              <a:t>这些化学品中不少是易燃、腐蚀或有毒的危险化学品（分类见第 038 课）。任何使用化学品的实验室，都要按本章要求管理化学品，不能因为“我们是生物实验室”就放松。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实验室的操作规程和安全规定，很多是从以往事故中总结出来的。按规程操作、不跳步、不擅自改变用量和条件，可以预防溢洒、火灾、爆炸等事故。</a:t>
            </a:r>
          </a:p>
          <a:p>
            <a:r>
              <a:t>管好化学品还能保护仪器和样品：化学品洒漏会腐蚀仪器、污染甚至毁掉样品；试剂拿错、混用或被污染，实验结果就不可靠，实验白做。安全和科研质量是一致的。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我国对危险化学品实行严格管理，有专门的法律和行政法规（见 S1），教育部和学校也有实验室安全规范、检查项目和本校管理制度，学校和学院定期开展安全检查。</a:t>
            </a:r>
          </a:p>
          <a:p>
            <a:r>
              <a:t>遵守这些规定，不只是为了通过检查、避免处罚，更是为了保护自己、同学和周围的人。检查中发现的隐患要按要求整改。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《中华人民共和国危险化学品安全法》于 2025 年 12 月 27 日通过，2026 年 5 月 1 日起施行，对危险化学品生产、储存、使用、经营、运输等各环节作出规定，并设专章规定“使用安全”。学校、科研机构使用危险化学品，属于该法规定的责任主体；该法要求危险化学品附有中文的化学品安全技术说明书和安全标签（见第 039、040 课）。《危险化学品安全管理条例》仍需一并遵守，具体以现行文本为准。</a:t>
            </a:r>
          </a:p>
          <a:p>
            <a:r>
              <a:t>剧毒化学品、易制毒化学品、易制爆危险化学品在购买、储存、使用上还有更严格的规定（“五双”管理、公安备案等），见第 045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高校对化学品实行全生命周期管理：采购审批、到货验收、入库建账、分类储存、领用登记、规范使用、废弃处置，每个环节都有记录，形成闭环，做到来源可查、去向可追。</a:t>
            </a:r>
          </a:p>
          <a:p>
            <a:r>
              <a:t>管理上实行学校—学院—实验室三级负责：学校主管部门制定制度、统一采购和处置渠道；学院落实检查和培训；实验室负责人是本实验室安全的第一责任人，组织日常管理。每个使用化学品的人对自己领用、使用的化学品负责。具体分工以本校规定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购买危险化学品要先提出申请，说明品名、规格、数量和用途，经实验室负责人（导师）和学院审核批准后，通过学校指定的采购平台或渠道，向具有相应资质的单位购买。管控类化学品还要按第 045 课的规定办理审批和备案。</a:t>
            </a:r>
          </a:p>
          <a:p>
            <a:r>
              <a:t>个人不得私自网购、从校外私人渠道购买，也不得在实验室之间私下转让、转借危险化学品。按实验需要少量购买，避免大量囤积，既降低风险，也减少过期浪费。已经私自购入、来路不明的化学品，不要使用，交实验室负责人按学校规定处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化学品到货后，由实验室指定人员戴好手套验收：核对品名、规格、数量与采购单是否一致；检查每个容器上有没有中文化学品安全标签（象形图、信号词、危险说明等，见第 039 课）；检查是否随货提供中文化学品安全技术说明书（SDS，见第 040 课），这就是“一书一签”。</a:t>
            </a:r>
          </a:p>
          <a:p>
            <a:r>
              <a:t>同时检查包装是否完好、瓶盖是否密封、有无破损渗漏。缺标签、缺说明书或包装破损的，不接收、不使用，联系供应单位补齐或退换。验收合格后再入库登记。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实验室要建立化学品台账（纸质或学校化学品管理信息系统），记录品名、规格、数量、存放位置、入库日期、责任人。入库时逐瓶登记，很多学校用条码或二维码实现一瓶一码。</a:t>
            </a:r>
          </a:p>
          <a:p>
            <a:r>
              <a:t>领用、消耗、废弃时及时登记，台账随时反映实际库存。定期盘点，做到账物相符；发现账上有、柜里没有（或相反），要查清原因并报告实验室负责人。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实验室发生火灾、泄漏等事故时，消防和救援人员要马上知道屋里有哪些危险化学品、大概多少、放在哪里，才能选择灭火和防护方法。所以化学品清单要随台账实时更新，并能在应急时迅速提供。</a:t>
            </a:r>
          </a:p>
          <a:p>
            <a:r>
              <a:t>实验室门口的安全信息牌应写明主要危险类别、安全负责人和联系电话，内容变化时及时更新（具体格式以本校规定为准）。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从库房或试剂柜领用化学品，要登记领用人、品名、数量、用途和日期；按当次实验需要少量领取，不在台面上大量存放。使用前阅读标签和安全技术说明书，了解危害和防护要求，做好风险评估和个人防护。</a:t>
            </a:r>
          </a:p>
          <a:p>
            <a:r>
              <a:t>领用的化学品只用于登记的实验，不转给他人，不带出实验室或带回宿舍。用剩的放回原储存位置并更新台账；管控类化学品的领用按第 045 课的规定执行。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实验室里长期没人管理的旧试剂——前人留下的、标签模糊的、放在角落和储藏间的——风险会随时间增加：容器老化、标签脱落、有的试剂变质甚至变得更危险。</a:t>
            </a:r>
          </a:p>
          <a:p>
            <a:r>
              <a:t>一个案例：一批汞被放在储藏间后无人记得，多年后装修时被碰洒，清理的人不知道是什么、没有防护，造成了汞暴露。如果当初及时登记和清理，这样的事故完全可以避免。汞等化学品洒落的处置见第 056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实验室要定期清查化学品，包括试剂柜、冰箱、储藏间等角落，核对台账。过期的、标签脱落无法确认成分的、长期无人认领的化学品，要清理出来，不能继续使用。</a:t>
            </a:r>
          </a:p>
          <a:p>
            <a:r>
              <a:t>清出的化学品按危险废物包装、贴标签，登记后交学校统一收集处置（见第 053、054 课），不能倒掉或扔进垃圾桶。学生毕业、人员调离前，要把自己名下的化学品清点交接或处置，做到人走账清。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废弃的危险化学品和实验废液属于危险废物，处置依照生态环境保护法律法规执行。实验室按学校要求分类收集，容器贴好标签，写明成分和产生人，放在指定暂存位置。</a:t>
            </a:r>
          </a:p>
          <a:p>
            <a:r>
              <a:t>严禁倒入下水道、混入生活垃圾或自行焚烧掩埋。学校统一收集后，委托具有危险废物经营许可证的单位处置。处置时在台账上销账登记，化学品从采购到处置的全过程闭环。废物分类收集和暂存处置的具体要求见第 053、054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答案：C。解析：该法 2025 年 12 月 27 日通过，2026 年 5 月 1 日起施行；《危险化学品安全管理条例》仍需一并遵守。</a:t>
            </a:r>
          </a:p>
          <a:p>
            <a:r>
              <a:t>第 2 题 答案：B。解析：每种危险化学品要随货附中文安全技术说明书，容器上有中文安全标签，缺一不收不用。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答案：B。解析：采购要经审批，通过学校渠道向有资质的单位购买，不得私自网购。</a:t>
            </a:r>
          </a:p>
          <a:p>
            <a:r>
              <a:t>第 4 题 答案：A。解析：过时的清单会误导救援，台账和清单要账物相符、实时更新。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答案：C。解析：过期、不明、无人认领的化学品要清出，按危险废物交学校统一处置。</a:t>
            </a:r>
          </a:p>
          <a:p>
            <a:r>
              <a:t>第 6 题 答案：采购审批、到货验收（一书一签）、入库建账、分类储存、领用登记、规范使用、废弃处置，全过程记录闭环。解析：实行学校—学院—实验室三级负责，实验室负责人是第一责任人。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危险化学品法规与全过程管理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第5章 化学品安全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71 镜）　适用对象：全体使用化学品的高校本科生、研究生和教职工（必修）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能说出化学品安全的目的（安全使用、储存、处置，护人护环境）和守规程的意义。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能说出《中华人民共和国危险化学品安全法》的施行时间及其对学校、科研机构的基本要求。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能做到按“审批采购—验收（一书一签）—入账—领用登记—定期清查—规范处置”的全过程管理化学品。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能判断私自网购、无签无书、账物不符、遗留旧试剂等违规情形并及时报告。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日起施行）及《危险化学品安全管理条例》（以现行文本为准）：学校、科研机构为使用危险化学品的责任主体；危险化学品附中文化学品安全技术说明书和安全标签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《中华人民共和国安全生产法》（以现行文本为准）：单位主要负责人对本单位安全工作全面负责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《中华人民共和国固体废物污染环境防治法》（以现行文本为准）及《国家危险废物名录》（以现行文本为准）：废弃危险化学品按危险废物管理，交有资质单位处置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15258-2009（以现行文本为准）《化学品安全标签编写规定》；GB/T 16483-2008（以现行文本为准）《化学品安全技术说明书 内容和项目顺序》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号，以现行文本为准）：危险化学品采购、储存、使用、处置全过程管理，建立台账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高校实验室安全检查项目表（以现行文本为准）：化学品台账、账物相符、过期试剂清理、实验室安全信息牌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本校化学品采购、验收、领用和废弃物处置管理规定（以本校规定为准）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化学品安全：用、存、废都安全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化学品安全管三件事：使用、储存、处置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目的是防止事故和人身伤害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也要防止污染环境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化学品安全，就是让化学品在实验室里被安全地使用、安全地储存、安全地处置。三个环节任何一个出问题，都可能引发火灾、爆炸、中毒、灼伤等事故，或者让有害物质进入下水道、土壤和空气，污染环境。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只注意实验操作安全，不管储存和废弃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把废液、废试剂倒进水槽“冲掉了事”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各类实验室都离不开化学品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生物、医学实验室也天天用化学品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消毒、染色、固定、配试剂都用化学品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不少化学品易燃、有腐蚀性或有毒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处理不当，伤人也伤环境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不只化学实验室用化学品。微生物、生命科学、医学、材料、环境等实验室同样大量使用化学品：台面和器材消毒用的乙醇、含氯消毒剂，染色用的染料，固定标本用的甲醛、戊二醛，配制缓冲液和培养基用的各种试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认为生物实验室“没有危化品”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消毒剂、固定液随意分装、不贴标签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守规程：防事故、护样品、保结果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照规程做，能防溢洒、火灾和爆炸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规程是用事故换来的，别跳步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洒漏会腐蚀仪器、污染毁掉样品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试剂用乱混用，实验结果就不准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实验室的操作规程和安全规定，很多是从以往事故中总结出来的。按规程操作、不跳步、不擅自改变用量和条件，可以预防溢洒、火灾、爆炸等事故。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为省时间跳过规程中的步骤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试剂瓶不盖、混放，导致交叉污染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依法合规，为的是护人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国家对危险化学品有专门的法律法规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学校有安全规范和定期安全检查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守规矩不只为免罚，更为保护人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我国对危险化学品实行严格管理，有专门的法律和行政法规（见 S1），教育部和学校也有实验室安全规范、检查项目和本校管理制度，学校和学院定期开展安全检查。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把安全检查当作“应付检查”，检查过后照旧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认为规定只是管理部门的事，与自己无关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危化品安全法：学校是责任主体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危化品安全法 2026 年 5 月 1 日起施行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设专章规定危险化学品的使用安全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学校、科研机构是使用危化品的责任主体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危化品要有中文说明书和安全标签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剧毒、易制毒、易制爆另有严格管控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《中华人民共和国危险化学品安全法》于 2025 年 12 月 27 日通过，2026 年 5 月 1 日起施行，对危险化学品生产、储存、使用、经营、运输等各环节作出规定，并设专章规定“使用安全”。学校、科研机构使用危……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认为少量试剂“不算危化品”，不受法规约束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不知道新法已施行，仍按老习惯随意管理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全过程管理，三级负责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采购、验收、储存、使用、处置全过程闭环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学校、学院、实验室三级管理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实验室负责人是第一责任人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谁使用，谁负责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高校对化学品实行全生命周期管理：采购审批、到货验收、入库建账、分类储存、领用登记、规范使用、废弃处置，每个环节都有记录，形成闭环，做到来源可查、去向可追。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认为化学品管理只是实验室安全员的事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只管“买”和“用”，不管“账”和“废”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采购要审批，渠道要合规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买化学品先提申请，经导师和学院审批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按学校渠道，向有资质的单位购买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不私自网购，不私下转让、转借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按需少量购买，不囤货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来路不明的交老师按规定处理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购买危险化学品要先提出申请，说明品名、规格、数量和用途，经实验室负责人（导师）和学院审核批准后，通过学校指定的采购平台或渠道，向具有相应资质的单位购买。管控类化学品还要按第 045 课的规定办理审批和备案。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为了快，自己在网上下单买试剂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一次买很多“备着”，长期积压过期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到货验收：一书一签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到货先验收，再入库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核对标签：品名、规格、危害信息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中文安全技术说明书要随货齐全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包装破损、渗漏的不收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缺签缺书，不收、不用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化学品到货后，由实验室指定人员戴好手套验收：核对品名、规格、数量与采购单是否一致；检查每个容器上有没有中文化学品安全标签（象形图、信号词、危险说明等，见第 039 课）；检查是否随货提供中文化学品安全技术说明书（SD……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快递到了直接拆开上架，不核对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没有说明书也先用着，“以后再要”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建台账，账物相符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有多少化学品，要心里有数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入库扫码或登记，一瓶一码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进、用、废都记在台账上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定期盘点，账物相符；不符要查清报告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实验室要建立化学品台账（纸质或学校化学品管理信息系统），记录品名、规格、数量、存放位置、入库日期、责任人。入库时逐瓶登记，很多学校用条码或二维码实现一瓶一码。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只在入库时登记，用完、废弃不销账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盘点走过场，账物长期不符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实时清单，救援心中有数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出了事，救援人员要知道屋里有什么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化学品清单要实时更新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过时的清单会误导救援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门口信息牌写明主要危险和联系人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实验室发生火灾、泄漏等事故时，消防和救援人员要马上知道屋里有哪些危险化学品、大概多少、放在哪里，才能选择灭火和防护方法。所以化学品清单要随台账实时更新，并能在应急时迅速提供。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清单多年不更新，与实际库存差别很大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门口信息牌内容过时、联系人已离校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按需领用，登记去向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领用登记：谁领、领多少、做什么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按实验需要少量领取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用前看标签和说明书，评估风险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不转给他人，不带出实验室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用剩的放回原处，及时登记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从库房或试剂柜领用化学品，要登记领用人、品名、数量、用途和日期；按当次实验需要少量领取，不在台面上大量存放。使用前阅读标签和安全技术说明书，了解危害和防护要求，做好风险评估和个人防护。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不登记就从柜里拿试剂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把试剂带出实验室或转给别的课题组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遗留旧试剂是定时炸弹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没人管的旧库存是定时炸弹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案例：一瓶汞在储藏间被遗忘多年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装修时被碰洒，清理人员无防护接触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实验室里长期没人管理的旧试剂——前人留下的、标签模糊的、放在角落和储藏间的——风险会随时间增加：容器老化、标签脱落、有的试剂变质甚至变得更危险。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前人留下的试剂“先放着不管”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不明液体随手清理，不报告、不防护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定期清查，过期不明当危废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定期清查试剂，不留死角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过期、不明、无人认领的要清出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按危险废物交学校统一处置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人员离开前，试剂交接清楚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实验室要定期清查化学品，包括试剂柜、冰箱、储藏间等角落，核对台账。过期的、标签脱落无法确认成分的、长期无人认领的化学品，要清理出来，不能继续使用。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把过期试剂倒入水槽或混进生活垃圾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毕业离校时留下一柜子没人认领的试剂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废弃处置交有资质单位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废弃化学品分类收集，贴好标签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不倒下水道，不混入生活垃圾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学校统一交有资质的单位处置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处置也要登记，台账闭环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废弃的危险化学品和实验废液属于危险废物，处置依照生态环境保护法律法规执行。实验室按学校要求分类收集，容器贴好标签，写明成分和产生人，放在指定暂存位置。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少量废液“冲走就行”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废液桶不贴标签，成分不明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《中华人民共和国危险化学品安全法》的施行日期是：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2025 年 12 月 27 日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2026 年 1 月 1 日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2026 年 5 月 1 日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2027 年 1 月 1 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化学品到货验收时，“一书一签”指的是：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一份发票和一张收据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中文化学品安全技术说明书和安全标签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采购申请书和审批签字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台账和签收单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判断：为了实验进度，研究生可以自己在网上购买少量危险化学品，用完再补登记。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判断：实验室化学品清单应随库存变化实时更新，以便事故时救援人员了解现场危险。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037 · 危险化学品法规与全过程管理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037 危险化学品法规与全过程管理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清查试剂柜时发现一瓶标签脱落、成分不明的液体，正确做法是：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闻一闻判断成分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倒入水槽用水冲走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不使用，报告实验室负责人，按危险废物交学校处置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留着以后再说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简答：化学品全过程管理包括哪些环节？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化学品安全：用、存、废都安全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各类实验室都离不开化学品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守规程：防事故、护样品、保结果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依法合规，为的是护人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危化品安全法：学校是责任主体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S2  全过程管理，三级负责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S3  采购要审批，渠道要合规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到货验收：一书一签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建台账，账物相符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实时清单，救援心中有数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S4  按需领用，登记去向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遗留旧试剂是定时炸弹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定期清查，过期不明当危废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S5  废弃处置交有资质单位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