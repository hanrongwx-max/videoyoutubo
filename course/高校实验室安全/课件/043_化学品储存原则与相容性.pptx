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一瓶化学品真正被取用的时间很短，大部分时间都在柜子或货架上放着。储存不当，比如不相容物混放、容器破损、存量过大，即使操作再规范，也可能在无人时发生泄漏、起火甚至爆炸。</a:t>
            </a:r>
          </a:p>
          <a:p>
            <a:r>
              <a:t>储存是化学品采购、验收、储存、使用、废弃全过程管理中的重要一环（全过程管理见第 037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化学品按主要危险性质（易燃、氧化、腐蚀、毒害等，依据 GB 30000 系列的分类和说明书第 2 部分）分类、分区存放：易燃品、氧化剂、腐蚀品、毒害品分柜，气瓶单独固定存放（见第 131 课）。储存原则参照 GB 15603-2022（以现行文本为准）：分类、分区，禁忌物不混存；储存场所要通风、防火，控制温度和湿度。</a:t>
            </a:r>
          </a:p>
          <a:p>
            <a:r>
              <a:t>同时建好化学品台账，做到账物相符、少存少放；剧毒等管控化学品专人、专柜（加锁）管理（见第 045 课，储存柜见第 044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相互会发生危险反应的化学品叫不相容物（禁配物），必须分开存放：酸和碱放在一起，容器泄漏时会剧烈放热；含氰化物的试剂碰到酸，会放出剧毒气体；氧化剂和易燃物放在一起，可能引起燃烧甚至爆炸。</a:t>
            </a:r>
          </a:p>
          <a:p>
            <a:r>
              <a:t>能不能放在一起，要查说明书第 7 部分（储存条件）和第 10 部分（禁配物）（见第 041 课）。实验室可以张贴常见禁配组合表，随时对照。分开存放可用不同柜子，或在同一柜内用隔板、二次容器隔离，以本校规定为准。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遇水会放出易燃气体或着火的物质（遇湿易燃物品），不能和易燃液体放在同一个房间：一旦易燃液体着火，用水灭火会让遇水危险品反应，火势更大。</a:t>
            </a:r>
          </a:p>
          <a:p>
            <a:r>
              <a:t>遇水危险品要干燥、密封保存，远离水管、水槽和喷淋头（反应性化学品见第 047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很多人习惯按名称拼音或字母顺序摆放试剂，方便查找，但这样不相容的化学品很可能挨在一起。正确做法是先按危险类别分区，在同一类别内部再按名称排序，兼顾安全和查找。</a:t>
            </a:r>
          </a:p>
          <a:p>
            <a:r>
              <a:t>可以在柜门内侧贴上分区示意图，取用后按图放回，避免放错位置。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储存容器本身要合格，无裂纹、无破损，瓶盖完好；还要和所装物质相匹配，考虑是否耐腐蚀、是否能密封，例如某些腐蚀性液体不能用金属容器，见光分解的用棕色瓶。</a:t>
            </a:r>
          </a:p>
          <a:p>
            <a:r>
              <a:t>严禁用饮料瓶、食品容器装试剂，以免误食；不敞口放置，容器下面放托盘。生物样品放进密封、防漏的盒子（生物样品管理见第 6 章）。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每种化学品在柜内都有固定的位置，用完马上放回原处，既方便查找，也避免误放到不相容物旁边。</a:t>
            </a:r>
          </a:p>
          <a:p>
            <a:r>
              <a:t>储存处要通风、阴凉、避光，远离暖气、烘箱等热源，避免阳光直射。需要低温保存的易燃试剂，只能放在防爆冰箱里（化学品冰箱见第 044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实验台面和通风柜是做实验的地方，不是储存化学品的仓库。化学品堆在台面上，容易被碰倒、打翻；一旦着火，台面上的化学品没有任何保护，会使火势迅速扩大。</a:t>
            </a:r>
          </a:p>
          <a:p>
            <a:r>
              <a:t>通风柜里堆满试剂瓶，会挡住气流，降低排风效果（通风柜的正确使用见第 052 课）。实验结束后，把化学品放回指定的储存柜。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化学品不放在地上（易被踢倒），也不放在高处（取放时易掉落、液体会溅到脸上）。</a:t>
            </a:r>
          </a:p>
          <a:p>
            <a:r>
              <a:t>大瓶和腐蚀性液体（如大瓶酸碱）放在柜子下层，下面配耐腐蚀的托盘或二次容器，万一泄漏能接住，不扩散。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储存化学品的货架、柜子要牢固稳定，必要时固定在墙上或地面，防止倾倒。隔板边缘宜有挡边，瓶子不要靠在架边放。</a:t>
            </a:r>
          </a:p>
          <a:p>
            <a:r>
              <a:t>货架不超载，重的、大的放下层，轻的、小的放上层，保持重心稳定。具体设施要求以本校规定为准。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实验室存放化学品的数量是有规定的，存得越多，一旦发生火灾或泄漏，后果越严重。存量够用就好，不囤货；具体限量以学校和学院规定为准，问清楚再存。</a:t>
            </a:r>
          </a:p>
          <a:p>
            <a:r>
              <a:t>放在安全柜以外的易燃液体数量有上限，超出的部分必须放进合格的易燃品安全柜（见第 044 课）。按需领用，用多少领多少，用不完的及时退回或按规定处置。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安全检查时常问：试剂柜里哪里不对？最常见的问题是瓶子没有标签、标签模糊或摆放杂乱。每瓶化学品都要有清楚的标签（自配溶液也要标明名称、浓度、日期和配制人，见第 039 课），摆放整齐。</a:t>
            </a:r>
          </a:p>
          <a:p>
            <a:r>
              <a:t>台账记录每种化学品的入库、领用和剩余量，做到账物相符；台账和说明书联动，方便应急时查找（见第 040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储存的化学品要定期检查：容器和瓶盖有没有腐蚀、裂纹，有没有渗漏，内容物有没有变色、结块、分层等变质迹象，标签是否清楚。</a:t>
            </a:r>
          </a:p>
          <a:p>
            <a:r>
              <a:t>靠在架子边缘的瓶子要往里推。发现问题及时报告实验室负责人处理（安全检查见第 005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柜子深处多年不用的老试剂，可能已经变质、容器老化，有的还会随时间产生危险（如生成过氧化物），是常见隐患。</a:t>
            </a:r>
          </a:p>
          <a:p>
            <a:r>
              <a:t>过期、变质、标签不清的化学品要登记，标签看不清的按未知物上报，交学校统一处置，不得自行倒入下水道或混入生活垃圾（废物收集和处置见第 053、054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答案：C。解析：酸碱、含氰试剂与酸、氧化剂与易燃物都是不相容组合，必须隔开；同类相容的易燃溶剂可放在易燃品柜内。</a:t>
            </a:r>
          </a:p>
          <a:p>
            <a:r>
              <a:t>第 2 题 答案：B。解析：按字母顺序排，不相容物可能挨在一起；应先按危险类别分区，类内再按名称排。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答案：C。解析：不放地上、不放高处，大瓶放下层并配托盘，通风柜和台面不是仓库。</a:t>
            </a:r>
          </a:p>
          <a:p>
            <a:r>
              <a:t>第 4 题 答案：B。解析：应登记后交学校统一处置，标签不清的按未知物上报，不得自行倒掉。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答案：按性质分类分区、不相容物隔离（查说明书第 7、10 部分）；容器合格匹配、固定位置、阴凉通风避光；放低放稳、配托盘、货架牢固；存量够用即可、标签清楚、账物相符；定期检查，过期变质及时清理。解析：储存原则参照 GB 15603-2022，并以本校规定为准。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化学品储存原则与相容性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第5章 化学品安全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58 镜）　适用对象：全体使用和管理化学品的高校本科生、研究生和教职工（必修）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043 · 化学品储存原则与相容性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043 化学品储存原则与相容性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能说出化学品按危险性质分类、分区储存的原则，以及储存场所的基本要求（参照 GB 15603-2022）。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能判断常见不相容组合（酸与碱、氧化剂与易燃物、含氰试剂与酸、遇水危险品与易燃液体）并做到隔离存放，不按字母顺序排放。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能做到容器合格匹配、固定位置、放低放稳、货架防倾倒，台面和通风柜不堆放试剂。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能做到存量够用即可、标签清楚、账物相符、定期检查，过期变质试剂登记后交学校处置。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043 · 化学品储存原则与相容性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043 化学品储存原则与相容性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日起施行）及《危险化学品安全管理条例》（以现行文本为准）：危险化学品分类储存，剧毒化学品专柜、专人管理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15603-2022（以现行文本为准）《危险化学品仓库储存通则》：分类、分区储存，禁忌物不得混存，储存场所通风、防火、温湿度要求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16483-2008（以现行文本为准）《化学品安全技术说明书 内容和项目顺序》：第 7 部分储存条件、第 10 部分禁配物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30000 系列（以现行文本为准）《化学品分类和标签规范》：危险性分类是分类储存的依据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《国家危险废物名录》（以现行文本为准）：过期、变质试剂按危险废物交学校统一处置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号，以现行文本为准）：化学品分类存放、控制存量、建立台账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高校实验室安全检查项目表（以现行文本为准）：存放区通风、不相容化学品隔离、存量和台账要求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043 · 化学品储存原则与相容性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储存不当，就谈不上安全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043 化学品储存原则与相容性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化学品大部分时间都在柜子里放着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储存没做好，操作也谈不上安全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储存是化学品全过程管理的重要一环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一瓶化学品真正被取用的时间很短，大部分时间都在柜子或货架上放着。储存不当，比如不相容物混放、容器破损、存量过大，即使操作再规范，也可能在无人时发生泄漏、起火甚至爆炸。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只重视实验操作，忽视储存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认为放在柜子里就安全了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043 · 化学品储存原则与相容性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按性质分类、分区存放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043 化学品储存原则与相容性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按主要危险性质分类、分区存放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易燃、氧化、腐蚀、毒害、气瓶各用专柜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储存场所通风防火，控制温湿度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建好台账，剧毒等管控化学品专人专柜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化学品按主要危险性质（易燃、氧化、腐蚀、毒害等，依据 GB 30000 系列的分类和说明书第 2 部分）分类、分区存放：易燃品、氧化剂、腐蚀品、毒害品分柜，气瓶单独固定存放（见第 131 课）。储存原则参照 GB 1……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所有试剂混放在一个柜子里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剧毒品和普通试剂放在一起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043 · 化学品储存原则与相容性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不相容物一定隔开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043 化学品储存原则与相容性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酸和碱放一起，泄漏会剧烈放热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含氰试剂碰到酸，会放出剧毒气体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氧化剂和易燃物，绝不能放一起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拿不准，查说明书第 7、10 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相互会发生危险反应的化学品叫不相容物（禁配物），必须分开存放：酸和碱放在一起，容器泄漏时会剧烈放热；含氰化物的试剂碰到酸，会放出剧毒气体；氧化剂和易燃物放在一起，可能引起燃烧甚至爆炸。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酸碱放在同一层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不查禁配物，凭经验摆放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043 · 化学品储存原则与相容性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遇水危险品不与易燃液体同室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043 化学品储存原则与相容性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遇水会着火的物质，不与易燃液体同室存放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遇水危险品干燥密封，远离水源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同室着火时用水灭火会更危险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遇水会放出易燃气体或着火的物质（遇湿易燃物品），不能和易燃液体放在同一个房间：一旦易燃液体着火，用水灭火会让遇水危险品反应，火势更大。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遇水危险品放在水槽下面的柜子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和易燃溶剂放在同一个房间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043 · 化学品储存原则与相容性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不按字母顺序排放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043 化学品储存原则与相容性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按名称或字母顺序排，危险品可能挨在一起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先按危险类别分区，类内再按名称排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柜门贴分区图，放回不出错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很多人习惯按名称拼音或字母顺序摆放试剂，方便查找，但这样不相容的化学品很可能挨在一起。正确做法是先按危险类别分区，在同一类别内部再按名称排序，兼顾安全和查找。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整个试剂柜按字母顺序排列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用完随手放到空位上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043 · 化学品储存原则与相容性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容器合格，与物质匹配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043 化学品储存原则与相容性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容器本身要合格，没有破损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容器材质与物质匹配，耐腐蚀、能密封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不用饮料瓶装试剂，不敞口放置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生物样品放进密封、防漏的盒子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储存容器本身要合格，无裂纹、无破损，瓶盖完好；还要和所装物质相匹配，考虑是否耐腐蚀、是否能密封，例如某些腐蚀性液体不能用金属容器，见光分解的用棕色瓶。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用矿泉水瓶分装试剂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用不耐腐蚀的容器长期存放酸碱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043 · 化学品储存原则与相容性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固定位置，阴凉通风避光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043 化学品储存原则与相容性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每种化学品都有固定位置，用完马上放回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远离热源，避开阳光直射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储存处通风、阴凉、避光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易燃试剂冷藏要用防爆冰箱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每种化学品在柜内都有固定的位置，用完马上放回原处，既方便查找，也避免误放到不相容物旁边。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用完随手放在窗台或台面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易燃试剂放在普通家用冰箱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043 · 化学品储存原则与相容性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台面和通风柜不是仓库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043 化学品储存原则与相容性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台面和通风柜不能当化学品仓库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堆在台面上容易碰倒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着火时台面上的化学品没有任何保护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通风柜堆满试剂会挡住气流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实验台面和通风柜是做实验的地方，不是储存化学品的仓库。化学品堆在台面上，容易被碰倒、打翻；一旦着火，台面上的化学品没有任何保护，会使火势迅速扩大。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常用试剂长期摆在台面上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把通风柜当储存柜用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043 · 化学品储存原则与相容性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放低放稳，大瓶下层配托盘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043 化学品储存原则与相容性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试剂不放地上、不放高处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大瓶酸碱放在柜子下层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配托盘，泄漏时能接住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化学品不放在地上（易被踢倒），也不放在高处（取放时易掉落、液体会溅到脸上）。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大瓶酸放在高于视线的架子上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试剂瓶直接放在地上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043 · 化学品储存原则与相容性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货架牢固，防倾倒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043 化学品储存原则与相容性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货架要牢固，固定在墙上或地面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隔板有挡边，瓶子往里放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不超载，重的放下面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储存化学品的货架、柜子要牢固稳定，必要时固定在墙上或地面，防止倾倒。隔板边缘宜有挡边，瓶子不要靠在架边放。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高货架不固定，一碰就晃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瓶子摆在隔板边缘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043 · 化学品储存原则与相容性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存量控制：够用就好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043 化学品储存原则与相容性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实验室存量够用就好，不囤货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能存多少按学校规定，问清楚再存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柜外易燃液体有上限，超出放进安全柜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按需领用，用多少领多少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实验室存放化学品的数量是有规定的，存得越多，一旦发生火灾或泄漏，后果越严重。存量够用就好，不囤货；具体限量以学校和学院规定为准，问清楚再存。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为了“省事”一次买很多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易燃溶剂大量堆放在柜外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043 · 化学品储存原则与相容性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标签清楚，账物相符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043 化学品储存原则与相容性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每瓶化学品都要有清楚的标签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摆放整齐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台账记录入库、领用、剩余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台账和实物要对得上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安全检查时常问：试剂柜里哪里不对？最常见的问题是瓶子没有标签、标签模糊或摆放杂乱。每瓶化学品都要有清楚的标签（自配溶液也要标明名称、浓度、日期和配制人，见第 039 课），摆放整齐。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自配溶液不贴标签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台账多年不更新，与实物对不上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043 · 化学品储存原则与相容性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经常检查储存容器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043 化学品储存原则与相容性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经常检查储存的容器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看有没有腐蚀、渗漏、变质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靠在架边的瓶子，往里推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储存的化学品要定期检查：容器和瓶盖有没有腐蚀、裂纹，有没有渗漏，内容物有没有变色、结块、分层等变质迹象，标签是否清楚。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试剂放进柜子就多年不看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发现瓶盖锈蚀也不处理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043 · 化学品储存原则与相容性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过期变质试剂及时清理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043 化学品储存原则与相容性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柜子深处的老试剂也是隐患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过期、变质、标签不清的要登记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交学校统一处置，别自己倒掉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柜子深处多年不用的老试剂，可能已经变质、容器老化，有的还会随时间产生危险（如生成过氧化物），是常见隐患。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把过期试剂倒进水槽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老试剂舍不得处理，一直留着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043 · 化学品储存原则与相容性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043 化学品储存原则与相容性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下列哪组化学品可以放在同一储存柜的同一层？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浓盐酸和氢氧化钠溶液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含氰试剂和硫酸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两种同类的有机易燃溶剂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高锰酸钾和乙醇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判断：为了方便查找，试剂柜里的化学品最好全部按名称字母顺序排列。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043 · 化学品储存原则与相容性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043 化学品储存原则与相容性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大瓶酸碱的正确存放位置是：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柜顶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地面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柜子下层，配托盘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通风柜内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判断：过期或标签不清的试剂，可以用大量水稀释后倒入下水道。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043 · 化学品储存原则与相容性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043 化学品储存原则与相容性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简答：实验室化学品储存要做到哪几点？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储存不当，就谈不上安全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按性质分类、分区存放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不相容物一定隔开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遇水危险品不与易燃液体同室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不按字母顺序排放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容器合格，与物质匹配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固定位置，阴凉通风避光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台面和通风柜不是仓库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放低放稳，大瓶下层配托盘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S2  货架牢固，防倾倒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存量控制：够用就好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标签清楚，账物相符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经常检查储存容器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过期变质试剂及时清理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