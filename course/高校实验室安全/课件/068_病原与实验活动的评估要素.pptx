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针对的是一个具体的、已知的病原和一项具体的实验活动：摸清这一株病原、这一种做法会带来什么风险。同一个病原，做核酸提取和做大量培养风险不同；不同病原更不能互相套用。所以没有一张“通用清单”能代替具体评估，每个实验都要专门评估，不能借用别的实验室的评估报告。</a:t>
            </a:r>
          </a:p>
          <a:p>
            <a:r>
              <a:t>在评估、减缓、绩效的 AMP 循环里（见第 065 课），评估是第一步，首先要做的是找出危害。评估的步骤和风险矩阵见第 067 课，本课讲评估时要逐项考虑的要素。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风险评估要以已知的病原信息为依据；不知道是什么，风险就看不清。病原还没有确认时，评估要从严，按较高的防护要求操作，并报单位生物安全委员会审核（定级见第 060 课）。</a:t>
            </a:r>
          </a:p>
          <a:p>
            <a:r>
              <a:t>有几类样本要特别从严对待：经过改造的核酸或生物材料、临床（医院）样本、土壤等环境样本、野生动物来源的样本；即使样本来自看起来健康的人或动物，也可能携带病原。这些样本在没有充分信息之前，风险往高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风险评估像一座冰山：水面上看得见的风险，能评估、能控制；水面下看不见的风险，同样可能出事，比如一个没人知道的过敏、一种新方法里没有先例的问题。没有先例时，常规的问题清单也可能问不到。</a:t>
            </a:r>
          </a:p>
          <a:p>
            <a:r>
              <a:t>所以评估要尽量全面：查资料、问有经验的人、让动手的人参与，对看不见的风险也尽力预判，并在复查时补充（复查见第 067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要看一串判据，可整理成一张清单，分四块：病原本身（分类、致病性、感染剂量、途径、存活、宿主、防治、是否改造）；实验活动（工艺、用量和浓度、步骤多少、参与人数）；人员（培训、健康和免疫状态）；设施与管理（设备、防护、预案、废物、安保）。</a:t>
            </a:r>
          </a:p>
          <a:p>
            <a:r>
              <a:t>各单位可以参照国家标准、行业标准和本校程序，把清单编成本实验室的评估工具（问卷或表格），照着逐项问一遍，评估就成形了。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病原层面的第一问是：它属于哪一类？查《人间传染的病原微生物目录》（以现行版本为准），目录还规定了不同实验活动所需的实验室防护级别。</a:t>
            </a:r>
          </a:p>
          <a:p>
            <a:r>
              <a:t>注意两套编号：国内病原微生物分为四类，第一类危害最大、第四类最小；国际风险组 1 组最低、4 组最高，方向相反（见第 058 课）。阅读国外资料时不能把编号直接套用。分类只是起点，还要继续问后面的各项要素。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一看致病性：暴露后会不会致病，致病性有多强。二看感染剂量：多少量才会引起感染（具体数值查权威资料，不同病原差别很大）；感染剂量越低，越要格外小心。三看暴露后果：引起的疾病有多严重。</a:t>
            </a:r>
          </a:p>
          <a:p>
            <a:r>
              <a:t>培养体积在满足实验需要的前提下尽量小，万一溢洒，量少也更容易控制。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要查清病原从哪里进入人体：吸入气溶胶、皮肤黏膜接触、锐器刺伤，还是误食入口；会不会形成气溶胶经空气传播。还要看传播方式中有没有媒介（如蜱、蚊等）或动物宿主参与，以及会不会人传人。</a:t>
            </a:r>
          </a:p>
          <a:p>
            <a:r>
              <a:t>途径决定控制重点：能经空气传播的，要特别控制产生气溶胶的操作；经血液传播的，要特别防锐器伤。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宿主范围：有的病原能在人、多种动物甚至环境中生存，宿主和来源很多样，有的从环境中吸入就能感染；制定管理方案时要把这些都算上。</a:t>
            </a:r>
          </a:p>
          <a:p>
            <a:r>
              <a:t>环境存活：病原在台面、器材和空气中能存活多久，决定了污染范围和消毒要求（消毒见第 076 课）。本地流行情况：病原在本地流行还是外来，本地人可能已有一定免疫力，外来病原则可能没有。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要问有没有有效的疫苗预防、有没有药物治疗，本地医疗机构能不能及时提供。没有有效的预防和治疗手段，暴露的后果就更严重，风险等级随之升高。</a:t>
            </a:r>
          </a:p>
          <a:p>
            <a:r>
              <a:t>评估要有依据：先查文献、病原资料和已有研究，了解这个病原在实验室里的已知风险和以往的感染事件。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要问这个生物材料有没有做过基因改造。改造可能改变它的特性，带来新的风险，必须重新评估，并按规定报单位生物安全委员会审查；不能直接沿用未改造亲本的结论。</a:t>
            </a:r>
          </a:p>
          <a:p>
            <a:r>
              <a:t>经改造的植物还要问：有没有毒性，能否随花粉传播、传多远，人员有没有培训，是否在封闭条件下操作。转基因生物的风险评估见第 081 课，植物封闭温室见第 082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个病原，操作不同风险不同。评估先问：你拿它做什么？冻存保存风险最低，开展检测风险升高，大量培养风险最高；只提取核酸风险较低，种植改造植物并收集花粉风险较高。培养使病原数量增加，一旦溢洒后果更重。</a:t>
            </a:r>
          </a:p>
          <a:p>
            <a:r>
              <a:t>浓度越高、体积越大，风险也跟着上升。处理高风险样品或操作时，防护措施要相应升级（防护等级见第 060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把整个操作拆成一个个小步骤，每一步问：会不会产生气溶胶（离心、振荡、匀浆、超声、剧烈吹打等）？有没有锐器、溅洒和手接触？把这些风险点标出来。</a:t>
            </a:r>
          </a:p>
          <a:p>
            <a:r>
              <a:t>每一步操作本身的风险都要评估，并写进样本处理方案，对应具体的控制措施，例如移液时沿管壁缓慢放液、在生物安全柜内操作、使用密封离心转子（生物安全柜使用见第 072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评估也要看操作的人：免疫状态、健康状况、过敏史、是否怀孕等。免疫低下的人风险更高，需要额外的防护，或者调整工作安排。</a:t>
            </a:r>
          </a:p>
          <a:p>
            <a:r>
              <a:t>本人应主动向实验室负责人说明过敏、免疫低下等情况，负责人据此调整安排，并对个人健康信息保密（健康告知见第 152 课，医学监护与免疫接种见第 069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可以把病原要素变成一份问卷，用“是”或“否”逐条回答：是病原吗？暴露后会致病吗？经吸入传播吗？经接触传播吗？在环境中稳定吗？经过改造吗？好治吗？</a:t>
            </a:r>
          </a:p>
          <a:p>
            <a:r>
              <a:t>答“是”（或“不好治”）的地方，就是风险点，要对应到具体的控制措施。问卷的条目可按本校评估程序增减。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再看现有控制够不够，问设施与管理：人员培训够不够？有没有应急预案？关键设备（生物安全柜、高压灭菌器等）齐不齐、合格不合格？个人防护够不够？废物怎么处置？安保措施和专门的操作规程有没有？</a:t>
            </a:r>
          </a:p>
          <a:p>
            <a:r>
              <a:t>这些要和实验室负责人一起确认。换了病原，规程要重写，人员要重新培训。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评估要同时看两类风险：生物安全风险——操作人员和周边社区会不会暴露；生物安保风险——样本会不会丢失、被盗或被滥用（生物安保见第 083 课）。两类风险都要放进同一张评估表里打分。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一个结构化案例说明逐步评估的方法：某研究项目收到一批患者血样，怀疑感染某种经蜱叮咬传播的病原，但未确证——镜检没查到病原，抗体检测阳性；该病原已知靠蜱叮咬传播，未见人传人报道。实验室要做的是分离血清，再做免疫检测。</a:t>
            </a:r>
          </a:p>
          <a:p>
            <a:r>
              <a:t>已掌握的信息（途径、是否人传人、要做的操作）就是评估的依据；未确证的部分按从严原则处理。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化评估就是把一个流程拆成单个操作，一步一步评估。本案例拆成八步：接收与初始存放、样本编目、分离血清、免疫检测、检测后样本处置、去污、记录保存、意外暴露的应急处置。后四步常被忽略，也不能漏。</a:t>
            </a:r>
          </a:p>
          <a:p>
            <a:r>
              <a:t>更大范围的流程还包括运输、接收、储存、处理、处置和数据传输，每一步都要评一次。例如接收时先在安全柜内检查样本管的密封和标签（样本接收见第 079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每一步都用风险矩阵（可能性配后果，见第 067 课）打分，例如“接收和存放时意外暴露”可能性低、后果低；颜色分低、中、高、很高，一看就懂。各步汇总成累计矩阵或总表，全程风险一行看清，并找出风险最高的步骤。</a:t>
            </a:r>
          </a:p>
          <a:p>
            <a:r>
              <a:t>总表还能看出风险的变化：例如样本灭活后，被盗滥用的风险就降低了。打分要有依据：做熟了也不能随手把可能性打低，要参考实验记录、事件和险兆报告，不凭感觉。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评估结束时有一个决策点：在现有控制下，残余风险是否可接受？不够低的，进入下一步风险减缓，对每一项风险点对应具体措施（见第 069 课）。</a:t>
            </a:r>
          </a:p>
          <a:p>
            <a:r>
              <a:t>评估结果要写成文件，按本校程序经生物安全委员会审核，再对应到一条条具体措施并落实。评清楚、控到位，再决定是否开展。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答案：B。解析：两套编号方向相反；分类只是评估的起点。</a:t>
            </a:r>
          </a:p>
          <a:p>
            <a:r>
              <a:t>第 2 题 答案：B。解析：冻存最低、检测升高、大量培养最高，浓度和量越大风险越高。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答案：D。解析：病原层面看分类、致病性与感染剂量、途径与媒介、宿主、存活、本地流行、防治和改造。</a:t>
            </a:r>
          </a:p>
          <a:p>
            <a:r>
              <a:t>第 4 题 答案：B。解析：应主动说明，负责人据此调整安排并为个人保密。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答案：B。解析：每一步都要评，后几步也不能漏，汇成总表看全程风险。</a:t>
            </a:r>
          </a:p>
          <a:p>
            <a:r>
              <a:t>第 6 题 答案：病原未确认的样本、经过改造的材料、临床样本、土壤等环境样本、野生动物来源的样本（包括看似健康来源的）。解析：信息不足时风险往高处估，报生物安全委员会审核。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病原与实验活动的评估要素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8 分钟（卡通视频 95 镜）　适用对象：进入生命科学、医学、农学、环境等涉及生物材料实验室的高校本科生、研究生和教职工（必修）；实验室负责人、生物安全员和参与编写风险评估报告的人员重点学习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能说出病原层面的评估要素（分类、致病性与感染剂量、感染途径与媒介、宿主范围、环境存活、本地流行、有无预防治疗、是否经过改造），知道国内病原分类与国际风险组方向相反。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能说出实验活动层面（用途、浓度与培养量、易暴露操作）和人员层面（免疫状态、健康与过敏）的评估要素，以及设施与管理问卷要问什么。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能做到把一个实验流程拆成单步，逐步用风险矩阵打分并汇总，评估结果成文审核后再进入减缓。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能判断未知病原、临床和环境样本等应从严评估，一个病原、一项实验要有专门的评估。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《中华人民共和国生物安全法》（以现行文本为准）：病原微生物实验室分类管理、分级管理，从事实验活动应当遵守有关规定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《病原微生物实验室生物安全管理条例》（以现行文本为准）：病原微生物分类管理；实验活动须在相应级别实验室开展，高致病性病原微生物实验活动须经批准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生物安全通用要求》：风险评估应考虑的要素（生物因子特性、实验活动、人员、设施设备、管理等），评估报告成文并经审核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233（以现行文本为准）《病原微生物实验室生物安全通用准则》：根据病原危害程度和实验活动进行风险评估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《人间传染的病原微生物目录》（国家卫生健康委发布，以现行版本为准）：病原微生物分类和实验活动所需防护级别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《中华人民共和国生物安全法》《农业转基因生物安全管理条例》（以现行文本为准）：经改造的生物须评估并按规定审批（详见第 081 课）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本校实验室生物安全管理办法、风险评估程序和生物安全委员会章程（以本校规定为准）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一个病原、一项实验，一份评估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评估是摸清这一个病原的风险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一个病原一份评估，不能套用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没有通用清单，每个实验专门评估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评估是 AMP 第一步，先找危害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针对的是一个具体的、已知的病原和一项具体的实验活动：摸清这一株病原、这一种做法会带来什么风险。同一个病原，做核酸提取和做大量培养风险不同；不同病原更不能互相套用。所以没有一张“通用清单”能代替具体评估，每个实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借用隔壁实验室或网上的评估报告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同一病原换了实验方法，仍用原来的评估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未知病原和特殊样本从严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病原没弄清，风险看不清，评估从严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临床、土壤、野生动物、改造来源的样本要从严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看着健康的来源，也可能带病原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往高处估，报委员会审核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风险评估要以已知的病原信息为依据；不知道是什么，风险就看不清。病原还没有确认时，评估要从严，按较高的防护要求操作，并报单位生物安全委员会审核（定级见第 060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认为“看起来健康的动物样本没有风险”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病原未确认就按最低级别处理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冰山：看不见的风险也要想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风险像冰山，大半在水面下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看得见的，能评估、能控制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看不见的，如没人知道的过敏，也要预判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评估要全面，看得见看不见都想到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风险评估像一座冰山：水面上看得见的风险，能评估、能控制；水面下看不见的风险，同样可能出事，比如一个没人知道的过敏、一种新方法里没有先例的问题。没有先例时，常规的问题清单也可能问不到。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清单上的项目都打了勾，就认为没有风险了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对没有先例的新方法不做额外考虑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评估清单：病原、活动、人员、设施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评估清单分四块：病原、活动、人员、设施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病原：分类、途径、剂量、能不能治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活动：做什么、用量、几步、几人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照着准则，编成本组的评估工具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评估要看一串判据，可整理成一张清单，分四块：病原本身（分类、致病性、感染剂量、途径、存活、宿主、防治、是否改造）；实验活动（工艺、用量和浓度、步骤多少、参与人数）；人员（培训、健康和免疫状态）；设施与管理（设备、防护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只看病原一块，不看活动、人员和设施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清单项目写了，却不逐项回答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病原：先查分类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第一问：它属于哪一类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查《人间传染的病原微生物目录》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国内第一类最危险，与国际风险组相反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分类只是起点，还要往下问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病原层面的第一问是：它属于哪一类？查《人间传染的病原微生物目录》（以现行版本为准），目录还规定了不同实验活动所需的实验室防护级别。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把国际风险组的编号当成国内分类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只查了分类，不再看操作和人员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病原：致病性、感染剂量与后果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会不会致病，致病性有多强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感染剂量：多少量才会致病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很少的量就能致病，要格外小心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暴露后果有多重；培养体积尽量小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一看致病性：暴露后会不会致病，致病性有多强。二看感染剂量：多少量才会引起感染（具体数值查权威资料，不同病原差别很大）；感染剂量越低，越要格外小心。三看暴露后果：引起的疾病有多严重。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只看是否致病，不看感染剂量和后果严重程度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培养量远超实验需要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病原：感染途径与媒介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从哪里进入人体：吸入、接触、刺伤、食入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会不会形成气溶胶，经空气传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有没有媒介或宿主帮它传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会不会人传人，也要查清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要查清病原从哪里进入人体：吸入气溶胶、皮肤黏膜接触、锐器刺伤，还是误食入口；会不会形成气溶胶经空气传播。还要看传播方式中有没有媒介（如蜱、蚊等）或动物宿主参与，以及会不会人传人。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只考虑自然感染途径，忽略实验室中的气溶胶和刺伤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不了解病原有无媒介和宿主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病原：宿主范围、环境存活、本地流行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有的病原能在多种宿主里生存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有的从环境吸入就能感染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在环境里能活多久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本地流行还是外来，免疫背景不同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宿主范围：有的病原能在人、多种动物甚至环境中生存，宿主和来源很多样，有的从环境中吸入就能感染；制定管理方案时要把这些都算上。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只考虑人是宿主，忽略实验动物和环境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不考虑病原在环境中的存活时间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病原：有无预防治疗和已有研究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有没有疫苗预防，有没有药物治疗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本地能不能及时预防和治疗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先查文献和已有研究，拿到依据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无药可防可治，风险更高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要问有没有有效的疫苗预防、有没有药物治疗，本地医疗机构能不能及时提供。没有有效的预防和治疗手段，暴露的后果就更严重，风险等级随之升高。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凭印象判断“有药可治”，不查资料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不了解本地医疗机构能否处置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病原：是否经过改造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是否做过基因改造，一定要问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改造会带来新风险，要重新评估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植物还要问：会不会随花粉传出去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改造生物的评估见第 081 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要问这个生物材料有没有做过基因改造。改造可能改变它的特性，带来新的风险，必须重新评估，并按规定报单位生物安全委员会审查；不能直接沿用未改造亲本的结论。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认为“改造后的菌株和原来一样”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改造实验不报委员会审查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活动：拿它做什么，量有多大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活动第一问：你拿它做什么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冻存最低，检测升高，大量培养最高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浓度高、量大，风险也跟着涨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风险高的操作，防护相应升级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同一个病原，操作不同风险不同。评估先问：你拿它做什么？冻存保存风险最低，开展检测风险升高，大量培养风险最高；只提取核酸风险较低，种植改造植物并收集花粉风险较高。培养使病原数量增加，一旦溢洒后果更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按冻存样本的风险去做大量培养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随意扩大培养量和浓度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活动：哪些操作容易暴露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标出易产生气溶胶的操作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有没有锐器、溅洒和手接触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把操作拆成小步，标出风险点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每步的风险，写进样本处理方案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把整个操作拆成一个个小步骤，每一步问：会不会产生气溶胶（离心、振荡、匀浆、超声、剧烈吹打等）？有没有锐器、溅洒和手接触？把这些风险点标出来。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只评估病原，不评估具体操作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忽略振荡、吹打等不起眼的气溶胶来源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人员：免疫状态、健康与过敏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评估别只看病原，也要看人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免疫低下的人，要加额外防护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过敏、免疫低下要主动说明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负责人调整安排，并为个人保密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评估也要看操作的人：免疫状态、健康状况、过敏史、是否怀孕等。免疫低下的人风险更高，需要额外的防护，或者调整工作安排。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隐瞒自己的过敏或免疫低下情况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负责人公开传播成员的健康信息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病原问卷：是或否，逐条答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把要素变成问卷，是或否逐条答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会致病吗？经吸入吗？经接触吗？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环境稳定吗？改造过吗？好治吗？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答“是”的地方，就是控制重点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可以把病原要素变成一份问卷，用“是”或“否”逐条回答：是病原吗？暴露后会致病吗？经吸入传播吗？经接触传播吗？在环境中稳定吗？经过改造吗？好治吗？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问卷只打勾不思考，拿不准也随便填“否”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答出风险点却没有对应的控制措施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设施与管理问卷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培训够吗？有应急预案吗？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关键设备齐吗？防护够吗？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废物怎么处置？安保和规程呢？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和负责人一起确认；换病原要重写规程、重新培训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再看现有控制够不够，问设施与管理：人员培训够不够？有没有应急预案？关键设备（生物安全柜、高压灭菌器等）齐不齐、合格不合格？个人防护够不够？废物怎么处置？安保措施和专门的操作规程有没有？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设备过期未检测仍认为“控制够了”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换了病原仍用旧规程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安全和安保两类风险都要评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要评两类：生物安全和生物安保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安全：人员和社区会不会暴露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安保：样本会不会丢失、被盗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评估要同时看两类风险：生物安全风险——操作人员和周边社区会不会暴露；生物安保风险——样本会不会丢失、被盗或被滥用（生物安保见第 083 课）。两类风险都要放进同一张评估表里打分。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只评感染风险，不评样本丢失、被盗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案例：一批疑似感染的血样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一批疑似感染的患者血样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镜检没查到，抗体查到了，未确证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已知靠蜱叮咬传，未见人传人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要做的是分离血清，做免疫检测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以一个结构化案例说明逐步评估的方法：某研究项目收到一批患者血样，怀疑感染某种经蜱叮咬传播的病原，但未确证——镜检没查到病原，抗体检测阳性；该病原已知靠蜱叮咬传播，未见人传人报道。实验室要做的是分离血清，再做免疫检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因为“镜检没查到”就按无感染性样本处理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把流程拆成单步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结构化评估：把流程拆成单步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接收存放、编目、分离血清、检测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处置、去污、记录、应急，也不能漏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每一步插旗，逐一评估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结构化评估就是把一个流程拆成单个操作，一步一步评估。本案例拆成八步：接收与初始存放、样本编目、分离血清、免疫检测、检测后样本处置、去污、记录保存、意外暴露的应急处置。后四步常被忽略，也不能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只评估“检测”这一步，漏掉接收、处置和去污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不把应急处置列入评估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逐步打分，汇成总表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每一步用风险矩阵打分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颜色分低、中、高、很高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汇成累计矩阵，全程风险一行看清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做熟了也别把可能性打低，看记录和险兆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每一步都用风险矩阵（可能性配后果，见第 067 课）打分，例如“接收和存放时意外暴露”可能性低、后果低；颜色分低、中、高、很高，一看就懂。各步汇总成累计矩阵或总表，全程风险一行看清，并找出风险最高的步骤。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凭感觉打分，没有依据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只看单步，不汇总全程风险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决策点：评完再减缓，成文审核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决策点：残余风险够不够低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评完，再进入减缓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评估写成文件，经委员会审核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评清楚、控到位，再做决定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评估结束时有一个决策点：在现有控制下，残余风险是否可接受？不够低的，进入下一步风险减缓，对每一项风险点对应具体措施（见第 069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评估完不做决策，直接开始实验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评估报告不经审核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关于病原分类，正确的是：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国内第一类病原危害最小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国内第一类危害最大，与国际风险组 1 组最低方向相反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国内分类与国际风险组编号完全一致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分类查到后就不用再评估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判断：同一种病原，只做核酸提取和做大量培养，风险是一样的。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下列哪项不属于病原层面的评估要素？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感染途径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有无预防和治疗手段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是否经过改造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实验室的装修颜色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判断：自己有过敏或免疫低下情况，属于个人隐私，不必告诉实验室负责人。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068 · 病原与实验活动的评估要素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068 病原与实验活动的评估要素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对一批疑似感染的血样做结构化评估，正确的做法是：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只评估检测这一步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把流程拆成接收存放、编目、分离、检测、处置、去污、记录、应急等单步，逐步打分再汇总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镜检没查到就按无感染性处理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借用别的实验室的评估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简答：哪些样本要从严评估？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一个病原、一项实验，一份评估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未知病原和特殊样本从严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冰山：看不见的风险也要想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评估清单：病原、活动、人员、设施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病原：先查分类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病原：致病性、感染剂量与后果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病原：感染途径与媒介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病原：宿主范围、环境存活、本地流行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病原：有无预防治疗和已有研究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病原：是否经过改造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活动：拿它做什么，量有多大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活动：哪些操作容易暴露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人员：免疫状态、健康与过敏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病原问卷：是或否，逐条答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设施与管理问卷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安全和安保两类风险都要评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案例：一批疑似感染的血样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把流程拆成单步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逐步打分，汇成总表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K20  决策点：评完再减缓，成文审核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