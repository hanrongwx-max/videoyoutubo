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安全文化是一个集体共同拥有的行为方式、信念、价值观和标志符号。在安全文化好的实验室里，进门戴护目镜、用完清理台面、发现问题马上说，已经成为大家不假思索的习惯，而不是需要别人提醒的规定。</a:t>
            </a:r>
          </a:p>
          <a:p>
            <a:r>
              <a:t>文化不会一夜形成，要靠每个人亲自参与、长期坚持，不只是照着条文做。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检查那天一切都好，不代表真正安全。周五深夜、节假日、一个人又累又赶的时候，是否还戴好防护、按规程操作，才真正反映一个实验室的安全水平。</a:t>
            </a:r>
          </a:p>
          <a:p>
            <a:r>
              <a:t>制度和记录是看得见的“脚手架”，而文化决定没人看着时你怎么做。安全不在文件夹里，而体现在实验台上的每个选择：试剂怎么放、液体怎么倒、废物怎么丢。只靠检查撑着的安全，检查一松就会垮掉。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遵守法律法规和学校制度（合规）是必须做到的底线，但它只告诉你最低要求。即使设备一流、制度齐全，人仍然会为了赶进度跳过步骤——因为环境在暗中奖励“快”，而不是“稳”。</a:t>
            </a:r>
          </a:p>
          <a:p>
            <a:r>
              <a:t>安全文化要做的，是让稳妥比快更受认可：按规程做、停下来问、主动报告险情，都应得到肯定。负责人可以对照自己的实验室、投入和报告情况自问：是在打勾应付检查，还是在建设文化？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的一种划分把安全文化分为五个阶段：第一级，只要不被发现就行，掩盖问题；第二级，出了事故才去整改；第三级，依靠检查和制度推动；第四级，主动预判危险、提前防范；第五级，安全融入每一个决定，成为大家的自觉。</a:t>
            </a:r>
          </a:p>
          <a:p>
            <a:r>
              <a:t>多数单位处在中间阶段，主要靠检查推动。从“靠检查推动”走到“主动预判”，往往需要好几年的坚持。了解所处阶段，有助于找到改进的方向。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实验室本身就有危险，风险有多大，取决于你和身边每个人的行为。安全是双向的：学校和实验室要提供安全条件、规程和培训，每个人也要了解规则、遵守规则、发现隐患。</a:t>
            </a:r>
          </a:p>
          <a:p>
            <a:r>
              <a:t>安全工作保护的不只是自己，还有同伴、公众和环境：一处溢洒及时处理，就不会影响下一个人；废物规范处置，就不会污染环境。这与我国安全生产“全员安全生产责任制”的要求一致——人人有责、各负其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化学品和设备的人，需要三样东西：知识（知道有什么危险）、技能（会正确操作）、态度（愿意把安全放在首位）。其中态度最关键：防护装备再齐全，一分心、一侥幸也会出事。实验室有危险但不必害怕，要专心致志、心存敬畏，开工前先弄清危险。</a:t>
            </a:r>
          </a:p>
          <a:p>
            <a:r>
              <a:t>良好的安全态度包括：重视安全，安全地工作，不冒险，推动身边的安全，为安全承担责任。多数事故不大，常因忘了规程；严重事故也真会发生，遵守规程就能减少。安全与实验质量在实验台前汇合：安全护人，质量护数据和样品，好的科学从安全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培训课程、安全手册提供的只是信息，能不能把知识用到每一次操作中，要靠自己。认真读规程、每一步照着做、积极学习新方法但不自作主张、用完按要求清理，对自己的安全负起首要责任。</a:t>
            </a:r>
          </a:p>
          <a:p>
            <a:r>
              <a:t>建设安全文化，不必等别人先改变：自己先戴好防护、先按规程做，就会影响身边的人。安全也不是做一次就结束的任务，而是天天坚持、不断改进的持续承诺。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安全文化差的实验室，常见的问题是不专业：台面杂乱、标签不清、随意操作、信息不沟通。从采购、使用到处置、消毒，每个环节都要靠专业素养、做事有条理和充分沟通。</a:t>
            </a:r>
          </a:p>
          <a:p>
            <a:r>
              <a:t>工作中要时刻保持警觉：想清楚危险的途径，用好通风柜，穿对防护；周围有谁、在做什么，心中有数，护好自己也护好同伴。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安全文化主要靠沟通和模仿传承：新人看老人怎么做，就跟着怎么做。因此负责人、导师和高年级同学要以身作则——要求学生戴护目镜，自己进实验室也要戴；嘴上一套、手上一套，规定就没人信。</a:t>
            </a:r>
          </a:p>
          <a:p>
            <a:r>
              <a:t>安全需要真实投入：更新老旧设备、配齐应急设施、安排培训时间。看得见的改造比空讲更有说服力，投入什么，就说明重视什么。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责人的言语会传递真实的优先级。讲安全时多说“我们”，少说“你”；分析问题时多看系统原因（流程、设备、安排），少归咎于个人失误；把险情看作大家学到东西的机会，而不是追责的由头；有人因安全原因喊停，要公开表扬。</a:t>
            </a:r>
          </a:p>
          <a:p>
            <a:r>
              <a:t>反过来，一句“赶紧弄完”“今天必须出结果”，就可能催出跳步骤、省防护的捷径。人因与公正文化的进一步讨论见第 011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学院领导、实验室负责人和导师定期走进实验室，比在会议室里强调更管用。到现场多看操作，多问开放性问题（如“这一步你觉得哪里最容易出问题？”），多听一线师生的意见，能发现文件里看不到的隐患。</a:t>
            </a:r>
          </a:p>
          <a:p>
            <a:r>
              <a:t>当大家愿意报告险情和隐患时，问题能在酿成事故之前被发现和解决，报告数量上升、事故减少，是安全文化改善的表现。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事故或险情后，负责人的做法最能检验安全文化：尽快赶到现场，组织处置并按规定报告（实验室负责人→学院→保卫处/实验室管理处）；首先关心受伤和受影响的人；如实通报情况，调查原因，着眼改进系统，而不是找一个替罪羊。</a:t>
            </a:r>
          </a:p>
          <a:p>
            <a:r>
              <a:t>如果负责人推卸、隐瞒或躲闪，大家以后就不愿再报告问题，文化会迅速垮掉。事故报告和调查方法见第 162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叫停不是安全员的专利。任何人发现违规操作、设备异常或直接危及人身安全的情况，都可以喊停：先停止操作，必要时撤离到安全地点，再报告实验室负责人。停下来问清楚，比硬着头皮做更安全。</a:t>
            </a:r>
          </a:p>
          <a:p>
            <a:r>
              <a:t>我国《安全生产法》赋予从业人员拒绝违章指挥和强令冒险作业的权利，以及在紧急情况下停止作业或撤离的权利（学生安全权利见第 004 课）。同时，人人都有遵守规章制度的义务。报告安全问题不应受到责怪，敢叫停的人应当得到肯定。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时刻留意自己在做什么，也看看别人。看到同伴有不安全的行为（如穿着实验服走出实验室、戴着手套摸门把手），先友善地当面提醒，发现问题立即处理。提醒时对事不对人，语气友好。</a:t>
            </a:r>
          </a:p>
          <a:p>
            <a:r>
              <a:t>被提醒的人要虚心接受，说声谢谢，马上纠正（例如回到室内脱下实验服，擦拭刚才碰过的地方）。同一问题反复出现，说明可能有系统原因，应向实验室安全员或负责人反映。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遇到没弄懂、没把握的步骤，先停下来问老师或实验室负责人，问清楚再动手，不要硬做。</a:t>
            </a:r>
          </a:p>
          <a:p>
            <a:r>
              <a:t>规程是在实践中不断改进的。学生是一线使用者，发现规程哪里不清楚、不好用、不安全，可以大胆提出改进建议；好的建议经负责人采纳后写入规程，规程随之更新。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厂和工地每个班次开工前都开班前会，实验室也可以借鉴：每次开始实验前用五分钟，参与者一起说清今天做什么、危险在哪里、出了事怎么办，有疑问当场提出。它不同于新人入职培训，而是每次开工前的例行提醒，形式轻松，贵在坚持。</a:t>
            </a:r>
          </a:p>
          <a:p>
            <a:r>
              <a:t>课题组组会开头可以先讲五分钟安全：通报近期的险情和隐患，请成员讲自己遇到的教训，让大家少走弯路；好的经验和做法写进规程。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设立安全日、安全月等宣传活动，是为了提醒单位和个人履行安全责任，提高安全意识，认识危害、预防事故，让安全文化深入各行各业。我国常见的宣传节点有：每年六月全国“安全生产月”，11 月 9 日全国消防宣传日，5 月 12 日全国防灾减灾日，四月最后一周《职业病防治法》宣传周，4 月 15 日全民国家安全教育日。具体主题和安排以当年官方通知为准。</a:t>
            </a:r>
          </a:p>
          <a:p>
            <a:r>
              <a:t>高校可以结合这些节点开展实验室安全宣传月（周）：组织应急疏散和灭火演练，开展隐患自查和整改，举办安全知识竞赛（答完要讲清道理）、展览、海报和案例分享，组织安全承诺签名等。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答案：B。解析：合规是底线，文化定高度；只靠检查撑着，一松就垮。</a:t>
            </a:r>
          </a:p>
          <a:p>
            <a:r>
              <a:t>第 2 题 答案：B。解析：人人都可以叫停，先停止、必要时撤离，再报告负责人。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答案：C。解析：推卸躲闪会让大家不再报告问题，文化就会垮掉。</a:t>
            </a:r>
          </a:p>
          <a:p>
            <a:r>
              <a:t>第 4 题 答案：C。解析：友善提醒、虚心接受；反复出现的问题向安全员反映。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答案：D。解析：安全宣传应常态化，结合各宣传节点开展演练、自查、竞赛等活动。</a:t>
            </a:r>
          </a:p>
          <a:p>
            <a:r>
              <a:t>第 6 题 答案：今天做什么、危险在哪里、出了事怎么办。解析：每次开工前都讲，有疑问当场问。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安全文化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75 镜）　适用对象：全体进入高校实验室的师生（必修）；学院领导、实验室负责人、导师和实验室安全员重点学习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能说出安全文化的含义、“合规是底线、文化定高度”的道理和安全文化的五个阶段。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能做到：对自己的安全负责，发现危险敢于叫停，友善提醒同伴、虚心接受提醒，有疑问就问。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能说出负责人在示范、安全语言、走到现场和事故后处理中的做法。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能组织或参与实验前五分钟安全提醒、组会安全分享和安全月等宣传活动。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《中华人民共和国安全生产法》（以现行文本为准）：全员安全生产责任制；从业人员有权拒绝违章指挥和强令冒险作业，发现直接危及人身安全的紧急情况有权停止作业或撤离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号，以现行文本为准）：安全宣传教育与安全文化建设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《教育部关于加强高校实验室安全工作的意见》（教技函〔2019〕36 号，以现行文本为准）：营造实验室安全文化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教育部高校实验室安全检查项目表（以现行文本为准）：安全教育与宣传活动类检查项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要求及使用指南》：领导作用和工作人员的协商与参与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全国“安全生产月”、消防宣传日、防灾减灾日等宣传活动（以当年官方通知为准）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本校实验室安全文化建设与安全教育活动安排（以本校规定为准）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安全文化：不假思索的共同习惯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安全文化是一群人共同的习惯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由行为、信念、价值和符号组成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好习惯做到不用想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不是一夜养成，要人人亲自参与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安全文化是一个集体共同拥有的行为方式、信念、价值观和标志符号。在安全文化好的实验室里，进门戴护目镜、用完清理台面、发现问题马上说，已经成为大家不假思索的习惯，而不是需要别人提醒的规定。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认为安全文化就是贴标语、喊口号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没人看着时，你怎么做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手册写得再好，也可能只在架上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没人看着时怎么做，由文化决定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安全不在文件夹里，在实验台上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只靠检查撑着，一松就垮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检查那天一切都好，不代表真正安全。周五深夜、节假日、一个人又累又赶的时候，是否还戴好防护、按规程操作，才真正反映一个实验室的安全水平。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迎检时整理一番，平时照旧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没人在时省略防护和步骤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合规是底线，文化定高度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合规是底线，告诉你最低要求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设备一流，人还是会为赶快跳步骤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要让稳妥比快更受认可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是打勾应付，还是建设文化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遵守法律法规和学校制度（合规）是必须做到的底线，但它只告诉你最低要求。即使设备一流、制度齐全，人仍然会为了赶进度跳过步骤——因为环境在暗中奖励“快”，而不是“稳”。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认为检查合格就万事大吉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表扬“又快又多”，忽视是否按规程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安全文化的五个阶段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最低一级：不被发现就行，掩盖问题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第二级：出了事才去整改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第三级：靠检查和制度推着走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第四、五级：主动预判，安全融入每个决定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提升一级要好几年，贵在坚持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常见的一种划分把安全文化分为五个阶段：第一级，只要不被发现就行，掩盖问题；第二级，出了事故才去整改；第三级，依靠检查和制度推动；第四级，主动预判危险、提前防范；第五级，安全融入每一个决定，成为大家的自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发现问题先想着瞒，而不是报告和整改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人人有责：安全是大家的事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安全不是一个人的事，是大家的事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风险大小取决于你和身边的人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护好自己，也护好同伴、公众和环境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有规程、有培训，人人讲安全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实验室本身就有危险，风险有多大，取决于你和身边每个人的行为。安全是双向的：学校和实验室要提供安全条件、规程和培训，每个人也要了解规则、遵守规则、发现隐患。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认为安全是安全员和老师的事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只管自己，不在意给别人留下的隐患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知识、技能，更要态度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安全需要知识、技能，更需要态度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装备再全，一分心也会出事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重视安全，不冒险，主动承担责任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好的科学从安全开始；守规就能减少事故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化学品和设备的人，需要三样东西：知识（知道有什么危险）、技能（会正确操作）、态度（愿意把安全放在首位）。其中态度最关键：防护装备再齐全，一分心、一侥幸也会出事。实验室有危险但不必害怕，要专心致志、心存敬畏，开工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认为安全会耽误科研进度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抱着“这次应该没事”的侥幸心理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最终责任在自己，改变从我做起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课程和手册只是信息，用起来靠自己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对你安全负最大责任的，是你自己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改变先从自己做起，不等别人先动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安全不是一次任务，要天天坚持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培训课程、安全手册提供的只是信息，能不能把知识用到每一次操作中，要靠自己。认真读规程、每一步照着做、积极学习新方法但不自作主张、用完按要求清理，对自己的安全负起首要责任。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把安全全部寄托在老师和制度上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觉得“大家都不戴，我戴显得另类”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专业、审慎、时刻警觉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安全文化差，常因为不专业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人人负责，凡事审慎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采购到处置全流程，靠素养、条理和沟通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时刻警觉，周围情况心中有数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安全文化差的实验室，常见的问题是不专业：台面杂乱、标签不清、随意操作、信息不沟通。从采购、使用到处置、消毒，每个环节都要靠专业素养、做事有条理和充分沟通。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台面杂乱、试剂不贴标签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只顾埋头做自己的，对周围情况一无所知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说到做到，投入什么就是重视什么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要求别人做的，自己先做到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嘴上一套手上一套，没人信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老人怎么做，新人就跟着学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看得见的投入，比空讲更有说服力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安全文化主要靠沟通和模仿传承：新人看老人怎么做，就跟着怎么做。因此负责人、导师和高年级同学要以身作则——要求学生戴护目镜，自己进实验室也要戴；嘴上一套、手上一套，规定就没人信。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导师要求学生防护，自己却不戴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安全经费总是“以后再说”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负责人的安全语言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负责人关注什么，大家就重视什么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多说“我们”和系统，少说某人失误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险情是学习的机会；有人喊停要表扬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别说“赶紧弄完”，那会催出捷径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负责人的言语会传递真实的优先级。讲安全时多说“我们”，少说“你”；分析问题时多看系统原因（流程、设备、安排），少归咎于个人失误；把险情看作大家学到东西的机会，而不是追责的由头；有人因安全原因喊停，要公开表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出了险情先批评当事人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催进度时忽略安全条件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走到现场，多看多听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负责人走到现场，比开会更管用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多问开放问题，多看，多听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鼓励报告，险情报告多了事故往往少了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学院领导、实验室负责人和导师定期走进实验室，比在会议室里强调更管用。到现场多看操作，多问开放性问题（如“这一步你觉得哪里最容易出问题？”），多听一线师生的意见，能发现文件里看不到的隐患。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负责人只开会、发文件，从不进实验室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出了事，负责人怎么做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负责人要尽快到场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先关心受影响的人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如实通报，找原因，不找替罪羊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推卸躲闪，文化就会垮掉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事故或险情后，负责人的做法最能检验安全文化：尽快赶到现场，组织处置并按规定报告（实验室负责人→学院→保卫处/实验室管理处）；首先关心受伤和受影响的人；如实通报情况，调查原因，着眼改进系统，而不是找一个替罪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出事后隐瞒不报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只处分当事人，不查系统原因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发现危险，敢于叫停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发现危险或违规，人人都可以喊停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停下来、撤离，再报告负责人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违章指挥、强令冒险，可以拒绝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报告安全问题不会受责怪；敢叫停的人值得肯定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叫停不是安全员的专利。任何人发现违规操作、设备异常或直接危及人身安全的情况，都可以喊停：先停止操作，必要时撤离到安全地点，再报告实验室负责人。停下来问清楚，比硬着头皮做更安全。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看到危险不好意思开口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被要求冒险操作时不敢拒绝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同伴友善提醒，虚心接受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看到问题，先友善地当面提醒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被提醒时说谢谢，马上纠正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提醒的是问题，不是针对人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反复出现的问题，向安全员反映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时刻留意自己在做什么，也看看别人。看到同伴有不安全的行为（如穿着实验服走出实验室、戴着手套摸门把手），先友善地当面提醒，发现问题立即处理。提醒时对事不对人，语气友好。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看到同学违规，碍于面子不说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被提醒后不服气、争辩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有疑问就问，有建议就提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哪一步没把握，先停下来问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不懂别硬做，问清楚再动手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规程哪里不好用，学生也能提建议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好建议采纳了，规程就更新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遇到没弄懂、没把握的步骤，先停下来问老师或实验室负责人，问清楚再动手，不要硬做。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怕被笑话，不懂也不问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觉得规程不合理，就自行其是而不提建议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实验前五分钟，组会讲安全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工地有班前会，实验室也可以有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讲清做什么、危险在哪、出事怎么办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每次开工前都讲，有疑问当场问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组会开头讲五分钟安全，分享教训，好经验写进规程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工厂和工地每个班次开工前都开班前会，实验室也可以借鉴：每次开始实验前用五分钟，参与者一起说清今天做什么、危险在哪里、出了事怎么办，有疑问当场提出。它不同于新人入职培训，而是每次开工前的例行提醒，形式轻松，贵在坚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认为班前提醒只是走过场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出了险情悄悄处理，不在组内分享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安全日、安全月和宣传活动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我国有一串安全宣传节点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六月安全生产月，11 月 9 日消防宣传日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5 月 12 日防灾减灾日，四月职业病防治法宣传周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安全月：组织演练、隐患自查、知识竞赛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设立安全日、安全月等宣传活动，是为了提醒单位和个人履行安全责任，提高安全意识，认识危害、预防事故，让安全文化深入各行各业。我国常见的宣传节点有：每年六月全国“安全生产月”，11 月 9 日全国消防宣传日，5 月 12……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宣传活动搞成形式，与实验室实际脱节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关于安全文化，下列说法正确的是：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检查合格就说明安全文化好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安全文化决定没人看着时怎么做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安全文化就是贴标语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有了完善制度就不需要文化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判断：发现同学操作中有直接危及安全的情况，只有安全员才有权叫停。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实验室发生险情后，负责人下列哪种做法有利于安全文化？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隐瞒不报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只处分当事人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尽快到场，先关心受影响的人，如实通报、查找系统原因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要求大家不要外传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看到同学穿着实验服去食堂，最好的做法是：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装作没看见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当众批评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友善地当面提醒，对事不对人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拍照发群里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010 · 安全文化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010 安全文化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下列哪一项不是我国常见的安全宣传节点？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六月全国安全生产月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11 月 9 日消防宣传日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5 月 12 日防灾减灾日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每年只在发生事故后才开展宣传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简答：实验前五分钟安全提醒应讲哪三件事？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安全文化：不假思索的共同习惯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没人看着时，你怎么做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合规是底线，文化定高度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安全文化的五个阶段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人人有责：安全是大家的事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知识、技能，更要态度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最终责任在自己，改变从我做起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专业、审慎、时刻警觉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说到做到，投入什么就是重视什么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负责人的安全语言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走到现场，多看多听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出了事，负责人怎么做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发现危险，敢于叫停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同伴友善提醒，虚心接受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有疑问就问，有建议就提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实验前五分钟，组会讲安全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安全日、安全月和宣传活动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