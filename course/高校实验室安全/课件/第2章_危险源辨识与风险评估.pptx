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  <a:p>
            <a:r>
              <a:t>同一瓶浓酸，密封存放在酸柜里时危害高、风险低；在敞开的台面上倒酸又不戴面罩，风险就陡然升高。危害本身没有变，变的是用量和暴露方式。所以降低风险的首选办法之一，就是减少用量、减少暴露（第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  <a:p>
            <a:r>
              <a:t>同样的物质、同样的用量，使用场所不同，风险完全不同。评估时要写明在什么地方操作，并检查通风柜是否正常运行（第 052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  <a:p>
            <a:r>
              <a:t>实验室里是同样的道理：危害一直存在，但在不同条件下风险不同；做好基本防护（护目镜、实验服、手套，规范操作），就能明显降低受伤的风险。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  <a:p>
            <a:r>
              <a:t>降低风险：把滴定管取下或降到低于视线的高度，插上小漏斗，用小烧杯缓慢加液，洒落的可能性就小了；再戴好护目镜和手套，减少暴露。这样风险就降到了较低水平。加液后取下漏斗再读数（滴定操作见第 166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  <a:p>
            <a:r>
              <a:t>但评估到这里还漏了一个危害：浓硫酸遇水会放出大量的热，如果把水倒进浓酸里，局部剧烈放热会导致酸液沸腾飞溅。正确做法是把浓酸沿玻璃棒或器壁慢慢加入水中，边加边搅拌。这个例子说明：评估完成后要回头再查一遍，看看有没有漏掉的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作经验，毕业时已相当熟练，同一操作的出错可能性大不一样。三是多大风险可以接受：一般要降到低风险，但不同人判断不同，采取的措施也就不同。</a:t>
            </a:r>
          </a:p>
          <a:p>
            <a:r>
              <a:t>因此评估不能只靠个人，应由导师、安全员和操作者共同讨论，参照本实验室已有的评估记录和本校要求，请有经验的人把关。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  <a:p>
            <a:r>
              <a:t>以回流反应为例，动手前要查清：每种试剂有什么危害；反应会不会剧烈放热、放出气体；所用溶剂是否易燃、需要什么加热方式；应采取哪些防护和应急措施。想清楚、写下来，再动手。说明书各部分的读法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  <a:p>
            <a:r>
              <a:t>分析时要综合考虑：物质本身的性质；用量和与人、与其他物质的距离；房间条件（通风、火源、空间、应急设施）；人的因素（经验、疲劳、是否单独操作）；以及以往同类事故的教训（第 013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  <a:p>
            <a:r>
              <a:t>以高处作业为例：没有护栏有坠落危险，只做了培训，仍是高风险；加装护栏后坠落的可能性降下来，变为低风险。最后写明由谁负责落实。确定措施时按控制层级优先选择替代和工程控制，再用管理措施和个人防护（第 017 课）。以用电为例，评估后要修复损坏的设备、做好绝缘、装上保护装置，记录下来并培训到人，定期复查，发生事故或更换设备时也要复查。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风险评估不能只在脑子里，必须形成书面记录，签名并写明日期，并与操作规程、培训记录相衔接：评估中确定的措施要写进规程，并培训到每个操作者。</a:t>
            </a:r>
          </a:p>
          <a:p>
            <a:r>
              <a:t>评估表由实验室负责人审核；高风险实验按本校规定报学院审批，必要时报学校。评估结果要讲给每个参与实验的人，签字确认已知晓；锁在抽屉里没人看的评估等于白做。评估记录要妥善保存，供检查和复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风险评估要团队参与：导师和负责人把关，做实验的人必须参与评估过程，对不清楚的地方当场提出，看懂了、确认措施能做到位，再签字确认。</a:t>
            </a:r>
          </a:p>
          <a:p>
            <a:r>
              <a:t>评估还要定期复查。每次实验结束后不妨回头想一想：上一次实验漏掉了什么危险？出现过什么险情或未遂事件？把发现的问题补进评估和规程。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  <a:p>
            <a:r>
              <a:t>涉及高致病性病原微生物等的实验活动，须按《病原微生物实验室生物安全管理条例》（以现行文本为准）在相应级别的实验室开展并经批准（第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答案：B。解析：浓酸遇水大量放热，水倒入酸中会沸腾飞溅。</a:t>
            </a:r>
          </a:p>
          <a:p>
            <a:r>
              <a:t>第 2 题 答案：B。解析：降低高度、用合适器皿减少洒落可能，佩戴防护减少暴露。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答案：B。解析：危害相同，但暴露方式不同，风险差别很大。</a:t>
            </a:r>
          </a:p>
          <a:p>
            <a:r>
              <a:t>第 4 题 答案：D。解析：锁在抽屉里没人看的评估等于白做，结果要人人知晓。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答案：严重程度难判断；可能性取决于经验；多大风险可接受各人判断不同。解析：所以要多人讨论、请有经验的人把关。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具，也是把作业分解开、帮助每个人看懂身边危害的手段。</a:t>
            </a:r>
          </a:p>
          <a:p>
            <a:r>
              <a:t>对动火、受限空间、高处作业等危险作业，工作危害分析表通常附在作业审批单（作业票）上，开工前向每个作业人员讲解（特殊作业见第 12 章）。与第 014 课的风险评估相比，工作危害分析更关注“具体怎么做的每一步”，两者可以结合使用。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和个人防护（第 017 课）。</a:t>
            </a:r>
          </a:p>
          <a:p>
            <a:r>
              <a:t>以“领取一箱试剂并上架”为例：搬运——弯腰搬重物易伤腰背，用推车；拆箱——刀具易割伤，用安全刀、刀口朝外；上架——高处放置易坠落砸伤，重的、液体的放低层，不相容物分开。分析表按“步骤、危害、措施”三栏一一对应；只列出作业频率和所需技能，抓不住具体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  <a:p>
            <a:r>
              <a:t>例如：“在试剂架前（环境），上架的人和旁边经过的人（暴露），踮脚把大瓶液体放到最高层时（触发），瓶子滑落碎裂，液体溅到脸和眼睛（后果）。”写全这四点，别人一看就明白风险所在，也便于对症确定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两人抬，搬起时靠近身体、屈膝、不扭腰（人机工效见第 13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  <a:p>
            <a:r>
              <a:t>不知道危害分析怎么做，就问导师和安全员；一次失误、一个人的经验，大家一起学。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  <a:p>
            <a:r>
              <a:t>这份分析就是编写安全操作规程（SOP）的骨架：步骤成为规程的操作步骤，措施成为每一步的安全要求（SOP 编写见第 019 课）。开工前，把分析内容讲给每个参与的人。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答案：A。解析：步骤、危害、措施三栏一一对应。</a:t>
            </a:r>
          </a:p>
          <a:p>
            <a:r>
              <a:t>第 2 题 答案：B。解析：天天动手的人最清楚哪里危险，应团队一起做。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答案：B。解析：出过伤害的作业排第一，其次是未遂和后果严重的作业。</a:t>
            </a:r>
          </a:p>
          <a:p>
            <a:r>
              <a:t>第 4 题 答案：C。解析：描述要说清动作和伤到哪里，才能对症下措施。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答案：环境（在哪里发生）、暴露（伤到谁或损坏什么）、触发（什么动作或条件引发）、后果（不加控制最可能出什么事）。解析：四点写全，别人一看就明白风险。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风险管理的四步是识别危害、评估风险、降低风险、做好应急准备（第 014 课）。本课假定危害已经识别、风险已经评估，讲第三步：怎样把风险降下来。</a:t>
            </a:r>
          </a:p>
          <a:p>
            <a:r>
              <a:t>实验室里大家熟悉的规则，其实都来自“降低风险”：在通风柜里操作，是为了不吸入有害气体和蒸气；戴护目镜，是防止腐蚀性物质伤眼；可能伤到皮肤，就戴手套、穿实验服。安全管理要做的就是消除、减少和控制危害，例如换用低毒试剂、使用通风柜、减少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的底层是个人防护。</a:t>
            </a:r>
          </a:p>
          <a:p>
            <a:r>
              <a:t>层级越往上效果越好、越可靠，越往下越依赖人。选择措施时要从上往下想：能消除的先消除，不能消除的考虑替代，再用工程控制和管理控制，个人防护放在最后。以用电为例：最好是把危害去掉；去不掉就换成更安全的特低电压；再靠绝缘、接地、断路器和漏电保护；然后是作业许可、挂牌和培训；最后才是绝缘手套等个人防护。国内 GB/T 45001-2020（以现行文本为准）也规定了同样的控制顺序。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  <a:p>
            <a:r>
              <a:t>不少实验室恰恰做反了：大批采购手套等防护用品，却舍不得在通风、隔离、改进方法等上层措施上投入。“戴上手套就行”这句话最危险，它让人跳过了更有效的措施。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作失误。</a:t>
            </a:r>
          </a:p>
          <a:p>
            <a:r>
              <a:t>只靠个人防护，就是赌人一次都不出错。时间一长、次数一多，这个赌一定会输。所以越是高风险、经常重复的操作，越要在上层想办法。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  <a:p>
            <a:r>
              <a:t>在实验中，消除往往来自实验设计的改变。原片案例中，一个实验室改进了分析方法，去掉了一种疑似致癌物，验证新方法花了约半年，却从此结束了多年的暴露。能用不含危险物质的方法完成实验，就不要使用危险物质（化学实验的具体做法见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电压（特低电压）的防爆型灯具（具体要求以现行标准和本校规定为准）。</a:t>
            </a:r>
          </a:p>
          <a:p>
            <a:r>
              <a:t>替代时要确认新物质、新方法本身的危害确实更小，并重新做风险评估（第 019 课）。原片案例中，换用溶剂后废物也大大减少，说明安全和绿色可以一起实现。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环境；机械的转动部件装上防护罩，并加装急停和自动停机装置。</a:t>
            </a:r>
          </a:p>
          <a:p>
            <a:r>
              <a:t>工程控制的优点是靠设备起作用，不依赖人每次都记得规矩，耐用、可靠，是实验室的主力措施。各类设施的使用方法见相应专题课（通风柜第 051–052 课，生物安全柜第 071–072 课，机械防护第 126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施、怎么用，要问清楚、用起来。</a:t>
            </a:r>
          </a:p>
          <a:p>
            <a:r>
              <a:t>有测验题说“工程控制是最有效的控制措施”，这种说法不准确：工程控制比管理控制和个人防护更可靠，但在层级中排第三，消除和替代的效果更好。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  <a:p>
            <a:r>
              <a:t>在实验室里，管理控制还包括：扩大反应规模等变更要先审批（第 019 课）；高风险操作安排在有人支援的时段，不单独做，结伴进行；危险作业实行审批或许可；安排好人员和时间。任何人发现不安全情况，都可以叫停。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026 课）；三是操作规程，这一项最重要，把每一步写清楚，谁来做都一样安全（第 019 课）。</a:t>
            </a:r>
          </a:p>
          <a:p>
            <a:r>
              <a:t>先有安全规程，再做培训，再按需要戴好个人防护，三者配合使用。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落实（检查与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决问题。</a:t>
            </a:r>
          </a:p>
          <a:p>
            <a:r>
              <a:t>但“最后一道防线”不等于可以不要：上层措施做足了，防护用品照样要按规定佩戴，不能用防护代替上层措施，也不能因为有上层措施就不戴防护。防护用品要选得对、穿得好，关键时刻才能真正保护人（选择方法见第 021–025 课）。学校和实验室应按规定配备合格的个体防护装备。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  <a:p>
            <a:r>
              <a:t>应按本校规定报告实验室负责人，分析原因（第 161 课），把前面层级的漏洞补上，而不是只换一副新手套继续做。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  <a:p>
            <a:r>
              <a:t>高危操作要几层措施同时上。制定措施时要问自己：主要措施失效时，有没有其他层兜底？从塔尖往下逐层建立，别让一个小失误击穿唯一的防线。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  <a:p>
            <a:r>
              <a:t>进入科研阶段后，实验由自己在导师指导下设计，就要从顶层开始考虑消除和替代（第 015、018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  <a:p>
            <a:r>
              <a:t>不得擅自拆除、改装或绕过安全设施。设施修好并经确认后，才能恢复实验（隐患整改见第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答案：B。解析：越往上越有效、越可靠，个人防护是最后一道防线。</a:t>
            </a:r>
          </a:p>
          <a:p>
            <a:r>
              <a:t>第 2 题 答案：B。解析：工程控制比管理控制和个人防护更可靠，但排第三，消除和替代更有效。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答案：B。解析：多层防护要组合使用，上层措施做足了，防护用品照样要戴。</a:t>
            </a:r>
          </a:p>
          <a:p>
            <a:r>
              <a:t>第 4 题 答案：B。解析：危害去不掉，换成更安全的物质，属于替代。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答案：C。解析：工程控制失效要停止操作并报告，不擅自拆改。</a:t>
            </a:r>
          </a:p>
          <a:p>
            <a:r>
              <a:t>第 6 题 答案：个人防护依赖每个人每次都选对、戴好、不出错，一疲劳、着急、分心就会失效。解析：所以要优先采用上层措施，并多层组合。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风险评估实例与书面记录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适用对象：全体进入高校实验室的本科生、研究生和教职工（必修）；开展新实验的研究生、导师和实验室安全员重点学习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能用实例说明用量、暴露方式和场所怎样决定风险高低。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能对“往滴定管里倒强酸”“稀释浓硫酸”做简单的风险评估，并提出降低风险的做法。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能说出评估的三个难点，以及用安全技术说明书和危害分析做实验前评估的要点。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能做到：填写风险评估表，经审核审批后让每个参与者知晓并签字，定期复查。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《中华人民共和国安全生产法》（以现行文本为准）：安全风险评估、管控措施和告知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号，以现行文本为准）：实验项目风险评估、危险性实验审批与记录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要求及使用指南》：风险评价与工作人员参与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本校实验室安全风险评估表与危险性实验审批规定（以本校规定为准）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用量和暴露方式决定风险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浓硝酸既是强酸，又是强氧化剂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一滴好控制，沾到皮肤能马上冲掉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一大摊洒在腿上，伤害就严重得多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危害没变，变的是用量和暴露方式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认为“这瓶酸一直放着没事”，倒酸时也不加防护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场所决定风险：乙醚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乙醚蒸气不能随便吸入，而且极易燃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在敞开台面上用，吸入风险大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放进通风柜，吸入的可能大大降低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在哪儿用，决定了风险高低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在敞开台面上倾倒、蒸发易挥发溶剂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生活里的例子：雷电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雷电是已知的危害，晴天被雷击风险很低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雷雨天待在室内就能降低风险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在户外要远离大树、旗杆等高处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实验室同理：做好基本防护就能降风险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认为危害存在就一定会受伤，或者危害看不见就不会受伤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案例一：往滴定管里倒强酸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把滴定管举过头顶往上倒，最容易洒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严重程度按浓度为中或高，可能性看器皿和手稳不稳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合起来是中到高风险，要改进做法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滴定管放低、用漏斗和小烧杯加液，戴护目镜手套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把滴定管举过头顶或站在凳子上加液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直接用大试剂瓶往滴定管里倒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案例二：稀释浓硫酸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浓硫酸腐蚀皮肤和眼睛，严重程度高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可能性为中，总体中到高风险，戴护目镜和耐酸手套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别漏了放热危害：浓酸遇水大量放热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应把酸慢慢加入水中，边加边搅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把水倒进浓硫酸里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只评估腐蚀性，漏掉放热危害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评估的三个难点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难点一：严重程度难判断，要懂毒性、接触限值和闪点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难点二：可能性取决于你的经验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难点三：多大风险可接受，各人判断不同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多人讨论，请有经验的人把关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新手按老手的熟练程度估计可能性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看不懂说明书上的数据就跳过不评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看说明书，是为了实验前评估风险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查清不相容物，别让它们碰在一起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查清会不会剧烈放热、放气，溶剂易燃吗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想好防护和应急措施，再动手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只读主要试剂的说明书，忽略溶剂和副产物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不查不相容物，把试剂混放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危险化学品先做危害分析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会剧烈反应的危险化学品，用之前先做危害分析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请懂行的人一起分析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可能怎么着火爆炸，后果多严重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看物质性质、用量和距离、房间条件、人的因素和事故教训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一个人凭感觉分析高危实验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只看物质性质，不看用量和房间条件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填写风险评估表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评估表各栏要填清楚：危害、后果、风险、措施、负责人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只靠培训，风险可能仍然很高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加装硬措施后可能性降低，变成低风险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写明谁落实、何时完成，出事怎么处理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措施栏只写“注意安全”“加强培训”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没有写明落实人和完成时间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评估要成文、审批、人人知晓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没写下来的评估，等于没评估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签名、写日期，和规程、培训记录挂钩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负责人审核，高风险报学院审批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结果讲给每个参与的人，签字确认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风险评估不能只在脑子里，必须形成书面记录，签名并写明日期，并与操作规程、培训记录相衔接：评估中确定的措施要写进规程，并培训到每个操作者。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评估表锁在抽屉里，操作者从没看过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事后补填评估表应付检查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人人参与，回头查漏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评估不是老师一个人的事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做实验的人要参与，有疑问当场问清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看懂了、做到位，再签字确认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回头想想：上次实验漏掉了什么危险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风险评估要团队参与：导师和负责人把关，做实验的人必须参与评估过程，对不清楚的地方当场提出，看懂了、确认措施能做到位，再签字确认。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不看内容直接签字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评估做完从不复查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复现别人的实验也要先评估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照别人的报告复现实验，也要先评估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看本实验室条件够不够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导师和负责人同意后再做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涉及高致病性病原微生物的须经批准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认为“文献里别人做过”就不用评估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评估风险是你将来的责任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课程实验大多已由教师评估和设计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将来做科研，评估风险就是你的责任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从现在起练好这项本领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认为风险评估只是老师和管理部门的事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稀释浓硫酸的正确做法是：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把水快速倒入浓硫酸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把浓硫酸沿玻璃棒慢慢加入水中，边加边搅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把两者同时倒入烧杯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先加热浓硫酸再加水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往滴定管里加强酸，下列做法最能降低风险的是：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把滴定管举过头顶直接用试剂瓶倒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把滴定管放低，用漏斗和小烧杯缓慢加液，戴护目镜和手套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站在凳子上加液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加快速度，缩短时间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判断：同一瓶浓酸，密封在酸柜里和在敞开台面上倾倒，危害和风险都相同。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关于书面风险评估，下列说法错误的是：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要签名、写日期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高风险实验按规定报学院审批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评估结果讲给每个参与者并签字确认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评估表交给导师保存即可，操作者不必看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简答：风险评估的三个难点是什么？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用量和暴露方式决定风险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场所决定风险：乙醚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生活里的例子：雷电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案例一：往滴定管里倒强酸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案例二：稀释浓硫酸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评估的三个难点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危险化学品先做危害分析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填写风险评估表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评估要成文、审批、人人知晓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人人参与，回头查漏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复现别人的实验也要先评估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评估风险是你将来的责任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工作危害分析（JHA）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55 镜）　适用对象：全体进入高校实验室的本科生、研究生和教职工（必修）；导师、实验室负责人、安全员和编写操作规程的人员重点学习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能说出工作危害分析（工作安全分析）的定义、目的和四个步骤。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能做到：把一项作业拆成步骤，按“在哪、伤谁、怎么引发、什么后果”具体描述每个危害并配上控制措施。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能判断哪些作业应优先分析，以及为什么要先查事故和未遂记录、让动手的人参与。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能说出工作危害分析与操作规程、未遂事件的关系。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《中华人民共和国安全生产法》（以现行文本为准）：危险源辨识、安全风险分级管控，从业人员参与和知情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号，以现行文本为准）：实验项目风险评估、安全操作规程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要求及使用指南》：危险源辨识、工作人员协商和参与、事件调查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30871-2022（以现行文本为准）《危险化学品企业特殊作业安全规范》：特殊作业前的危害辨识与作业审批（可供校内动火等危险作业参照）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本校实验室安全风险评估、危险作业审批和事故（事件）报告规定（以本校规定为准）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什么是工作危害分析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把一项作业拆成一个个步骤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逐步找出危害，定好控制措施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也叫工作安全分析，帮每个人看懂身边的危害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危险作业的分析表附在审批单上，开工前讲给每个人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只写一句“注意安全”，不拆分步骤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分析表做了，开工前不讲给作业人员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分析是为了预防，不是为了处分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不是给人找处分的依据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也不是随便找点事做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目的是消除和预防工作中的危害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分析做在前面，伤害就少在后面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把分析结果当作考核和处分的依据，导致大家隐瞒问题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四步：选作业、拆步骤、找危害、定措施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第一步，选出要分析的作业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第二步，按顺序拆成步骤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第三步，每一步找出危害；第四步，为每个危害定措施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步骤、危害、措施三栏对应，只列频率和技能抓不住危害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步骤拆得太粗，危害找不全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有危害没有对应措施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先看事故和未遂记录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动手分析前，先翻以往的事故和未遂记录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受过伤的、差点出事的都要看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出过事的地方，往往还藏着危害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没有事故记录就认为作业很安全，从不记录未遂事件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优先分析出过事的作业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出过伤害的作业排第一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差点出事、后果严重的紧随其后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新作业、改流程的也要分析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按轻重缓急逐项做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先挑简单的作业做，高危作业一直拖着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环境：危害在哪里发生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暴露：会伤到谁，或损坏什么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触发：什么动作或条件引发它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后果：不加控制，最可能出什么事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危害一栏只写“危险”“化学品”等笼统字眼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描述要具体：弯腰搬重物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弯腰搬重物，不涉及电和振动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伸手、扭身，容易拉伤下背部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说清动作和伤到哪里，才能对症下措施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能用推车，就别弯腰硬搬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把无关的危害都列上，真正的危害反而没写清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检查表别忘了人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检查表常查区域、材料、机器、工具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别忘了，还有人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人的姿势、技能和状态也是危害来源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只分析设备和物料，不考虑操作者是否胜任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让动手的人参与，团队一起做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只让负责人一个人做，不对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天天动手的人最清楚哪里危险、该加什么措施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负责人、学生、安全员一起看，漏掉的更少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不会做就问导师，大家一起学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负责人一个人写完分析，操作者从未参与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实验室的分析是规程的骨架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做新实验，先把任务拆成步骤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每步找化学、生物、物理和人机工效危害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每个危害配上对应的控制措施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这份分析就是操作规程的骨架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规程只写实验步骤，没有每一步的安全要求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用未遂事件修订分析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差点出事的未遂事件也是一次提醒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用它来修订工作危害分析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分析跟着经验不断完善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出了险情只口头提醒，不修订分析和规程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工作危害分析的四个步骤是：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选作业—拆步骤—找危害—定措施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找危害—处分—整改—归档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定措施—选作业—记录—检查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培训—考核—准入—复训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判断：工作危害分析由实验室负责人一个人完成最好，避免意见混乱。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下列作业中，应最优先进行工作危害分析的是：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从未出过问题的低风险作业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发生过伤害的作业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最简单的作业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很少做的文书工作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描述“弯腰搬重物”的危害，最恰当的是：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触电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振动伤神经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伸手扭身搬起时容易拉伤下背部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化学灼伤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简答：描述一个危害要讲清哪四个方面？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什么是工作危害分析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分析是为了预防，不是为了处分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四步：选作业、拆步骤、找危害、定措施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先看事故和未遂记录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优先分析出过事的作业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描述要具体：弯腰搬重物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检查表别忘了人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让动手的人参与，团队一起做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实验室的分析是规程的骨架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用未遂事件修订分析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控制层级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适用对象：全体进入高校实验室的本科生、研究生和教职工（必修）；设计实验的导师、研究生和实验室安全员重点学习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能说出控制层级的五层（消除、替代、工程控制、管理控制、个人防护）及其先后顺序。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能判断：层级越高越可靠，个人防护是最后一道防线，不能只靠防护。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能对实验室里的具体危害举出各层级的控制措施，并做到多层措施组合使用。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能做到：发现工程设施失灵或措施缺失时停止操作、及时报告，不擅自拆改。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《中华人民共和国安全生产法》（以现行文本为准）：风险分级管控、采取技术和管理措施消除事故隐患、为从业人员提供合格的劳动防护用品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号，以现行文本为准）：实验项目风险评估与防控措施、安全设施配置与维护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要求及使用指南》：消除危险源、替代、工程控制和重新组织工作、管理控制、个体防护装备的控制层级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39800.1-2020（以现行文本为准）《个体防护装备配备规范 第1部分：总则》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8196-2018（以现行文本为准）《机械安全 防护装置 固定式和活动式防护装置的设计与制造一般要求》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3805-2008（以现行文本为准）《特低电压（ELV）限值》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本校实验室安全管理制度、设施报修和事故报告规定（以本校规定为准）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降低风险：熟悉的规则从哪里来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降低风险是风险管理四步中的第三步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进通风柜、戴护目镜手套，都是为了降低风险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安全管理就是消除、减少和控制危害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风险管理的四步是识别危害、评估风险、降低风险、做好应急准备（第 014 课）。本课假定危害已经识别、风险已经评估，讲第三步：怎样把风险降下来。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只记规则、不明白规则为什么这样定，换个场景就不会用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控制层级的五层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五层：消除、替代、工程控制、管理控制、个人防护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像倒金字塔，最宽的顶层是消除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越往上越有效，优先从上往下选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大部分风险应在上层解决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把顺序记反，认为个人防护最重要、最有效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只想到最底层的防护用品，不考虑上层措施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层级是顺序，不是菜单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控制层级是先后顺序，不能随便挑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一想到安全就想到手套，是从最末端开始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“戴上手套就行”是最危险的一句话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不能只买手套，却不投入上层措施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遇到危害第一反应是“多戴一层手套”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认为防护用品买够了，安全就有保障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层级越高越可靠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各层最大的差别是可靠性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层级越高，人犯了错也不容易受伤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层级越低，一累一急一分心就会失效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只靠个人防护，等于赌人一次都不出错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认为“我很小心，所以只靠防护也没问题”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消除：让危害不存在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消除是最有效的控制，危害没了就伤不了人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高处的坏风扇拆到地面修，坠落风险就没了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东西收好，就不会掉落、绊倒人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改进实验方法，可以去掉高危物质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认为消除“太麻烦”，一开始就放弃考虑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用不到的危险试剂长期留在实验室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替代：换成更安全的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去不掉，就换成更安全的物质、设备或方法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用低毒试剂替代高毒试剂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用肥皂水代替腐蚀性清洗剂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可能有可燃气体的场所，换用安全电压灯具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换了物质却不重新评估，引入新的危害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工程控制：把人和危害隔开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去不掉、换不了，就用设施把人和危害隔开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通风柜在源头抽走气体和蒸气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手套箱、生物安全柜、防护罩也是工程控制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工程控制靠设备，不靠人记不记得规矩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嫌麻烦不开通风柜，在敞开台面上操作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拆掉防护罩图方便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防溅挡板和防护屏挡住意外飞溅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通风柜视窗放低，在柜内深处操作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用错了，只会带来虚假的安全感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工程控制排第三，不是最有效的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通风柜视窗拉得很高，头伸进柜内操作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认为“有通风柜就最安全”，不再考虑消除和替代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管理控制：改变做事方式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管理控制改变的是做事的方式和流程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少接触、短接触、低浓度接触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扩大规模先审批，危险实验结伴做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发现不对，人人都可以叫停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一个人在夜间或节假日做危险实验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擅自放大实验规模，不报审批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培训、标识和操作规程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管理措施比单靠个人防护更有效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一是培训：人人懂危害，会安全操作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二是标识：提醒危险，提示怎么做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三是操作规程：一步步写清，谁做都安全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有规程但没有培训，操作者从没读过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警示标识被遮挡或缺失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管理措施靠执行和监督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规定写了不执行，等于没有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管理措施好不好，全看监督和遵守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人会疲劳犯迷糊，高危操作要时刻警惕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制度挂在墙上，实际操作中无人遵守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疲劳、赶时间时省略规程中的步骤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个人防护是最后一道防线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个人防护排在最后，是最后一道防线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它不消除危害，只是在人和危害间隔开一层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通风柜一失灵，只剩它挡在前面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上层措施做足了，防护用品照样要戴，并选对穿好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有了通风柜就不戴护目镜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防护用品型号不对或穿戴不规范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靠防护挡住，说明前面失守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真靠防护挡住了，说明前面的措施都失守了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这已是险情或事故，要报告、查原因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把前面层级的漏洞补上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防护挡住了就不报告，认为“没事就好”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多层防护，层层兜底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每层防护都有漏洞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一层失手，下一层还能接住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高危操作要几层措施一起上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别让一个小失误击穿唯一的防线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只有一道措施，一旦失效就直接受伤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学生在实验室能做的三层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消除和替代多在设计实验时完成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教学实验中老师通常已考虑过上两层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在实验台前，你能做的是下面三层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降低暴露的可能，就是降低风险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认为学生只要戴好防护，其他都与己无关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发现措施缺失，及时报告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通风柜报警、防护罩缺失，先停止操作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报告实验室负责人，按本校程序报修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不擅自拆改设施，修好确认后再做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通风柜报警时继续操作，或自己拆开检修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发现问题不报告，只提醒自己“小心点”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控制层级从最有效到最不有效的顺序是：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个人防护、管理控制、工程控制、替代、消除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消除、替代、工程控制、管理控制、个人防护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工程控制、消除、替代、个人防护、管理控制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替代、消除、管理控制、工程控制、个人防护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判断：工程控制是控制层级中最有效的措施。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判断：实验室已经有通风柜，所以操作时可以不戴护目镜。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用肥皂水代替腐蚀性清洗剂，属于哪一层控制？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替代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个人防护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做实验时通风柜突然报警，正确的做法是：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加快速度做完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多戴一层手套继续做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停止操作，妥善放置危险物，报告实验室负责人报修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自己打开检修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简答：为什么说“只靠个人防护，等于赌人不出错”？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降低风险：熟悉的规则从哪里来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控制层级的五层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层级是顺序，不是菜单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层级越高越可靠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消除：让危害不存在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替代：换成更安全的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工程控制：把人和危害隔开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管理控制：改变做事方式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培训、标识和操作规程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管理措施靠执行和监督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个人防护是最后一道防线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靠防护挡住，说明前面失守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多层防护，层层兜底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学生在实验室能做的三层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发现措施缺失，及时报告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