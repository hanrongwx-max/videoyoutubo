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安全，是人员不受伤、财物不受损、环境不受污染的状态；远离可能造成伤害的状况，才叫安全。</a:t>
            </a:r>
          </a:p>
          <a:p>
            <a:r>
              <a:t>危害（危险源）是一切可能造成伤害的东西或状况：化学品、仪器、操作程序都可能是危害，过道里堆放的杂物、碎玻璃的锋利边缘、地上的一滩水也是危害。伤害则是事故落在人身上的后果，例如割伤、烫伤、骨折、中毒。</a:t>
            </a:r>
          </a:p>
          <a:p>
            <a:r>
              <a:t>危害平时往往处于“潜伏”状态，看起来一切正常；一旦人员接触、操作失误、设备故障等条件凑齐，就会转变为事故和伤害。所以要在伤害发生前把危害找出来。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  <a:p>
            <a:r>
              <a:t>同一种危害，风险可以差别很大：停在车库里的车不会伤人，开上马路才有风险；用一滴还是一桶汽油、在通风柜里还是敞开台面上操作，风险完全不同。风险取决于暴露（是否接触、接触多少、多长时间）、可能性和后果。</a:t>
            </a:r>
          </a:p>
          <a:p>
            <a:r>
              <a:t>危害本身往往改变不了，但可以通过控制暴露来降低风险，例如减少用量、在通风柜内操作、佩戴防护用品。风险评估的方法和风险矩阵见第 014 课，控制层级见第 017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  <a:p>
            <a:r>
              <a:t>仪器设备也有危害，尤其是在高温、加压条件下运行时。操作程序本身也会带来危害：需要加热，热源就是危害；附近有易燃物，危险更大。</a:t>
            </a:r>
          </a:p>
          <a:p>
            <a:r>
              <a:t>以化学合成为例，常见流程包括混合、加热搅拌、沉淀、过滤，每一步既有化学危害，也有操作危害。识别危害时要逐步分析整个流程，而不是只看试剂瓶上的标签。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  <a:p>
            <a:r>
              <a:t>实验室里难免会接触危险物料。有的危害一眼可见，如地上的水、裸露的电线；有的藏得很深，如无色无味的气体、看不见的微生物、慢性毒性。两种都会导致事故，要时刻保持警觉。</a:t>
            </a:r>
          </a:p>
          <a:p>
            <a:r>
              <a:t>学校和实验室有责任消除已知危害，保持实验室整洁有序；每个人也要养成“动手前先停一下、想清楚”的习惯，抓住本实验最主要的危害。查找安全信息的途径见第 013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爆化学品和病原体被盗等安保方面的问题。</a:t>
            </a:r>
          </a:p>
          <a:p>
            <a:r>
              <a:t>对化学品，国内按 GB 30000 系列标准（以现行文本为准）分为物理危险、健康危害和环境危害三大类，这也是安全技术说明书和安全标签上危害信息的分类方法（第 5 章讲解）。</a:t>
            </a:r>
          </a:p>
          <a:p>
            <a:r>
              <a:t>一间实验室往往多种危害并存：生物实验室同样有化学试剂、致突变试剂、放射性物质、用电和消防风险，一旦出事还可能有外来救援人员进入。因此要提前做好应急预案，并对第一时间到场的人员进行培训。各类危害的防控分别在第 4 章（消防）、第 5 章（化学品）、第 6 章（生物）、第 7 章（辐射）、第 8 章（电气）、第 9 章（激光）、第 10 章（机械与设备）、第 11 章（气瓶与低温）、第 13 章（人机工效与职业健康）讲解。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  <a:p>
            <a:r>
              <a:t>化学品可经皮肤、眼睛、呼吸道和误食进入人体，造成灼伤、刺激、中毒等伤害；有的难以预测，一不留神就会发生洒漏、泄漏甚至着火。使用之前先看标签和安全技术说明书，做好防护。</a:t>
            </a:r>
          </a:p>
          <a:p>
            <a:r>
              <a:t>化学品的分类、标签、储存和使用的具体要求见第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危害；实验动物咬伤、抓伤和虫蜇同样属于生物危害。</a:t>
            </a:r>
          </a:p>
          <a:p>
            <a:r>
              <a:t>生物危害看不见摸不着，可能经气溶胶、接触、锐器刺伤等途径传播，稍不小心污染就会扩散。国内按《中华人民共和国生物安全法》和《病原微生物实验室生物安全管理条例》（以现行文本为准）实行病原微生物分类和实验室分级管理，具体要求见第 6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炉温度可达一千摄氏度以上；液氮等低温液体会造成冻伤，还可能导致缺氧窒息。</a:t>
            </a:r>
          </a:p>
          <a:p>
            <a:r>
              <a:t>越是常见的危害，越容易被忽视。应对的基本做法是：玻璃轻拿轻放，碎玻璃不徒手捡；靠近明火扎好头发、收好宽松衣物；工具只用于规定用途；看到湿滑提示要绕开慢行；设备检修按规定上锁挂牌。具体防控见第 3、4、10、11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  <a:p>
            <a:r>
              <a:t>压力设备也是重要危害：气瓶内是高压气体，很多实验要用气体控制气氛，气瓶必须固定、规范使用（第 11 章讲解）；高压灭菌器、反应釜等承压设备同样要规范操作。</a:t>
            </a:r>
          </a:p>
          <a:p>
            <a:r>
              <a:t>没有经过培训的设备不要自己开机；设备有异常要停用并报告。具体防控见第 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  <a:p>
            <a:r>
              <a:t>发现电线、插头破损或设备漏电，要立即停用并报修，不凑合使用。电气安全的具体要求见第 8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  <a:p>
            <a:r>
              <a:t>放射源要严格保管，不能丢失、不能随意丢弃。按《放射性同位素与射线装置安全和防护条例》（以现行文本为准），从事辐射工作的人员须经辐射安全培训并考核合格。具体要求见第 7 章（辐射）和第 9 章（激光）。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  <a:p>
            <a:r>
              <a:t>压力和疲劳不属于物理危害，而是心理（社会心理）危害，会让人注意力下降、更容易出错（见第 011 课）。人机工效的具体做法见第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  <a:p>
            <a:r>
              <a:t>二是意外伤害：设备用错，滑倒、绊倒、摔倒，碎玻璃和针头等锐器刺伤割伤，轻的是小割伤、淤青，重的伤口深甚至骨折。</a:t>
            </a:r>
          </a:p>
          <a:p>
            <a:r>
              <a:t>环境安全、设备完好，人才能少出事、少生病。《中华人民共和国职业病防治法》（以现行文本为准）要求对职业病危害因素进行识别和防护，高校实验室同样要关注人员的长期健康。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  <a:p>
            <a:r>
              <a:t>实验室门口一般设有安全信息牌，标明实验室的危险类别、安全风险等级、主要危险源、防护要求、安全责任人和应急联系电话。进入实验室前，先看清信息牌，了解这里有哪类危害、需要什么防护。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答案：B。解析：一滴汽油和一桶汽油一样易燃，危害相同；用量、场所、防护改变的是风险。</a:t>
            </a:r>
          </a:p>
          <a:p>
            <a:r>
              <a:t>第 2 题 答案：B。解析：噪声会掩盖提醒和警报声。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答案：B。解析：压力和疲劳属于心理危害，但同样会增加出错的可能。</a:t>
            </a:r>
          </a:p>
          <a:p>
            <a:r>
              <a:t>第 4 题 答案：B。解析：A 为物理危害，C 为机械危害，D 为电气危害。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答案：做实验的人、实验室外的环境、实验本身（样品和数据）。解析：保护人员、环境和实验质量是一致的。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  <a:p>
            <a:r>
              <a:t>查询的时机是“动手之前”：新实验开始前、第一次使用某种化学品或设备前、实验条件（用量、温度、压力）改变前，都要先读安全技术说明书和相关资料，找出危害，定好防护和应急办法。这些信息是风险评估的依据（第 014、015 课）；评估完成后请导师或实验室负责人把关，再开始实验。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16483-2008（以现行文本为准）规定的项目编写，包括危险性、急救、消防、泄漏处理、操作储存、个体防护、理化性质、毒理等信息；安全标签按 GB 15258-2009（以现行文本为准）编写，用象形图、信号词和危险性说明提示主要危害。</a:t>
            </a:r>
          </a:p>
          <a:p>
            <a:r>
              <a:t>《中华人民共和国危险化学品安全法》（2026 年 5 月 1 日起施行）及《危险化学品安全管理条例》（以现行文本为准）要求危险化学品附有与之相符的中文安全技术说明书和安全标签，即“一书一签”。实验室应把说明书放在随手可查的地方（纸质或电子），使用前先阅读。说明书各部分的读法和标签要素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  <a:p>
            <a:r>
              <a:t>因此，混合、反应、放大等情况要结合反应原理、文献资料和专家意见另外评估，放大实验前要重新评估并经负责人批准（见第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  <a:p>
            <a:r>
              <a:t>处理这类物质时，应参考结构相似物质的资料推断可能的危害，按可能的最危险情况采取防护：少量操作、在通风柜内进行、佩戴合适的防护用品，并在容器上标明名称、合成人和日期。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  <a:p>
            <a:r>
              <a:t>阅读国外资料时常见一种四色菱形标识，四格分别表示健康、易燃、反应性和特殊危险，数字从 0 到 4，越大越危险。国内化学品的危害分类和标签以 GB 30000 系列（以现行文本为准）和安全标签上的象形图、信号词为准，不以国外标识代替。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了哪些化学品、存在哪里、有多少；门口的安全信息牌，标明危险类别和联系人（见第 012 课）。</a:t>
            </a:r>
          </a:p>
          <a:p>
            <a:r>
              <a:t>具体化学品的防护要求，查说明书的个体防护部分。新进实验室的人员应先把这些资料读一遍，有疑问及时问。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体以本校规定为准）。</a:t>
            </a:r>
          </a:p>
          <a:p>
            <a:r>
              <a:t>涉及生物安全、辐射、特种设备等专业问题，可通过学校相关委员会或主管部门请教有经验的专家。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，危害较低的化学品也可能造成伤害。</a:t>
            </a:r>
          </a:p>
          <a:p>
            <a:r>
              <a:t>所以查到信息只是第一步，还要据此进行风险评估，确定控制措施（第 014、015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  <a:p>
            <a:r>
              <a:t>把查到的事故原因和教训写进自己的风险评估和操作规程，是避免重蹈覆辙最直接的方法。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  <a:p>
            <a:r>
              <a:t>管制化学品须按本校规定提前申请审批，从合法渠道购买，按“五双”等要求储存、领用和登记（第 5 章讲解）。不能私自购买、转借或带出实验室。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答案：B。解析：危险化学品应有“一书一签”。</a:t>
            </a:r>
          </a:p>
          <a:p>
            <a:r>
              <a:t>第 2 题 答案：B。解析：没有数据意味着危害未知，应按可能的最危险情况做好防护。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答案：B。解析：说明书只讲危害，不替你评估风险，也管不了混合物和放大。</a:t>
            </a:r>
          </a:p>
          <a:p>
            <a:r>
              <a:t>第 4 题 答案：C。解析：先问负责人和安全员，再找学院、学校安全管理部门或专家。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答案：材料和设备的危害、同类实验出过的事故、需要的审批（如是否属于管制化学品）。解析：这些是风险评估的依据。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 课）；做好应急准备（万一出事怎么处置，第 14 章）。</a:t>
            </a:r>
          </a:p>
          <a:p>
            <a:r>
              <a:t>评估风险承上启下：以识别出的危害为基础，又决定了采取哪些控制措施和应急准备。管好风险，既保护自己，也保护身边的每个人。这四步适用于任何有危险的工作：在实验室拍摄教学视频，同样要在开拍前识别危害、评估风险、做好准备，只是机位变了，安全要求一样不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  <a:p>
            <a:r>
              <a:t>因此科研人员要主动识别和评估风险，逐步想清楚哪一步需要格外小心。遇到新材料，即使还没有针对它的专门规定，只要资料显示有危害，也要主动采取防护措施，不能以“没有规定”为由放任危险。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  <a:p>
            <a:r>
              <a:t>同样的危害，在不同条件下风险不同。例如高处作业：带护栏的高平台不容易掉下来，但一旦掉下来后果严重；没有护栏的矮梯，掉下来的后果较轻，但很容易发生。两者风险谁高，要结合具体地点和条件来算。化学实验中，化学品的用量和使用场所（敞开台面还是通风柜）是决定风险的关键因素（实例见第 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  <a:p>
            <a:r>
              <a:t>按风险等级采取不同处理：低风险一般可以接受，但仍要看看能否进一步降低；中风险要有控制措施和监督才能进行；高风险不可接受，在采取措施降下来之前不能开展。风险矩阵还可以用来排优先级：可能性大、后果重的立即整改，风险低的定期监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实验条件变化时及时重新评估。风险评估的目的就是：找出危害，排出高低，定好控制措施。</a:t>
            </a:r>
          </a:p>
          <a:p>
            <a:r>
              <a:t>不同专业可以按自己的特点细化。例如用电作业的评估：找出这项工作有哪些电气危害；说清要做的是什么电气工作；估计一旦出事会伤得多重；想一想哪些故障会让人触电；风险太高就增加措施后再评估。书面记录的写法见第 015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强培训和看护（第 007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险可能仍为中等；科研中是否接受更高的风险，问题更复杂，必须经导师、实验室负责人和学院审核，按本校规定报批，并有相应的控制和应急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”就放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防屏障，右边列出事故后果和减轻后果的屏障，便于检查每道防线是否到位。</a:t>
            </a:r>
          </a:p>
          <a:p>
            <a:r>
              <a:t>这些方法专业性较强，复杂情况应请实验室负责人、学院安全管理员和相关专家一起评估。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像工地上有班前安全交底一样，实验也要先过负责人这一关。</a:t>
            </a:r>
          </a:p>
          <a:p>
            <a:r>
              <a:t>开展新实验、使用新设备、改变流程或条件时，都要重新评估。高风险实验按规定报学院和学校审批。风险评估以安全培训和准入为前提（第 007 课），学校、学院、实验室层层有责任（第 004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  <a:p>
            <a:r>
              <a:t>风险分级常用红、橙、黄、蓝四种颜色表示由高到低的等级，等级越高，管控的层级越高、措施越严。高校实验室的风险分级办法和各级管控责任，以本校规定为准。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答案：B。解析：先识别危害，再评估风险，然后降低风险，最后做好应急准备。</a:t>
            </a:r>
          </a:p>
          <a:p>
            <a:r>
              <a:t>第 2 题 答案：B。解析：高风险不可接受；中风险需要措施和监督；低风险可接受，也要看能否再降低。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答案：B。解析：风险不能完全消除，残余风险要靠应急准备兜底，并始终降到最低。</a:t>
            </a:r>
          </a:p>
          <a:p>
            <a:r>
              <a:t>第 4 题 答案：D。解析：人、设备、实验变化时都要重新评估。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答案：找出危害；想清谁会受伤、怎样受伤；评估风险并定措施；记录结果；定期和变化时回顾更新。解析：评估的目的是找危害、排高低、定控制措施。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实验室危害的类型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适用对象：全体进入高校实验室的本科生、研究生和教职工（必修）；实验室安全员和带教人重点学习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能说出安全、危害、伤害、风险的含义，并能区分危害与风险。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能说出实验室危害的主要类别（化学、生物、物理、设备与机械、电气、辐射、噪声、人机工效与心理），并各举一个典型例子。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能判断危害可能对人员、环境和实验本身造成哪些影响。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能做到：进入实验室前查看安全信息牌，了解本室的危险类别。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号，以现行文本为准）：危险源辨识、实验室安全分级分类管理、安全信息牌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系列（以现行文本为准）《化学品分类和标签规范》：物理危险、健康危害、环境危害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《中华人民共和国生物安全法》（以现行文本为准）、《病原微生物实验室生物安全管理条例》（以现行文本为准）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《中华人民共和国放射性污染防治法》（以现行文本为准）、《放射性同位素与射线装置安全和防护条例》（以现行文本为准）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《中华人民共和国职业病防治法》（以现行文本为准）：职业病危害因素（粉尘、化学、物理、放射、生物等）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安全、危害与伤害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安全：人、财物、环境都不受损害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危害：一切可能造成伤害的东西或状况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伤害：事故落在身上的后果，如割伤、骨折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危害平时看不见，条件凑齐就出事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安全，是人员不受伤、财物不受损、环境不受污染的状态；远离可能造成伤害的状况，才叫安全。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认为“没出过事”就说明实验室没有危害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把地上的水、过道杂物当成小事，不算危害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危害不等于风险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危害是物质本身的属性，与用量无关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风险是被危害伤到的可能性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风险常用可能性和后果两方面衡量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管住接触，就能降低风险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把“危害”和“风险”混为一谈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认为用量少就没有危害（用量少降低的是风险，危害性质不变）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危害来自物质、设备和操作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化学品有用的性质，恰恰也是危害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腐蚀、有毒、易燃、反应性都是固有危害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操作程序也有危害，如加热时的热源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每一步操作都要想有什么危害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只关注试剂的危害，忽视加热、加压等操作带来的危害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先把危害找出来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识别危害是一切防护的第一步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没找出来的危险，根本没法控制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危害有明有暗，时刻保持警觉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动手之前，先停一下想清楚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先做实验，出了问题再想危害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只看明显的危害，忽视看不见的危害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危害分几大类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按来源，危害可以分成几大类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化学、生物、物理最常见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还有设备、电气、辐射、噪声和人机工效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化学品按物理、健康、环境三类危害分类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认为生物实验室只有生物危害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只按专业划分，忽视用电、消防等通用危害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易燃、有毒、腐蚀、活泼的化学品都是化学危害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会灼伤皮肤，伤眼睛，伤呼吸道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洒漏、泄漏、着火就在一瞬间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溶剂、胶粘剂、涂料、粉尘也是化学危害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认为胶水、涂料、粉尘“看着不起眼”，不必防护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细菌、病毒和毒素可能让人感染、生病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血液、动物、植物、改造菌株也算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动物咬伤和虫蜇也是生物危害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看不见摸不着，稍不小心就扩散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认为看不见污染就是安全的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处理动物和血液样本时不按规定防护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火、爆炸、割伤、滑倒都是物理危害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高温会烫伤，低温液体会冻伤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水、玻璃、明火、工具天天都在身边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越常见，越容易被忽视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徒手捡碎玻璃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地面有水不及时擦干、不放警示牌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设备与机械危害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设备用法不对或出了故障都会伤人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离心机像飞轮，不平衡会出大事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气瓶是高压气体，必须规范处理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没培训过的设备不要自己开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离心前不配平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未经培训就操作陌生设备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电气危害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照明、风扇、温控、仪器都要用电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电线老化、设备失修会触电，也会起火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水源旁边不能乱拉电线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发现破损，停用报修不凑合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电线破损后用胶布缠一下继续用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在水槽旁边拉接线板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放射性物质，照射和污染都不能小看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激光、紫外等非电离辐射也有危害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放射源严格保管，不能丢、不能乱扔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有放射源的地方须经专门培训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认为只有放射源才有辐射危害，忽视激光和紫外线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噪声危害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长期噪声大，会损伤听力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还会听不清提醒和警报，耽误应急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高噪声设备旁按规定防护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长时间在高噪声设备旁工作不戴护耳器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人机工效与心理压力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工位不合适、动作重复，久了会劳损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调好桌椅高度，定时起身活动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压力和疲劳属于心理危害，不是物理危害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连续数小时同一姿势工作不休息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把压力当成物理危害，或认为压力与安全无关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危害对人身体的伤害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危害最终会落到做实验的人身上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健康损害：呛咳、皮肤红痒、过敏，重则中毒感染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意外伤害：锐器、滑倒绊倒、设备用错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小到割伤淤青，大到伤口深、骨折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只注意急性伤害，忽视过敏和慢性健康损害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危害还会伤环境、伤实验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危害会伤到做实验的人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也会伤到实验室外的环境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还会污染样品，让实验白做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认为废液少量倒进水槽不会影响环境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按危险类别分类分级管理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高校按危险类别对实验室分类分级管理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门口安全信息牌写明危险类别和负责人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进门前先看清本室的危险类别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进门从不看安全信息牌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信息牌内容过期，人员和电话变了不更新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下列关于危害与风险的说法，正确的是：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用量越少，化学品的危害性质越小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危害是物质本身的属性，风险是被它伤到的可能性及后果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危害和风险是同一个意思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没出过事故就说明没有危害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长期在高噪声设备旁工作，除了损伤听力，还可能：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增加触电风险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听不清提醒和警报，耽误应急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引起化学灼伤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没有其他影响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判断：压力和疲劳属于物理危害。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下列哪一项属于生物危害？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液氮冻伤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实验动物咬伤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离心机不平衡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电线老化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简答：实验室危害可能伤到哪三个方面？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安全、危害与伤害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危害不等于风险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危害来自物质、设备和操作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先把危害找出来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危害分几大类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化学危害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设备与机械危害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电气危害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辐射危害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噪声危害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人机工效与心理压力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危害对人身体的伤害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危害还会伤环境、伤实验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按危险类别分类分级管理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安全信息从哪里查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4 分钟（卡通视频 49 镜）　适用对象：全体进入高校实验室的本科生、研究生和教职工（必修）；开展新实验、使用新物质的人员重点学习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能说出实验前查找安全信息的主要途径：安全技术说明书、安全标签、数据库与手册、实验室安全资料、文献与事故案例、向人求助。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8738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738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能判断安全技术说明书的局限：只讲出厂状态，没有说明书不等于没有危害。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8796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8796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能做到：新实验动手前查清危害、事故教训和审批要求，并把信息用于风险评估。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日起施行）及《危险化学品安全管理条例》（以现行文本为准）：化学品安全技术说明书和安全标签（“一书一签”）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号，以现行文本为准）：安全手册、操作规程、风险评估与化学品台账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《危险化学品目录》、《易制爆危险化学品名录》（以现行版本为准）；《易制毒化学品管理条例》（以现行文本为准）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本校危险化学品采购、审批和台账管理规定（以本校规定为准）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动手之前，先查安全信息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调研不只查方法，还要查安全信息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查危害、查出过的事故、查要什么审批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这些都是风险评估的依据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评估好了，请导师把关再动手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只查实验方法，不查安全信息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先领试剂开始做，有问题再查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说明书和标签：两件基本工具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识别化学品危害主要靠说明书和标签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安全技术说明书写全危害、防护和应急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安全标签一眼看出主要危害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危险化学品要有“一书一签”，放在实验室随手可查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不知道本实验室的说明书放在哪里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只看瓶身名称，不看标签上的象形图和危险性说明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说明书只讲出厂状态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说明书是化学品安全的首要依据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它讲的是出厂时的状态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混合物、放大规模后性质可能改变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这些情况要自己另外评估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认为读过每种原料的说明书，就了解了整个实验的危害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小试成功后直接放大规模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没有说明书，不等于没有危害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新合成的物质可能没有说明书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查不到数据，不等于安全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先弄清性质，按最危险的情况做好防护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查不到毒性数据，就当作无毒处理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说明书查不全时，可查化学品安全数据库和手册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有的数据库汇总多个来源，要互相核对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国外资料常见四色菱形，数字越大越危险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国内以安全标签的象形图和信号词为准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只查一个来源就下结论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用国外标识代替国内安全标签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实验室自己的安全资料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实验室安全手册和操作规程要读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风险评估记录写明每项实验的危险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化学品台账告诉你这里存了什么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防护用品怎么穿、在哪脱，手册里都有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不读本实验室的安全手册和规程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不知道化学品台账，不清楚本室存了哪些危险品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拿不准时向谁求助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拿不准时，要知道可以向谁求助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先问实验室负责人和安全员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再问学院和学校的安全管理部门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复杂问题请教有经验的专家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拿不准时凭感觉操作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发现问题不说，怕麻烦别人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资料讲危害，风险靠评估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资料只告诉你危害，不替你评估风险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风险要结合用量、方法、场所来评估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用量少、方法对，高危化学品风险也能低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大意也能让低危化学品风险升高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看到说明书上危害多就不敢用，或者危害少就随意用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从文献和事故案例中学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文献里的安全提示别跳过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同类实验出过的事故要查一查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把别人的教训变成自己的措施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只摘录文献里的实验条件，忽略安全提示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查清是否属于管制化学品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查是否属于剧毒、易制爆、易制毒等管制化学品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管制的要先审批，按规定购买使用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领用、使用都要登记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不知道所用试剂属于易制毒或易制爆化学品，未经审批就购买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识别化学品危害的两件基本工具是：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实验记录本和台账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教材和论文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门禁卡和登记本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判断：新合成的物质查不到毒性数据，可以按无毒物质处理。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关于安全技术说明书，下列说法正确的是：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它能说明任何混合物和放大实验的危害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它描述的是产品出厂状态，混合、放大要另外评估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有了它就不必做风险评估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只需供应商保存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查了资料仍拿不准时，首先应该：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凭经验操作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上网随便找个视频照做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问实验室负责人、导师和安全员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放弃实验不报告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简答：新实验动手前，调研时要查哪些安全信息？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动手之前，先查安全信息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说明书和标签：两件基本工具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说明书只讲出厂状态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没有说明书，不等于没有危害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实验室自己的安全资料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拿不准时向谁求助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资料讲危害，风险靠评估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从文献和事故案例中学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查清是否属于管制化学品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风险评估的步骤与风险矩阵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63 镜）　适用对象：全体进入高校实验室的本科生、研究生和教职工（必修）；导师、实验室负责人和安全员重点学习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能说出风险管理四步（识别危害、评估风险、降低风险、做好应急准备）和风险评估五步。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能用“风险＝严重程度×可能性”和风险矩阵判断风险等级，并说出低、中、高风险分别怎么处理。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能判断什么是可接受风险和残余风险，理解评估的主观性。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能做到：新实验、新设备、改流程前先做风险评估，经导师审核后再动手。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《中华人民共和国安全生产法》（以现行文本为准）：安全风险分级管控和隐患排查治理双重预防机制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号，以现行文本为准）：实验室安全风险评估、危险性实验项目审批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《教育部关于加强高校实验室安全工作的意见》（教技函〔2019〕36 号，以现行文本为准）：建立实验室安全风险评估制度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要求及使用指南》：危险源辨识、风险评价与控制措施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本校实验室安全风险评估与分级分类管理规定（以本校规定为准）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风险管理四步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通用规则要按实验的风险来调整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第一步识别危害，第二步评估风险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第三步降低风险，第四步做好应急准备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做实验、拍视频，都按四步来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只做识别，不评估风险高低，措施一刀切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认为应急准备是出事以后的事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科研常新，风险要主动找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工厂岗位天天一样，规程和防护早已配好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科研中新实验、新装置不断出现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要主动想：哪一步要格外小心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没有专门规定，也不能无视危险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认为没有规定禁止，就可以随意做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风险＝严重程度×可能性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有危害，不一定就有很大的风险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风险等于严重程度乘以可能性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严重程度看后果多重，可能性看多常发生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风险高低要看具体地点和条件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只看后果，或只看可能性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认为“危害大就一定风险大”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风险矩阵与风险等级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风险矩阵：严重程度和可能性各分低、中、高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越往右上角，风险越高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低风险可接受，也看能否再降低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中风险需措施和监督；高风险降下来前不能做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评出高风险仍照常开展实验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评为低风险后就不再关注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风险评估五步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找出危害，想清谁会受伤、怎么伤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把结果记录下来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人、设备、实验变了或到期，要回顾更新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只想到自己，没考虑同室其他人和后来者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评估做完就不再更新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评估风险有一定主观性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老手稳当，新手却可能出错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多人一起评估，按操作者的实际水平考虑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老手按自己的经验评估，交给新手操作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多大风险可以接受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所有实验都有一定风险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教学实验，老师已把风险降得较低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高危又无替代品时，可能是中等风险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科研中接受更高风险要层层把关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自己判断“风险可以接受”，不经导师和负责人把关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风险不能消除，只能降低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风险不可能完全消除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剩下的是残余风险，靠应急准备兜底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能而且应当始终把风险降到最低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认为采取了措施就“零风险”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复杂情况的进阶方法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数据不全，按危害类别配套措施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高风险工艺，逐一分析失效方式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蝴蝶结图：左边防发生，右边减后果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复杂情况请专业人员一起评估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复杂高危工艺只做简单打分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动手前先评估，导师把关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凡事预则立，准备是安全的关键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动手前想清危害、防护措施和应急办法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导师审核签字，措施到位再开工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新实验、新设备、改流程都要重新评估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先做实验，事后补评估表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改了流程不重新评估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风险分级管控与隐患排查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安全生产法要求风险分级管控和隐患排查治理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风险等级不同，管控层级也不同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具体分级以本校规定为准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评估结果只存档，不用于分级管控和日常检查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风险管理四步的正确顺序是：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降低风险—识别危害—评估风险—应急准备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识别危害—评估风险—降低风险—做好应急准备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评估风险—识别危害—应急准备—降低风险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应急准备—识别危害—降低风险—评估风险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用风险矩阵评估后得出“高风险”，正确的做法是：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小心一点照常做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采取措施把风险降下来之前不能开展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找人陪同就可以做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晚上人少时做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判断：采取了全部控制措施后，实验就是零风险的。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下列哪种情况需要重新进行风险评估？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换了新设备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实验流程改变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由新同学来操作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以上都是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简答：风险评估五步是什么？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风险管理四步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科研常新，风险要主动找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风险＝严重程度×可能性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风险矩阵与风险等级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风险评估五步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多大风险可以接受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风险不能消除，只能降低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复杂情况的进阶方法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动手前先评估，导师把关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风险分级管控与隐患排查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