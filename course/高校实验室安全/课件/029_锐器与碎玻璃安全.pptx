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在实验室里，最常见的伤害是玻璃割伤和锐器刺伤，很多发生在清理碎玻璃的时候。碎玻璃很常见，算不上大事故，但锋利的边缘一碰就会伤人。</a:t>
            </a:r>
          </a:p>
          <a:p>
            <a:r>
              <a:t>实验室的锐器包括针头、手术刀片、碎玻璃、毛细管、玻璃移液管、载玻片、剪下的金属丝头等。割伤刺伤不只是皮肉伤，伤口还可能让沾在锐器上的化学品或生物材料进入体内，所以要从使用、清理到收集全程防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玻璃器皿使用前，拿起来对着光转一圈检查：星状裂纹、发丝般的细纹、瓶口或磨口的缺口都要留意。有裂纹或缺口的器皿，一受力、一加热或抽真空就可能碎裂，造成割伤、烫伤和化学品飞溅。</a:t>
            </a:r>
          </a:p>
          <a:p>
            <a:r>
              <a:t>发现破损的器皿，换掉不用，交给老师处理或更换；已无法使用的直接按碎玻璃收集，不放回柜子留给别人。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玻璃管、温度计插进胶塞或接胶管时，硬推最容易折断，断口会扎进手掌。正确做法：先用水或适合的润滑剂润湿玻璃管和塞孔；手垫布或戴防割手套握住玻璃管；手握在靠近塞子的位置，两手靠近，边旋转边慢慢送入；另一只手不要放在玻璃管对面的方向。</a:t>
            </a:r>
          </a:p>
          <a:p>
            <a:r>
              <a:t>细长的移液管插吸球、毛细管插入仪器时，同样手捏靠近插入端的位置轻轻送，插不进就停手检查，不要硬按；折断的管子用镊子夹进碎玻璃盒。磨口卡死时不要使蛮劲硬拧，交给有经验的老师处理。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切割玻璃板、薄层板等时，戴护目镜、防割手套，穿实验服；切口非常锋利，拿取时捏住两侧边缘，不摸切口；台面上的玻璃碎屑用刷子扫，不用手抹。</a:t>
            </a:r>
          </a:p>
          <a:p>
            <a:r>
              <a:t>剪金属丝（如焊丝）时剪口很尖，剪下的线头还会弹飞，要戴眼镜和手套，剪口朝下；剪下的线头放进锐器盒，不留在台面和地上。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解剖、组织培养、切片等要用手术刀片、打孔器和剪刀。用镊子固定材料，刀口朝下、朝外切，用力方向远离自己的手；材料垫在稳固的台面或切板上，不要托在手心里打孔、切片。</a:t>
            </a:r>
          </a:p>
          <a:p>
            <a:r>
              <a:t>装卸刀片用持针器等工具，不用手指直接捏刀片。刀尖不对着人，传递时刀柄朝向对方，或放在台面上让对方自己拿；用完的刀片放进锐器盒。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用过的针头最容易造成针刺伤，其中很大一部分发生在回套针帽、拆卸针头的时候。用过的针头不要用手回套针帽，也不要徒手把针头从注射器上拆下或重新接回去，连同注射器整体直接投入锐器盒。</a:t>
            </a:r>
          </a:p>
          <a:p>
            <a:r>
              <a:t>锐器盒放在操作位置手边，用完立即投入，不拿着针头走动。针头脱落时，用镊子或止血钳夹起放进锐器盒，不用手捏。选用针头与注射器连接牢固、不易脱开的产品。感染性材料和动物实验的锐器管理见第6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玻璃器皿摔碎在地上，先提醒周围的人，把这块区域隔开（放提示牌或用物品围住），别让人从上面踩过去或把碎片带到别处。</a:t>
            </a:r>
          </a:p>
          <a:p>
            <a:r>
              <a:t>告诉老师或实验室负责人，老师会帮你判断是否沾了化学品，并一起用合适的工具处理。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碎玻璃绝不能徒手捡：一旦割伤，玻璃上的化学品会直接进入血液。戴好手套（必要时戴防割手套），用刷子（扫帚）和簸箕清扫。</a:t>
            </a:r>
          </a:p>
          <a:p>
            <a:r>
              <a:t>较小的碎片、碎裂的光学镜片和显示屏碎片，用镊子或夹子夹起；细碎的玻璃渣用胶带粘起，装进硬质容器，不要用手抹。清理后再检查一遍地面和台面。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清洗器皿时，水槽里泡着的器皿和碎玻璃藏在水下看不见，伸手一摸最容易割伤。清洗完要把水槽清空，不把器皿长期泡在水槽里。</a:t>
            </a:r>
          </a:p>
          <a:p>
            <a:r>
              <a:t>发现水槽里有碎玻璃，不要伸手去摸，马上告诉老师，放掉水后用工具夹取。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碎玻璃放进专用的碎玻璃收集盒（硬质、防刺穿），针头、刀片放进锐器盒。绝不能扔进普通垃圾桶：垃圾袋会被扎破，伤到清洁人员和收运人员。</a:t>
            </a:r>
          </a:p>
          <a:p>
            <a:r>
              <a:t>碎裂的光学镜片、断掉的毛细管、破损的载玻片同样是玻璃锐器，按碎玻璃收集。收集容器放在固定、方便的位置，不放在通道上。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沾染化学品的碎玻璃不能直接放进普通碎玻璃盒，要告诉老师，按化学品的性质处理，通常作为危险废物单独收集（以《国家危险废物名录》和本校规定为准）。</a:t>
            </a:r>
          </a:p>
          <a:p>
            <a:r>
              <a:t>锐器要分清污染类型：未污染的、化学污染的、生物污染（感染性）的分别收集。沾染病原微生物等生物材料的锐器先按规定消毒灭菌，再按感染性废物处置（见第6章）。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被割伤或扎伤后，先用流动清水冲洗伤口，再用干净纱布按压止血；伤口较深、出血不止或伤口里有玻璃碎片时，不要自己挖，及时就医。</a:t>
            </a:r>
          </a:p>
          <a:p>
            <a:r>
              <a:t>不论伤口大小，都要报告老师或实验室负责人；如果锐器沾了化学品或生物材料，要说明是什么，按相应的应急程序处理（急救见第14章，生物暴露处置见第6章）。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锐器盒和碎玻璃收集盒要有清楚的标识，注明内容物和污染类型。装到容器的标示线（通常约四分之三满）就封口，不要装得太满，不用手往下按压，也不把里面的东西倒出来再用。</a:t>
            </a:r>
          </a:p>
          <a:p>
            <a:r>
              <a:t>封好的容器按学校的实验废物管理规定登记、交接，由学校统一收运处置，不能混入生活垃圾（具体要求以本校规定为准）。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答案：B。解析：碎玻璃不用手捡，用工具清理，放进专用容器，绝不扔普通垃圾桶。</a:t>
            </a:r>
          </a:p>
          <a:p>
            <a:r>
              <a:t>第 2 题 答案：B。解析：回套针帽是针刺伤的主要原因之一，用过的针头不回套，直接投入手边的锐器盒。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答案：C。解析：润湿、近握、慢旋，另一只手不放在管子对面。</a:t>
            </a:r>
          </a:p>
          <a:p>
            <a:r>
              <a:t>第 4 题 答案：B。解析：要告诉老师，按化学品性质另行处理，通常作为危险废物单独收集。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答案：D。解析：有裂纹或缺口的器皿受力、加热、减压时容易碎裂，应停用并交老师处理。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锐器与碎玻璃安全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第3章 通用安全与个人防护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4 分钟（卡通视频 49 镜）　适用对象：全体进入高校实验室的本科生、研究生和教职工（必修）；化学、生物、材料、光学等常用玻璃仪器和锐器的实验人员重点学习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能做到玻璃器皿用前查裂纹缺口，玻璃管插塞子时润湿、近握、慢旋，切玻璃和使用刀片时做好防护。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能做到用过的针头不回套针帽、不徒手拆装，立即投入手边的锐器盒。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能做到碎玻璃不用手捡：先隔开区域、告诉老师，用刷子簸箕、镊子或胶带清理，放进专用容器。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能判断沾染化学品或生物材料的碎玻璃要按污染类型另行处理，被割被扎后冲洗止血并报告。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《中华人民共和国安全生产法》（以现行文本为准）：从业人员遵守安全操作规程、正确使用防护用品，及时报告事故隐患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号，以现行文本为准）：实验室安全操作规程、废弃物分类收集和安全培训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高校实验室安全检查项目表（以现行文本为准）：锐器和碎玻璃的专用收集容器、实验废弃物分类存放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日起施行）及《危险化学品安全管理条例》（以现行文本为准）：沾染危险化学品的废物按规定处置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《国家危险废物名录》（以现行文本为准）：沾染化学品的废弃玻璃器皿等按危险废物管理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《医疗废物管理条例》（以现行文本为准）：感染性锐器按医疗废物或感染性废物管理（详见第6章）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本校实验室废弃物管理和安全操作规定（以本校规定为准）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割伤刺伤最常见，碎玻璃一碰就伤人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实验室最常见的伤害是割伤和刺伤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多发生在清理碎玻璃的时候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碎玻璃锋利的边缘一碰就伤人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针头、刀片、碎玻璃、毛细管都是锐器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在实验室里，最常见的伤害是玻璃割伤和锐器刺伤，很多发生在清理碎玻璃的时候。碎玻璃很常见，算不上大事故，但锋利的边缘一碰就会伤人。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觉得碎了一只烧杯是小事，随手处理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不把毛细管、载玻片当作锐器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玻璃器皿用前查裂纹缺口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用前对着光转一圈，查裂纹缺口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星状裂纹、发丝细纹、瓶口缺口都要留意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有伤的器皿受力、加热、减压更易碎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发现破损不再用，交老师处理或更换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玻璃器皿使用前，拿起来对着光转一圈检查：星状裂纹、发丝般的细纹、瓶口或磨口的缺口都要留意。有裂纹或缺口的器皿，一受力、一加热或抽真空就可能碎裂，造成割伤、烫伤和化学品飞溅。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只看一眼，不对光检查细小裂纹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把有缺口的烧杯放回柜子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玻璃管插塞子：润湿、近握、慢旋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最怕把玻璃管硬往塞子里插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先用水或润滑剂润湿，手垫布或戴防割手套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手握靠近塞子处，慢慢旋进，另一只手不放在对面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毛细管插不进别硬按；磨口卡死交有经验的人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把玻璃管、温度计插进胶塞或接胶管时，硬推最容易折断，断口会扎进手掌。正确做法：先用水或适合的润滑剂润湿玻璃管和塞孔；手垫布或戴防割手套握住玻璃管；手握在靠近塞子的位置，两手靠近，边旋转边慢慢送入；另一只手不要放在玻璃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手握玻璃管远端用力往塞子里推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磨口卡住后用力拧或敲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切玻璃、剪丝：戴好防护，切口朝下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切玻璃戴护目镜、防割手套、穿实验服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碎屑用刷子扫，不用手抹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切口锋利，拿板捏两侧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剪金属丝口朝下，剪下的线头放进锐器盒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切割玻璃板、薄层板等时，戴护目镜、防割手套，穿实验服；切口非常锋利，拿取时捏住两侧边缘，不摸切口；台面上的玻璃碎屑用刷子扫，不用手抹。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用手掌抹去台面上的玻璃碎屑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剪下的金属丝头随手丢在地上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刀片：工具装卸，用力远离手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用镊子固定材料，刀口朝下、朝外切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材料垫在稳固台面上，不托在手心里切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装卸刀片用工具，不用手指捏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刀尖不对人，递刀柄朝对方，用完进锐器盒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解剖、组织培养、切片等要用手术刀片、打孔器和剪刀。用镊子固定材料，刀口朝下、朝外切，用力方向远离自己的手；材料垫在稳固的台面或切板上，不要托在手心里打孔、切片。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手指捏着刀片往刀柄上装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把材料托在手心里切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针头：不回套、不徒手拆装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用过的针头不回套针帽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不徒手拆装针头，掉了用镊子夹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锐器盒放手边，用完立即投入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选用不易脱开的注射器和针头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用过的针头最容易造成针刺伤，其中很大一部分发生在回套针帽、拆卸针头的时候。用过的针头不要用手回套针帽，也不要徒手把针头从注射器上拆下或重新接回去，连同注射器整体直接投入锐器盒。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用完针头习惯性地双手套回针帽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针头脱落后用手取下再接回注射器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地上碎了：先隔开，告诉老师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碎玻璃在地上，先把这块区域隔开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别让人从上面踩过去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告诉老师，一起处理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玻璃器皿摔碎在地上，先提醒周围的人，把这块区域隔开（放提示牌或用物品围住），别让人从上面踩过去或把碎片带到别处。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碎玻璃留在原地，先去做别的事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一个人慌忙处理，不告诉老师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碎玻璃不用手捡，用工具清理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碎玻璃绝不徒手捡，割伤会让化学品进入血液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戴好手套，用刷子和簸箕清扫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小碎片、碎镜片用镊子或夹子夹起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细碎的用胶带粘起，装进硬盒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碎玻璃绝不能徒手捡：一旦割伤，玻璃上的化学品会直接进入血液。戴好手套（必要时戴防割手套），用刷子（扫帚）和簸箕清扫。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用手把大块碎片捡起来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用纸巾包着手去抓碎玻璃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水槽里不留东西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水槽里的碎玻璃最容易割伤人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泡着器皿的水里看不见碎片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清洗完水槽不留东西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发现水槽里有碎玻璃，马上告诉老师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清洗器皿时，水槽里泡着的器皿和碎玻璃藏在水下看不见，伸手一摸最容易割伤。清洗完要把水槽清空，不把器皿长期泡在水槽里。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把用过的器皿堆在水槽里泡着就走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伸手到浑水里摸器皿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锐器和碎玻璃进专用容器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碎玻璃等锐器放进防刺穿的专用容器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绝不扔进普通垃圾桶，免得伤到别人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碎镜片、断毛细管也按碎玻璃收集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针头、刀片进锐器盒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碎玻璃放进专用的碎玻璃收集盒（硬质、防刺穿），针头、刀片放进锐器盒。绝不能扔进普通垃圾桶：垃圾袋会被扎破，伤到清洁人员和收运人员。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把碎玻璃包在纸里扔进普通垃圾桶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用塑料袋装碎玻璃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沾了化学品的碎玻璃另行处理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沾了化学品的碎玻璃要特殊处理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锐器也要分清污染类型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一定告诉老师，按化学品性质处理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沾了生物材料的按生物安全规定处理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沾染化学品的碎玻璃不能直接放进普通碎玻璃盒，要告诉老师，按化学品的性质处理，通常作为危险废物单独收集（以《国家危险废物名录》和本校规定为准）。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沾了有机溶剂的碎烧瓶直接扔进碎玻璃盒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化学污染和生物污染的锐器混装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被割被扎：冲洗止血，报告老师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被割伤或扎伤，先用流水冲洗伤口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用干净纱布按压止血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报告老师，需要时及时就医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锐器沾了化学品或生物材料，要说明情况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被割伤或扎伤后，先用流动清水冲洗伤口，再用干净纱布按压止血；伤口较深、出血不止或伤口里有玻璃碎片时，不要自己挖，及时就医。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小伤口不处理也不报告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自己用镊子挖伤口里的玻璃碎片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锐器盒标识清楚，满了封口交接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收集容器有清楚的标识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装到标示线（约四分之三满）就封口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不往外倒、不按压、不重复使用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按学校规定登记交接，不混入生活垃圾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锐器盒和碎玻璃收集盒要有清楚的标识，注明内容物和污染类型。装到容器的标示线（通常约四分之三满）就封口，不要装得太满，不用手往下按压，也不把里面的东西倒出来再用。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锐器盒装满了还往里塞，用手往下压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把封好的碎玻璃盒放在走廊等人收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实验台上的烧杯摔碎在地上，正确的做法是：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用手把大块碎片捡起来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先隔开区域、告诉老师，戴手套用刷子和簸箕清扫，放进专用碎玻璃盒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扫进普通垃圾桶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用纸巾包着手抓起来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判断：用过的注射器针头，应先套回针帽再丢弃，以免扎伤别人。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把玻璃管插入胶塞时，正确的做法是：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手握玻璃管远端用力推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干插，越快越好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先润湿，手垫布握在靠近塞子处，慢慢旋进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另一只手顶在胶塞对面帮忙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判断：沾了化学品的碎玻璃，可以和普通碎玻璃放进同一个碎玻璃盒。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029 · 锐器与碎玻璃安全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029 锐器与碎玻璃安全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使用前检查玻璃器皿，下列哪种情况可以继续使用？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有星状裂纹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瓶口有缺口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有发丝细纹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对光检查无裂纹、无缺口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割伤刺伤最常见，碎玻璃一碰就伤人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玻璃器皿用前查裂纹缺口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玻璃管插塞子：润湿、近握、慢旋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切玻璃、剪丝：戴好防护，切口朝下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刀片：工具装卸，用力远离手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针头：不回套、不徒手拆装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地上碎了：先隔开，告诉老师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碎玻璃不用手捡，用工具清理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水槽里不留东西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锐器和碎玻璃进专用容器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沾了化学品的碎玻璃另行处理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被割被扎：冲洗止血，报告老师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锐器盒标识清楚，满了封口交接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