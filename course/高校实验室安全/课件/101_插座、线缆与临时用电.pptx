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插座、插线板、延长线都有额定电流（如 10 A、16 A）和对应的额定功率，标在铭牌或外壳上。一个插座、一个插线板上插的电器太多、功率太大，电流超过额定值，电线和插头就会发热，长时间过热会使绝缘老化、熔化，引起短路和火灾。</a:t>
            </a:r>
          </a:p>
          <a:p>
            <a:r>
              <a:t>估算方法：电流约等于功率除以电压（我国单相 220 V）。例如 2200 W 的设备电流约 10 A，已经达到一个 10 A 插线板的上限。插线板上所有电器的功率加起来，不能超过它的额定值。</a:t>
            </a:r>
          </a:p>
          <a:p>
            <a:r>
              <a:t>配电箱、线路也不能过载；导线、熔断器、断路器要按电流选配，规格不对、超负荷，同样会过热起火（保护器件见第 100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烘箱、马弗炉、电热板、电热套、焊机、空调等是大功率设备，应接在容量足够的专用插座或专用回路上，不得接插线板，也不得与其他大功率电器共用一个插座。</a:t>
            </a:r>
          </a:p>
          <a:p>
            <a:r>
              <a:t>插座不够或位置不合适，填写报修单申请加装，由学校设施（后勤、电力）人员评估线路容量后由持证电工安装，不能自己从别处引线。插头发热、电线破损时立即停用报修。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线板串接（一个插线板插在另一个插线板上）会使电流集中到第一个插线板和墙面插座上，极易过载，接触点多也更容易发热打火。私拉乱接电线、用胶布随意接线、自己接灯具或插座，都绕开了线路设计和保护，是高校实验室安全检查的常见隐患。</a:t>
            </a:r>
          </a:p>
          <a:p>
            <a:r>
              <a:t>台面照明不够、插座不够，填报修单申请加装，由持证电工安装合格的灯具和插座。不要图省事走“捷径”：在水槽边串接插排、不断电不挂牌就动手“快修”，都可能造成触电和火灾。漏电保护不能拆、不能绕（见第 100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插线板、延长线只供临时使用，用完拔下收好，不能长期代替固定布线。设备应放在有插座的位置；需要长期用电的设备，请电工加装固定插座，而不是用延长线从实验室另一头一路拖过来。</a:t>
            </a:r>
          </a:p>
          <a:p>
            <a:r>
              <a:t>插线板应固定或放在台面下方等干燥、通风的位置，不放在地上、不横穿通道，远离水池、水浴和漏水处，不被纸张、杂物盖住（妨碍散热）。温室、冷库、清洗间等潮湿场所，使用防水插座并装漏电保护器，湿手不碰电器（见第 098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插头插座、插线板、开关等属于强制性产品认证（3C）目录内的产品（以现行目录为准），必须选用带 3C 标志的合格产品，查看铭牌上的额定电压、额定电流等信息是否齐全。</a:t>
            </a:r>
          </a:p>
          <a:p>
            <a:r>
              <a:t>来路不明的劣质插线板内部铜片薄、导线细、外壳不阻燃，容易发热、熔化起火。实验室用的插线板和延长线由学校或实验室统一采购，破损的及时更换，不使用自带的劣质产品。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每次用电前，先查电线和插头：外皮有没有破损、割伤、磨损、露铜，插头是否松动、变形、烧焦，接头是否插牢拧紧，用电时有没有发烫和焦味。电钻、延长线等移动电气设备用得多、出事也多，要定期检查。</a:t>
            </a:r>
          </a:p>
          <a:p>
            <a:r>
              <a:t>发现问题立即停用，挂“停用”标识，报告实验室负责人，换上合格的新线或交持证电工维修。不能缠胶布接着用——即使绝缘只是破了没露线，戴手套或天气干燥也不是凑合的理由。电缆中间不允许用胶布缠的“乱接头”，确需连接由电工用合格接线盒处理。</a:t>
            </a:r>
          </a:p>
          <a:p>
            <a:r>
              <a:t>所有用电设备都要装合格插头，严禁把裸线头直接插进插座。从别处调来的电缆，先由持证电工测量绝缘再使用。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源线、延长线要保护好绝缘：不被椅子、重物、设备压住，不穿门缝、不被门窗夹，不被拖拽、打结、磨蹭。电线放在地上，容易被踩坏、被推车碾压，还会绊倒人，应沿墙或走线槽敷设；必须横穿走道时，加护线板（过线槽）。户外临时用电的主电缆应架空或按规定敷设，不在地上乱拖。</a:t>
            </a:r>
          </a:p>
          <a:p>
            <a:r>
              <a:t>电线不能碰到电热板、烘箱外壳、灯具等热源，否则外皮会烫坏熔化；走线绕开加热设备并固定好。卷线盘不全部展开就使用，线圈会积热发烫，使用前要把线全部放开。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拔插头的正确顺序：先关闭设备开关，再擦干手，捏住插头本体直着拔出或插入。拽着电线拔插头会使电线从插头根部拉断、拉松，造成接触不良、发热甚至露出导体。插头要插到底，松动、发烫的插头和插座报修，不能继续使用。</a:t>
            </a:r>
          </a:p>
          <a:p>
            <a:r>
              <a:t>三相设备常用工业插头插座，同样先断开开关，再握住插头插拔，不拉电缆。直流电路断开时容易拉出电弧，不在带负载时插拔直流接头，先断开负载和电源再操作。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导线按用途分三类：相线（火线）送电，中性线（零线）让电流流回，保护导体（地线）连接设备金属外壳。单相三孔插座面对插座的接线规则是“左零右火上接地”；接地孔必须可靠连接保护导体，不能空着，也不能接到零线上。</a:t>
            </a:r>
          </a:p>
          <a:p>
            <a:r>
              <a:t>导线外皮颜色是用途标识：国内普遍以黄绿双色作为保护导体，黄绿线只能用作保护导体，其他颜色的线也不能冒充地线；中性线、三相相线和仪器电源线的颜色，按现行国家标准和本校规定（原 GB/T 7947-2010 已废止）。接线要做好标识，不靠记忆乱接。国外资料和进口、老旧设备的色标可能与国内不同，不能照搬。</a:t>
            </a:r>
          </a:p>
          <a:p>
            <a:r>
              <a:t>颜色只是辅助识别：旧线路、改过的线颜色可能不对，只看颜色就动手很危险，电工必须先断电、再验电，确认无电后作业（见第 105 课）。进口和旧仪器换插头、改电源线，交给持证电工，学生不要自己动手接电源线。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便携式发电机由内燃机带动发电，野外实习、校内外活动和停电时都会用到（停电应急见第 156 课），但它同时带有几类危险：用电不当触电、电倒送到别处；废气中的一氧化碳；燃油引起火灾；持续的噪声和振动。</a:t>
            </a:r>
          </a:p>
          <a:p>
            <a:r>
              <a:t>校内外活动需要临时用电或使用发电机，先按本校规定报备审批，接线由持证电工进行，学生不动手；指定专人管理，运行时有人照看。</a:t>
            </a:r>
          </a:p>
          <a:p>
            <a:r>
              <a:t>不能把发电机直接接进建筑物的配电线路：电会倒送到电网，危及正在检修线路的人员；确需接入，必须由合格电工安装切换装置。一般做法是把用电器直接插在发电机的插座上，使用随机电线或带接地的三芯延长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发电机用的延长线插线前要检查，破损、割伤、磨损的不用；电线的额定电流要配得上用电器，不够的换成合格的。发电机本身也不能过载，插得太多机器会过热，可能引发火灾。</a:t>
            </a:r>
          </a:p>
          <a:p>
            <a:r>
              <a:t>发电机输出端要配漏电保护器，一有漏电马上断开（见第 100 课）；按说明书要求做好接地，接头拧紧，由电工确认。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电机要保持干燥：下雨和潮湿时不要露天使用，确需使用就搭一个四面通风的遮篷。手湿、身上湿或站在积水里，不去碰发电机和电气部件；泡过水的电气设备不能直接使用，必须彻底干燥并经检查合格后再用。</a:t>
            </a:r>
          </a:p>
          <a:p>
            <a:r>
              <a:t>发电机排出的废气含一氧化碳，在室内、地下室、车库、帐篷等封闭空间使用会越积越多，令人中毒；即使在室外，也要远离门窗和通风口，四周和上方留足空间、不堆杂物，保证空气流通（一氧化碳的危害见第 134 课）。</a:t>
            </a:r>
          </a:p>
          <a:p>
            <a:r>
              <a:t>发电机运转时和停机后一段时间都很烫，燃油洒在热部件上会着火。加油前先停机，等冷却后再慢慢加油，运转时绝对不能加油；燃油用合格容器存放，远离火源。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宿舍和办公区同样要守用电规矩：不使用学校禁止的电器和大功率电器（如电热锅、电热毯、热得快、电炉等，具体名单以本校规定为准），不私拉乱接、不串接插线板，选用合格插线板。</a:t>
            </a:r>
          </a:p>
          <a:p>
            <a:r>
              <a:t>插线板不放在床上、被褥里或易燃物上，给手机、电脑、电动车电池等充电不过夜、不无人看管（锂电池安全见第 103 课）。离开宿舍和办公室时，关闭电器、拔掉插头。违规用电可能引发宿舍火灾，学校会依规处理。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答案：B。解析：大功率设备用专用插座；插线板不串接、不落地、远离水；破损电线停用更换。</a:t>
            </a:r>
          </a:p>
          <a:p>
            <a:r>
              <a:t>第 2 题 答案：B。解析：总功率 3500 W，电流约 16 A，超过 10 A 额定值；大功率设备也不应接插线板。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答案：B。解析：左零右火上接地；接地孔必须可靠连接保护导体。</a:t>
            </a:r>
          </a:p>
          <a:p>
            <a:r>
              <a:t>第 4 题 答案：B。解析：黄绿线只作保护导体；导线颜色按现行国家标准和本校规定，颜色也不能代替验电。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答案：B。解析：室内和封闭空间使用会造成一氧化碳积聚中毒；应在室外通风处，必要时搭四面通风的遮篷。</a:t>
            </a:r>
          </a:p>
          <a:p>
            <a:r>
              <a:t>第 6 题 答案：先关闭设备开关，擦干手，握住插头本体直着拔出；不拽电线；插头松动、发烫的报修。解析：拽线会拉断、拉松导线，造成接触不良、发热或露出导体。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插座、线缆与临时用电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第8章 电气安全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5.5 分钟（卡通视频 67 镜）　适用对象：进入实验室的全体本科生、研究生和教职工，住校学生，以及组织校内外活动需要临时用电的人员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能做到插座、插线板不超负荷、不串接、不私拉乱接，大功率设备使用专用插座，选用带 3C 标志的合格产品。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能做到用前检查电线和插头，电线不压、不夹、不拖地、远离热源，插拔插头先关开关、握住插头本体。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能说出三孔插座“左零右火上接地”和黄绿双色线只作保护导体，知道导体颜色按现行国家标准和本校规定、颜色不能代替验电。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能说出临时用电和移动式发电机先报备、由电工接线，以及宿舍与办公区的用电规定。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13869-2017（以现行文本为准，GB/T 13869-2026 即将实施）《用电安全导则》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13955-2017（以现行文本为准）《剩余电流动作保护装置安装和运行》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《中华人民共和国消防法》（以现行文本为准）：单位和个人预防火灾、安全用电的义务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号）：实验室用电安全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强制性产品认证（3C）目录内的插头插座、插线板等电器产品须获认证（以现行目录为准）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导体颜色标识：按现行国家标准和本校规定（原 GB/T 7947-2010 已废止）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本校实验室临时用电审批、宿舍用电管理规定（以本校规定为准）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插座插线板不超负荷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插座和插线板都有额定电流和额定功率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插得太多，电线发热，久了会起火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用功率除以 220 伏，估算电流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所有电器加起来不超过额定值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插座、插线板、延长线都有额定电流（如 10 A、16 A）和对应的额定功率，标在铭牌或外壳上。一个插座、一个插线板上插的电器太多、功率太大，电流超过额定值，电线和插头就会发热，长时间过热会使绝缘老化、熔化，引起短路和……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一个插线板同时插烘箱、电热板和电水壶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只看插孔够不够，不看额定功率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大功率设备用专用插座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烘箱、马弗炉、电热设备是大功率设备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用容量够的专用插座，不接插线板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一个插座只插一台大功率电器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插座不够，报修加装，由设施人员评估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烘箱、马弗炉、电热板、电热套、焊机、空调等是大功率设备，应接在容量足够的专用插座或专用回路上，不得接插线板，也不得与其他大功率电器共用一个插座。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马弗炉插在桌上的插线板上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嫌插座远，自己从别处拉线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不串接插线板，不私拉乱接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插线板不能一个接一个串着用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不私拉电线、不乱接插座和灯具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水槽边串接插排，触电又起火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线路改动一律找持证电工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插线板串接（一个插线板插在另一个插线板上）会使电流集中到第一个插线板和墙面插座上，极易过载，接触点多也更容易发热打火。私拉乱接电线、用胶布随意接线、自己接灯具或插座，都绕开了线路设计和保护，是高校实验室安全检查的常见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插线板不够长，再串一个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自己剥线接一盏台灯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插线板临时用，放干燥处不落地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插线板只作临时用，不代替固定布线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长期使用的设备，请电工装固定插座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插线板放干燥处，不放地上、不被杂物盖住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潮湿场所用防水插座，装漏电保护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插线板、延长线只供临时使用，用完拔下收好，不能长期代替固定布线。设备应放在有插座的位置；需要长期用电的设备，请电工加装固定插座，而不是用延长线从实验室另一头一路拖过来。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延长线拖过整个实验室给设备供电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插线板放在水浴旁边的地上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选用合格产品，认准3C标志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开关、插座、插线板要有 3C 认证标志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劣质插线板容易发热起火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由学校统一采购合格产品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插头插座、插线板、开关等属于强制性产品认证（3C）目录内的产品（以现行目录为准），必须选用带 3C 标志的合格产品，查看铭牌上的额定电压、额定电流等信息是否齐全。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买最便宜、没有标志的插线板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外壳开裂的插线板继续用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电线插头用前查，坏了不凑合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用前查电线外皮、插头金属片和根部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破皮、露铜、松动、发烫、焦味都停用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不缠胶布凑合，戴手套、天干燥也不行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设备都要装插头，裸线头不能直接插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每次用电前，先查电线和插头：外皮有没有破损、割伤、磨损、露铜，插头是否松动、变形、烧焦，接头是否插牢拧紧，用电时有没有发烫和焦味。电钻、延长线等移动电气设备用得多、出事也多，要定期检查。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电线外皮破了缠几圈胶布继续用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把导线头直接塞进插座孔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电线不压不夹不拖地，远离热源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电线不被重物、椅子压，不被门夹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电线落地会绊人、被踩坏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走线槽，过道加护线板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电线远离加热设备；卷线盘用前全部展开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电源线、延长线要保护好绝缘：不被椅子、重物、设备压住，不穿门缝、不被门窗夹，不被拖拽、打结、磨蹭。电线放在地上，容易被踩坏、被推车碾压，还会绊倒人，应沿墙或走线槽敷设；必须横穿走道时，加护线板（过线槽）。户外临时用电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电线从门缝下穿过到隔壁房间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卷线盘只拉出一小段就接大功率设备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插拔插头：先关开关，握住插头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拔插头前先关设备开关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擦干手，握住插头本体直着拔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不拽电线，插头要插到底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直流接头先断开负载和电源再插拔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插拔插头的正确顺序：先关闭设备开关，再擦干手，捏住插头本体直着拔出或插入。拽着电线拔插头会使电线从插头根部拉断、拉松，造成接触不良、发热甚至露出导体。插头要插到底，松动、发烫的插头和插座报修，不能继续使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拽着电线把插头扯出来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设备正在运行时直接拔插头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插座接线与导体颜色标识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导线分相线、中性线和保护导体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面对三孔插座：左零、右火、上接地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黄绿双色线只作保护导体，不能挪作他用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颜色按现行国标和本校规定，不能代替验电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改接线、换插头交持证电工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导线按用途分三类：相线（火线）送电，中性线（零线）让电流流回，保护导体（地线）连接设备金属外壳。单相三孔插座面对插座的接线规则是“左零右火上接地”；接地孔必须可靠连接保护导体，不能空着，也不能接到零线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用黄绿线当相线或零线接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看颜色就判断“这根没电”直接去碰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临时用电与发电机：先报备，电工接线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便携式发电机有触电、废气、火灾、噪声危险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临时用电和使用发电机，先按规定报备审批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不能把发电机直接接进楼内线路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电器直插发电机，专人管理、运行时有人照看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便携式发电机由内燃机带动发电，野外实习、校内外活动和停电时都会用到（停电应急见第 156 课），但它同时带有几类危险：用电不当触电、电倒送到别处；废气中的一氧化碳；燃油引起火灾；持续的噪声和振动。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活动现场学生自己接发电机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停电时把发电机接到楼层插座上“反送电”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发电机：线缆够用、不过载、有漏保、接地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插线前先查电线，破损的一律不用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电线和发电机额定值要配得上负载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输出端配漏电保护器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发电机接地良好，接头拧紧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发电机用的延长线插线前要检查，破损、割伤、磨损的不用；电线的额定电流要配得上用电器，不够的换成合格的。发电机本身也不能过载，插得太多机器会过热，可能引发火灾。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发电机供电就不装漏电保护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随便找根细线接大功率设备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发电机：防潮、防一氧化碳、冷机加油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雨天不露天使用，必要时搭四面通风的遮篷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手湿、身湿、站在积水里不碰电气部件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不在室内和封闭空间用，远离门窗风口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停机冷却后再加油，运转中绝不加油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发电机要保持干燥：下雨和潮湿时不要露天使用，确需使用就搭一个四面通风的遮篷。手湿、身上湿或站在积水里，不去碰发电机和电气部件；泡过水的电气设备不能直接使用，必须彻底干燥并经检查合格后再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为了防雨把发电机放进室内或帐篷里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发电机还在运转就加油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宿舍与办公区用电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宿舍不用违规大功率电器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插线板不放床上，充电不过夜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离开宿舍和办公室，拔掉插头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遵守学校宿舍和办公区用电规定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宿舍和办公区同样要守用电规矩：不使用学校禁止的电器和大功率电器（如电热锅、电热毯、热得快、电炉等，具体名单以本校规定为准），不私拉乱接、不串接插线板，选用合格插线板。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插线板放在枕边边充电边睡觉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在宿舍偷偷用电热锅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下列做法正确的是：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插线板不够长，再串接一个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马弗炉接在专用插座上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把插线板放在水浴旁的地上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电线外皮破了缠胶布继续用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判断：一个额定 10 A 的插线板上，可以同时插一台 2000 W 的烘箱和一台 1500 W 的电热板。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面对一个单相三孔插座，接线规则是：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左火右零上接地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左零右火上接地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上零下火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没有规定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关于黄绿双色线，正确的说法是：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可以当相线用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只能用作保护导体（地线）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可以当零线用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颜色无所谓，能导电就行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101 · 插座、线缆与临时用电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101 插座、线缆与临时用电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判断：下雨时为了防雨，可以把便携式发电机搬进室内使用。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简答：拔插头的正确方法是什么？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插座插线板不超负荷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大功率设备用专用插座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不串接插线板，不私拉乱接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插线板临时用，放干燥处不落地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选用合格产品，认准3C标志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电线插头用前查，坏了不凑合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电线不压不夹不拖地，远离热源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插拔插头：先关开关，握住插头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插座接线与导体颜色标识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临时用电与发电机：先报备，电工接线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发电机：线缆够用、不过载、有漏保、接地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发电机：防潮、防一氧化碳、冷机加油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宿舍与办公区用电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