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风险评估是一个评价的过程：看出事的可能性有多大、后果有多严重，同时把拿不准的地方（资料不足、新方法、新样本）写清楚。实验的风险有高有低，只有先评估，才知道要采取多强的措施，所以说风险评估是生物安全的地基，其他工作都从这里出发（风险评估的通用方法见第 014 课）。</a:t>
            </a:r>
          </a:p>
          <a:p>
            <a:r>
              <a:t>使用菌种、样本之前，先弄清它从哪里来、是什么、对人有没有危害；来历不明的环境菌不随意使用，来源不清的临床样本风险要往高处估。按评估结果，在规定级别的实验室、用规定的方法操作（防护等级的确定见第 060 课）。</a:t>
            </a:r>
          </a:p>
          <a:p>
            <a:r>
              <a:t>评估之后要实施控制（工程控制加个人防护等），再检查控制效果，发现问题就回到评估，循环改进（管理体系见第 065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危害是任何可能造成伤害的东西，生物因子（病原微生物、毒素、感染性样本等）就是潜在的危害。风险则是这种伤害真正发生的可能性及其后果；伤害源是生物因子的，就叫生物风险。</a:t>
            </a:r>
          </a:p>
          <a:p>
            <a:r>
              <a:t>危害本身是“物”，人动手去操作它，危害才变成风险。操作、运输、被盗、容器或封闭屏障破损，都是危害变成风险的途径。所以评估时既要看“这东西有多危险”，也要看“我要拿它做什么”。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风险是可能性和后果（严重程度）的组合。可能性指防护失效、发生暴露的几率有多大；后果指一旦发生，对人员、公众和环境造成的伤害有多大。两者结合起来，才能看出风险的高低。</a:t>
            </a:r>
          </a:p>
          <a:p>
            <a:r>
              <a:t>举例：样本转运不规范（容器不密封、没有二级包装），发生泄漏的可能性就大，后果是转运人员和沿途的人可能被感染。包装运输的要求见第 080 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可能性会随做法而变，后果却不一定。就像开车：无证乱开，出事的概率很高；守规则开车，概率低，但万一撞上，造成的伤害还是一样重。实验室里也是这样：规范操作降的是可能性，病原本身造成的后果并没有变轻，所以不能因为“我很小心”就放松防护。</a:t>
            </a:r>
          </a:p>
          <a:p>
            <a:r>
              <a:t>致病的病原关在实验室的封闭条件下，风险很低；一旦因为意外泄漏或被人故意带出、滥用，后果就很严重。因此既要防意外（生物安全），也要防滥用（生物安保，见第 083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为了把风险说清楚，可能性和后果都要分级。可能性回答“发生的概率有多大”，可从“很少”到“经常”分级；后果回答“万一发生会怎样”，可从“轻微”（无伤害或轻微不适）到“严重”（严重疾病、扩散到社区或环境）分级。</a:t>
            </a:r>
          </a:p>
          <a:p>
            <a:r>
              <a:t>常见的做法是两边各分三到五级。分几级、每一级怎么判定，以本校风险评估程序为准；同一实验室内应统一标准，评估人员对照同一张表打分，结果才可比。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把可能性和后果的分级交叉成一张表，就是风险矩阵：可能性低、后果轻的落在绿格，风险最低；可能性大、后果重的落在红格，风险最高；中间是黄格。</a:t>
            </a:r>
          </a:p>
          <a:p>
            <a:r>
              <a:t>把实验中的每个风险点（每个操作步骤）都放进矩阵，哪里风险高一目了然，红格优先处理。风险矩阵的通用用法见第 014 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一种生物材料，风险随操作而变。样本密封冻存在罐里，风险较低；拿出来开盖处理、提取核酸，风险升高；培养活的病原（数量和浓度增加），风险最高。流程一步步往后走，风险一级级升高，一旦释放，后果也越大。</a:t>
            </a:r>
          </a:p>
          <a:p>
            <a:r>
              <a:t>所以评估不能只做一次笼统的结论，提取、扩增、检测、培养等步骤越多，越要逐步评估（逐步打分的方法见第 068 课）。储存也有风险：容器要密封、标签要标清、冷冻柜要上锁，库存要有记录。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生物风险评估有固定的步骤：危害识别、风险分析、风险评价、风险控制、记录、复查。也有资料把它概括为五步（识别、评估、控制、看残余风险、再决策），内容是一致的：先认清危害，再估计风险大小，加控制后看残余风险能否接受，然后决定做不做。</a:t>
            </a:r>
          </a:p>
          <a:p>
            <a:r>
              <a:t>最后一步是复查，走完一遍还要回头再看。评估的结果用于确定防护等级（见第 060 课）和控制措施（见第 069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第一步是危害识别：先弄清用的是什么生物因子，查《人间传染的病原微生物目录》（以现行版本为准），认出它属于哪一类，再查病原资料拿到依据（要素清单见第 068 课）。注意两套编号：国内病原分类第一类危害最大、第四类最小，国际风险组 1 组最低、4 组最高，方向相反（见第 058 课）。</a:t>
            </a:r>
          </a:p>
          <a:p>
            <a:r>
              <a:t>再列出要做哪些实验活动，用量多少、浓度多高写清楚。看会不会溅、会不会扎，会不会产生气溶胶（离心、振荡、匀浆、超声、吹打等），这是重点。评估要把病原、操作、人员和设施四个方面都看到。</a:t>
            </a:r>
          </a:p>
          <a:p>
            <a:r>
              <a:t>风险评估别只盯着微生物：消毒剂、固定液有化学危害，锐器、高温、紫外灯也会伤人，要一起识别。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步是风险分析：估计发生暴露的可能性有多大，一旦暴露后果有多严重。先想清楚谁可能受害——操作者本人、同室的同事、保洁和清运人员，甚至公众；再想清楚怎么受害——吸入气溶胶、溅到眼睛或黏膜、被锐器刺伤，还是误食入口。</a:t>
            </a:r>
          </a:p>
          <a:p>
            <a:r>
              <a:t>资料不足、来历不清的样本（如未经检测的临床样本、环境样本），风险往高处估。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第三步是风险评价：根据分析结果和风险矩阵，给出总体风险等级——低、中还是高。等级决定要采取多强的控制措施和在哪一级实验室开展。</a:t>
            </a:r>
          </a:p>
          <a:p>
            <a:r>
              <a:t>评价时还要对照现有的控制措施：现有设施、设备、规程和防护够不够把风险控制住。够，就可以接受；不够，就要再加控制。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第四步是风险控制：按控制层级（见第 017 课）选择措施，用什么设备、穿什么防护、怎么操作。工程控制（合适级别的实验室、生物安全柜、密封离心转子）、个人防护和标准操作规程要一起上。例如离心可能产生气溶胶的样本时，使用密封转子，离心后在生物安全柜内开盖。</a:t>
            </a:r>
          </a:p>
          <a:p>
            <a:r>
              <a:t>生物安全员可以用问卷逐项评估，按控制层级挑合适的措施，把结论和建议讲给实验室负责人和课题组。具体的控制与管理措施见第 069 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采取控制措施后剩下的风险叫残余风险：风险能降下来，但清不了零。把要做的操作一项项列出来，每项单独评估，再合起来看总风险。</a:t>
            </a:r>
          </a:p>
          <a:p>
            <a:r>
              <a:t>残余风险能接受，经实验室负责人批准后才开展，并且要让团队都知道、都认可“我们带着这些风险工作”；不能接受，就再加措施、改方法，或者不做。残余风险较高或拿不准的，报生物安全委员会审议。各实验室情况不同，要按实际评估，不照搬别人的结论。</a:t>
            </a:r>
          </a:p>
          <a:p>
            <a:r>
              <a:t>学生拿不准时，先问导师，不擅自开展。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第五步是记录：把评估的过程、依据、结论和控制措施写成风险评估报告，按本校程序经审核批准后存档备查，新来的人也能查到和学习。书面记录的通用写法见第 015 课。</a:t>
            </a:r>
          </a:p>
          <a:p>
            <a:r>
              <a:t>写下来只是一半，更重要的是把报告里的措施真正落实到每一次操作中。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第六步是复查：即使没有变化，也要按本校规定定期复查评估报告。遇到以下情况要及时重新评估并更新：更换病原或材料、改变实验方法或流程、人员变化、设施设备变化，以及发生事件或事故之后。</a:t>
            </a:r>
          </a:p>
          <a:p>
            <a:r>
              <a:t>新开展的实验活动，其防护级别要按本校程序报生物安全委员会审批，不自行决定（见第 060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风险评估不是一个人填表、别人签字。真正动手做实验的人，最清楚哪一步容易出错、哪里手不顺。因此评估由实验室负责人组织，操作者参与，生物安全管理人员审核，评估结论要让每个相关人员知晓（团队参与见第 015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答案：B。解析：危害是物，风险看可能性和后果，与怎么操作、运输、储存有关。</a:t>
            </a:r>
          </a:p>
          <a:p>
            <a:r>
              <a:t>第 2 题 答案：B。解析：规范操作降的是可能性，后果不一定变轻，防护不能放松。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答案：B。解析：先认清危害，再分析和评价风险，然后控制、记录，最后定期复查。</a:t>
            </a:r>
          </a:p>
          <a:p>
            <a:r>
              <a:t>第 4 题 答案：D。解析：换病原、换方法、换人换设施、出了事件都要重新评估；没有变化也要定期复查。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答案：B。解析：残余风险能降不能清零；可接受并经负责人批准才开展，不可接受就加措施或不做。</a:t>
            </a:r>
          </a:p>
          <a:p>
            <a:r>
              <a:t>第 6 题 答案：国内第一类危害最大、第四类最小；国际风险组 1 组最低、4 组最高，方向相反。解析：查目录时不能把两套编号弄混。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067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生物风险评估的步骤与风险矩阵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第6章 生物安全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7 分钟（卡通视频 80 镜）　适用对象：进入生命科学、医学、农学、环境等涉及生物材料实验室的高校本科生、研究生和教职工（必修）；实验室负责人、生物安全员和参与编写风险评估报告的人员重点学习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067 · 生物风险评估的步骤与风险矩阵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067 生物风险评估的步骤与风险矩阵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能说出危害与风险的区别，知道风险由可能性和后果共同决定，并能用风险矩阵判断风险等级。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能说出生物风险评估的六步（危害识别、风险分析、风险评价、风险控制、记录、复查），以及风险随操作步骤而变化。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能判断残余风险是否可接受、何时必须重新评估，知道评估报告要成文、审核、存档。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能做到动手前参与本实验室的风险评估，拿不准时先问导师，不擅自开展。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067 · 生物风险评估的步骤与风险矩阵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067 生物风险评估的步骤与风险矩阵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《中华人民共和国生物安全法》（以现行文本为准）：病原微生物实验室的设立单位负责实验室生物安全管理，从事实验活动应当遵守有关规定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《病原微生物实验室生物安全管理条例》（以现行文本为准）：实验室负责人为第一责任人；实验活动须在相应级别实验室开展，高致病性病原微生物实验活动须经批准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19489-2008（以现行文本为准）《实验室 生物安全通用要求》：风险评估及风险控制，评估报告成文并经审核，情况变化时重新评估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WS 233（以现行文本为准）《病原微生物实验室生物安全通用准则》：根据病原危害和实验活动进行风险评估、确定防护水平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《人间传染的病原微生物目录》（国家卫生健康委发布，以现行版本为准）：病原微生物分类和实验活动所需防护级别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《高等学校实验室安全规范》（教科信厅函〔2023〕5 号，以现行文本为准）：实验室安全风险评估、危险性实验项目审批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本校实验室生物安全管理办法、风险评估程序和生物安全委员会章程（以本校规定为准）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067 · 生物风险评估的步骤与风险矩阵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风险评估：生物安全的地基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067 生物风险评估的步骤与风险矩阵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风险评估是生物安全的地基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看可能性、后果，也看哪些地方拿不准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先评估再动手，顺序不能反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用菌先问来源，来历不明不乱用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评估、控制、看效果，不断改进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风险评估是一个评价的过程：看出事的可能性有多大、后果有多严重，同时把拿不准的地方（资料不足、新方法、新样本）写清楚。实验的风险有高有低，只有先评估，才知道要采取多强的措施，所以说风险评估是生物安全的地基，其他工作都从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先动手做实验，出了问题再补评估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使用来历不明的菌种或样本，不问来源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067 · 生物风险评估的步骤与风险矩阵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危害是物，风险来自操作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067 生物风险评估的步骤与风险矩阵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危害：任何可能造成伤害的东西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伤害源是生物因子，就是生物风险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动手操作，危害才变成风险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操作、运输、被盗、封闭破损都带来风险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危害是任何可能造成伤害的东西，生物因子（病原微生物、毒素、感染性样本等）就是潜在的危害。风险则是这种伤害真正发生的可能性及其后果；伤害源是生物因子的，就叫生物风险。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把危害和风险混为一谈，只看病原不看操作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只考虑实验操作，忽略运输、储存和被盗丢失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067 · 生物风险评估的步骤与风险矩阵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风险看可能性和后果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067 生物风险评估的步骤与风险矩阵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风险由可能性和后果共同决定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可能性：出事的几率有多大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后果：对人和环境的伤害有多大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例：转运不规范，泄漏可能大，人会被感染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风险是可能性和后果（严重程度）的组合。可能性指防护失效、发生暴露的几率有多大；后果指一旦发生，对人员、公众和环境造成的伤害有多大。两者结合起来，才能看出风险的高低。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只看后果，认为“病原不太危险就不用管”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只看可能性，认为“从没出过事”就是低风险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067 · 生物风险评估的步骤与风险矩阵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守规矩降的是可能性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067 生物风险评估的步骤与风险矩阵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守规则能降低出事的可能性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万一发生，后果不一定变轻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病原关在实验室里，风险很低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意外泄漏或被滥用，后果就很高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可能性会随做法而变，后果却不一定。就像开车：无证乱开，出事的概率很高；守规则开车，概率低，但万一撞上，造成的伤害还是一样重。实验室里也是这样：规范操作降的是可能性，病原本身造成的后果并没有变轻，所以不能因为“我很小心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认为自己操作熟练，就可以降低防护要求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只防意外，不防样本丢失、被盗和滥用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067 · 生物风险评估的步骤与风险矩阵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可能性与后果分级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067 生物风险评估的步骤与风险矩阵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可能性问：发生的概率有多大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后果问：万一发生，会有多严重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两边常分三到五级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分几级、怎么判，按本校评估程序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为了把风险说清楚，可能性和后果都要分级。可能性回答“发生的概率有多大”，可从“很少”到“经常”分级；后果回答“万一发生会怎样”，可从“轻微”（无伤害或轻微不适）到“严重”（严重疾病、扩散到社区或环境）分级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每个人凭感觉打分，没有统一的分级标准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只写“风险较低”，说不出依据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067 · 生物风险评估的步骤与风险矩阵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风险矩阵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067 生物风险评估的步骤与风险矩阵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可能性和后果交叉，就是风险矩阵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都低最安全，都高最危险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每个风险点放进矩阵，一目了然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红格风险优先处理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把可能性和后果的分级交叉成一张表，就是风险矩阵：可能性低、后果轻的落在绿格，风险最低；可能性大、后果重的落在红格，风险最高；中间是黄格。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只给整个实验打一个总分，不逐个风险点分析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评出红格仍照常开展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067 · 生物风险评估的步骤与风险矩阵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风险随操作而变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067 生物风险评估的步骤与风险矩阵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样本密封冻存，风险较低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拿出开盖提取，风险升高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培养活的病原，风险最高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储存也有风险：密封、标清、上锁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同一种生物材料，风险随操作而变。样本密封冻存在罐里，风险较低；拿出来开盖处理、提取核酸，风险升高；培养活的病原（数量和浓度增加），风险最高。流程一步步往后走，风险一级级升高，一旦释放，后果也越大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用冻存样本的风险等级去做培养实验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储存的样本不标识、不上锁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067 · 生物风险评估的步骤与风险矩阵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评估六步，按顺序走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067 生物风险评估的步骤与风险矩阵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六步：识别、分析、评价、控制、记录、复查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按顺序走，不跳步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走完一遍，还要回头再看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生物风险评估有固定的步骤：危害识别、风险分析、风险评价、风险控制、记录、复查。也有资料把它概括为五步（识别、评估、控制、看残余风险、再决策），内容是一致的：先认清危害，再估计风险大小，加控制后看残余风险能否接受，然后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跳过分析和评价，直接照搬防护措施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评估完一次就再不回头看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067 · 生物风险评估的步骤与风险矩阵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第一步：危害识别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067 生物风险评估的步骤与风险矩阵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弄清用什么生物因子，查国内目录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国内第一类最危险，与国际风险组相反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列出操作，写清用量和浓度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气溶胶、溅洒、锐器要重点看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化学和物理危害一起找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第一步是危害识别：先弄清用的是什么生物因子，查《人间传染的病原微生物目录》（以现行版本为准），认出它属于哪一类，再查病原资料拿到依据（要素清单见第 068 课）。注意两套编号：国内病原分类第一类危害最大、第四类最小，……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把国际风险组的编号当成国内分类，弄反危险程度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只看病原，不看产生气溶胶的操作和化学、物理危害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067 · 生物风险评估的步骤与风险矩阵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第二步：风险分析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067 生物风险评估的步骤与风险矩阵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估计暴露的可能性和后果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想清楚谁可能受害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途径：吸入、溅入、刺伤、食入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来历不清的样本，风险往高处估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第二步是风险分析：估计发生暴露的可能性有多大，一旦暴露后果有多严重。先想清楚谁可能受害——操作者本人、同室的同事、保洁和清运人员，甚至公众；再想清楚怎么受害——吸入气溶胶、溅到眼睛或黏膜、被锐器刺伤，还是误食入口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只考虑操作者本人，忽略同事和保洁清运人员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资料不清时按最低风险估计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067 · 生物风险评估的步骤与风险矩阵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第三步：风险评价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067 生物风险评估的步骤与风险矩阵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定出总体风险等级：低、中、高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等级决定要多强的措施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看现有控制够不够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够就可接受，不够就再加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第三步是风险评价：根据分析结果和风险矩阵，给出总体风险等级——低、中还是高。等级决定要采取多强的控制措施和在哪一级实验室开展。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只给出等级，不对照现有控制是否足够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风险等级高，却沿用低等级的做法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067 · 生物风险评估的步骤与风险矩阵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第四步：风险控制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067 生物风险评估的步骤与风险矩阵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按控制层级选择措施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工程控制、个人防护、标准规程一起上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例：用密封转子，在安全柜里开盖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结论和建议交负责人和课题组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第四步是风险控制：按控制层级（见第 017 课）选择措施，用什么设备、穿什么防护、怎么操作。工程控制（合适级别的实验室、生物安全柜、密封离心转子）、个人防护和标准操作规程要一起上。例如离心可能产生气溶胶的样本时，使用……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只靠个人防护，不用工程控制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离心后在台面上直接开盖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067 · 生物风险评估的步骤与风险矩阵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残余风险：能接受才开展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067 生物风险评估的步骤与风险矩阵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控制加完，总还剩残余风险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逐项评估，再合起来看总风险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可接受，负责人批准后才开展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不可接受，加措施或者不做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风险太高报生物安全委员会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采取控制措施后剩下的风险叫残余风险：风险能降下来，但清不了零。把要做的操作一项项列出来，每项单独评估，再合起来看总风险。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认为加了措施就“零风险”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残余风险不可接受，仍抱侥幸心理开展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067 · 生物风险评估的步骤与风险矩阵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第五步：记录成文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067 生物风险评估的步骤与风险矩阵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把评估过程和控制措施写下来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审核签字后存档备查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新来的人也能查到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写下来，更要每次做到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第五步是记录：把评估的过程、依据、结论和控制措施写成风险评估报告，按本校程序经审核批准后存档备查，新来的人也能查到和学习。书面记录的通用写法见第 015 课。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评估只在脑子里，没有书面报告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报告写好就锁进柜子，操作时不照做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067 · 生物风险评估的步骤与风险矩阵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第六步：复查与重新评估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067 生物风险评估的步骤与风险矩阵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没有变化，也要定期复查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换病原、换方法、换人、换设施要重评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出了事件，也要重新评估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新实验的防护级别报委员会审批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第六步是复查：即使没有变化，也要按本校规定定期复查评估报告。遇到以下情况要及时重新评估并更新：更换病原或材料、改变实验方法或流程、人员变化、设施设备变化，以及发生事件或事故之后。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换了方法或病原，仍沿用旧的评估报告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发生事件后只处理现场，不重新评估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067 · 生物风险评估的步骤与风险矩阵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让动手的人参与评估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067 生物风险评估的步骤与风险矩阵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评估不是一个人填表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动手的人最清楚哪里容易出错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负责人组织，操作者参与，人人知晓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风险评估不是一个人填表、别人签字。真正动手做实验的人，最清楚哪一步容易出错、哪里手不顺。因此评估由实验室负责人组织，操作者参与，生物安全管理人员审核，评估结论要让每个相关人员知晓（团队参与见第 015 课）。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由负责人一人填写，操作者只签字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新成员加入后不学习本实验室的评估报告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067 · 生物风险评估的步骤与风险矩阵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067 生物风险评估的步骤与风险矩阵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关于危害与风险，正确的是：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危害和风险是一回事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生物因子本身是危害，动手操作它才带来风险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只要病原危险，风险就一定高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储存的样本没有风险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判断：守规则操作能降低出事的可能性，所以万一发生暴露，后果也会变轻。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067 · 生物风险评估的步骤与风险矩阵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067 生物风险评估的步骤与风险矩阵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生物风险评估六步的正确顺序是：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控制、识别、记录、评价、分析、复查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识别、分析、评价、控制、记录、复查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记录、识别、控制、复查、分析、评价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评价、控制、识别、分析、记录、复查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下列哪种情况不需要立即重新评估？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更换病原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改变实验方法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发生暴露事件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同一人用同一方法重复做同一实验，且在复查周期内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067 · 生物风险评估的步骤与风险矩阵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067 生物风险评估的步骤与风险矩阵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判断：控制措施加完后，残余风险能降为零，就可以开展实验。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简答：国内病原微生物分类与国际风险组在编号上有什么不同？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  风险评估：生物安全的地基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  危害是物，风险来自操作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K3  风险看可能性和后果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K4  守规矩降的是可能性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K5  可能性与后果分级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K6  风险矩阵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K7  风险随操作而变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K8  评估六步，按顺序走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K9  第一步：危害识别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K10  第二步：风险分析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K11  第三步：风险评价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K12  第四步：风险控制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K13  残余风险：能接受才开展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K14  第五步：记录成文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K15  第六步：复查与重新评估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K16  让动手的人参与评估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