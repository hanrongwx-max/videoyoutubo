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a:p/>
          <a:p>
            <a:r>
              <a:t>来源：合并了 2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a:p/>
          <a:p>
            <a:r>
              <a:t>来源：合并了 3 个原知识点，最佳讲解取自 Laboratory Ergonomics &amp; RSI 17（详见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a:p/>
          <a:p>
            <a:r>
              <a:t>来源：合并了 2 个原知识点，最佳讲解取自 ACS College Lab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a:p/>
          <a:p>
            <a:r>
              <a:t>来源：合并了 1 个原知识点，最佳讲解取自 Lab Safety Training Series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a:p/>
          <a:p>
            <a:r>
              <a:t>来源：补充知识点（依据本课程大纲，原视频未涉及）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a:p/>
          <a:p>
            <a:r>
              <a:t>来源：补充知识点（依据《中华人民共和国立法法》《中华人民共和国标准化法》的层级规定，原视频未涉及）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a:p/>
          <a:p>
            <a:r>
              <a:t>来源：合并了 1 个原知识点，最佳讲解取自 Laboratory Ergonomics &amp; RSI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a:p/>
          <a:p>
            <a:r>
              <a:t>来源：合并了 1 个原知识点，最佳讲解取自 Laboratory Ergonomics &amp; RSI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a:p/>
          <a:p>
            <a:r>
              <a:t>来源：补充知识点（依据《中华人民共和国危险化学品安全法》《危险化学品安全管理条例》等，原视频未涉及）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a:p/>
          <a:p>
            <a:r>
              <a:t>来源：补充知识点（依据《中华人民共和国生物安全法》《病原微生物实验室生物安全管理条例》等，原视频未涉及）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a:p/>
          <a:p>
            <a:r>
              <a:t>来源：补充知识点（依据《中华人民共和国放射性污染防治法》《中华人民共和国特种设备安全法》《中华人民共和国固体废物污染环境防治法》等，原视频未涉及）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a:p/>
          <a:p>
            <a:r>
              <a:t>来源：合并了 2 个原知识点，最佳讲解取自 Lab Safety Training - Essential Protocols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a:p/>
          <a:p>
            <a:r>
              <a:t>来源：合并了 1 个原知识点，最佳讲解取自 Laboratory Ergonomics &amp; RSI 32（详见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a:p/>
          <a:p>
            <a:r>
              <a:t>来源：合并了 1 个原知识点，最佳讲解取自 Microbiology Biosafety 23（详见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a:p/>
          <a:p>
            <a:r>
              <a:t>来源：合并了 1 个原知识点，最佳讲解取自 Laboratory Ergonomics &amp; RSI 34（详见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a:p/>
          <a:p>
            <a:r>
              <a:t>来源：补充知识点（依据教育部高校实验室安全检查项目表，原视频未涉及）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a:p/>
          <a:p>
            <a:r>
              <a:t>来源：合并了 11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a:p/>
          <a:p>
            <a:r>
              <a:t>来源：合并了 2 个原知识点，最佳讲解取自 Lab Safety Training - Essential Protocols 21（详见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a:p/>
          <a:p>
            <a:r>
              <a:t>来源：合并了 4 个原知识点，最佳讲解取自 ACS Hazard Communication &amp; Safety 05（详见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a:p/>
          <a:p>
            <a:r>
              <a:t>来源：合并了 5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a:p/>
          <a:p>
            <a:r>
              <a:t>来源：合并了 1 个原知识点，最佳讲解取自 BIORISK MANAGEMENT 25（详见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a:p/>
          <a:p>
            <a:r>
              <a:t>来源：合并了 3 个原知识点，最佳讲解取自 Chemical Spillage &amp; Response 07（详见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a:p/>
          <a:p>
            <a:r>
              <a:t>来源：合并了 3 个原知识点，最佳讲解取自 Electrical Safety Series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a:p/>
          <a:p>
            <a:r>
              <a:t>来源：合并了 4 个原知识点，最佳讲解取自 Microbiology Biosafety 50（详见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a:p/>
          <a:p>
            <a:r>
              <a:t>来源：合并了 2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a:p/>
          <a:p>
            <a:r>
              <a:t>来源：合并了 1 个原知识点，最佳讲解取自 Lab Safety Training - Essential Protocols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a:p/>
          <a:p>
            <a:r>
              <a:t>来源：合并了 5 个原知识点，最佳讲解取自 Chemical Spillage &amp; Response 07（详见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a:p/>
          <a:p>
            <a:r>
              <a:t>来源：合并了 2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a:p/>
          <a:p>
            <a:r>
              <a:t>来源：合并了 5 个原知识点，最佳讲解取自 Chemical Spillage &amp; Response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a:p/>
          <a:p>
            <a:r>
              <a:t>来源：合并了 2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a:p/>
          <a:p>
            <a:r>
              <a:t>来源：合并了 8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a:p/>
          <a:p>
            <a:r>
              <a:t>来源：合并了 2 个原知识点，最佳讲解取自 Electrical Safety Series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a:p/>
          <a:p>
            <a:r>
              <a:t>来源：合并了 3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a:p/>
          <a:p>
            <a:r>
              <a:t>来源：合并了 4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a:p/>
          <a:p>
            <a:r>
              <a:t>来源：合并了 2 个原知识点，最佳讲解取自 Microbiology Biosafety 50（详见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