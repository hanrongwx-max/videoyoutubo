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为一种新微生物或一项新实验确定防护等级，不是在表格里查一下就行，而是一套结构化的风险评估：评估病原本身、实验操作、对人员的风险和对环境的影响，使实验室的防护水平与病原和具体操作相匹配。</a:t>
            </a:r>
          </a:p>
          <a:p>
            <a:r>
              <a:t>注意两套编号：国内病原分类第一类危害最大、第四类最小，国际风险组 1 组最低、4 组最高，方向相反；实验室防护级别则国内外同向，四级最高（见第 058、059 课）。第一类、第二类属于高致病性病原微生物，相关实验须在相应级别实验室并经批准。</a:t>
            </a:r>
          </a:p>
          <a:p>
            <a:r>
              <a:t>先查国家目录、做风险评估、确定级别，再按级别配备设施、设备和个人防护。通用的风险评估步骤和风险矩阵见第 067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是认清要操作的到底是什么：属于什么种、什么株，有没有已知的变异，是否经过基因改造。然后与《人间传染的病原微生物目录》（以现行版本为准）和已有分类资料对照，确定它在国内的危害程度类别。具体分类以国内目录为准，国外资料只作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第二步评估致病性：它会不会让人或动物生病？如果会，病情有多严重？多少量就可能造成感染（感染剂量）？致病性越强、感染剂量越低，需要的防护级别往往越高。病原层面更详细的评估要素见第 068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第三步看传播途径：能不能随空气被吸入？会不会经皮肤黏膜接触、经口食入，或经针头等锐器刺伤进入人体？</a:t>
            </a:r>
          </a:p>
          <a:p>
            <a:r>
              <a:t>能经空气（气溶胶）传播、引起严重疾病的病原，通常需要更高级别的实验室（如三级）。具体某种病原、某项实验需要几级，查目录并结合评估确定，不凭印象。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第四步看防治手段：有没有有效的治疗药物和疫苗？万一发生暴露，能不能及时进行急救、预防性用药和医学观察？</a:t>
            </a:r>
          </a:p>
          <a:p>
            <a:r>
              <a:t>没有有效治疗和预防手段的病原，一旦感染后果最严重，防护级别也要相应提高。暴露后的处置见第 078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第五步看实验活动本身：会不会产生气溶胶（如离心、匀浆、超声、剧烈混匀），会不会用到锐器？是不是高浓度、大体积操作？涉不涉及动物感染实验？涉不涉及重组 DNA 或基因改造？</a:t>
            </a:r>
          </a:p>
          <a:p>
            <a:r>
              <a:t>同一种病原，实验活动不同，所需级别也不同：例如对未经培养的样本做检测，与大量培养活的病原，风险和要求差别很大；目录对不同实验活动分别规定了所需的实验室级别（以现行版本为准）。培养活病毒等高风险活动须经批准，学生不得擅自开展。</a:t>
            </a:r>
          </a:p>
          <a:p>
            <a:r>
              <a:t>涉及基因改造（如使用病毒载体）的实验，可能需要提高防护级别，并须先经单位生物安全委员会审批（见第 081 课）；涉及可能被滥用的两用研究，还要经过相应的伦理和安全审查（见第 083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第六步看本实验室的条件：实验室的防护级别和设施设备够不够？人员是否受过相应培训、考核合格？个人防护装备是否齐全？应急处置条件是否具备？防护条件必须与风险等级相匹配。</a:t>
            </a:r>
          </a:p>
          <a:p>
            <a:r>
              <a:t>条件不够，就不要硬上。涉及第一类、第二类等高致病性病原微生物的，必须在具备条件的实验室并经批准才能开展；不具备条件的，按规定移交有资质的机构处理，或者按规定销毁（以现行规定和本校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第七步，查规范、问专家：对照国内法律法规、GB 19489、WS 233 和《人间传染的病原微生物目录》（均以现行文本或版本为准），国外手册只作参考；再向实验室负责人、生物安全员和单位生物安全委员会咨询。</a:t>
            </a:r>
          </a:p>
          <a:p>
            <a:r>
              <a:t>防护级别不是研究者自己说了算：由项目负责人组织评估、提出拟定级别，经生物安全员或单位生物安全委员会评定、审批后确定；高致病性病原微生物的实验活动还须依法审批。学生不得自行定级，不得擅自开展。生物安全委员会的职责见第 070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各步骤的评估结果综合起来，最终级别取最高的那个风险因素：哪怕只有一项风险高，也要按高的来。</a:t>
            </a:r>
          </a:p>
          <a:p>
            <a:r>
              <a:t>举个例子：某菌株本身属于低风险，按本体可在一级实验室操作；但经过基因改造后要重新评估改造带来的变化，实验中又有产生气溶胶的操作，综合各项取最高，给出拟定级别。拟定的级别仍要报单位生物安全委员会审批，批准后才能开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国际资料常说“风险组不等于实验室级别”，要结合管理控制措施逐案评估。例如有人问：国际风险组 3 的病原一定要进三级实验室吗？逐案评估的思路是对的，但在国内必须按规定来：先查《人间传染的病原微生物目录》，目录对不同实验活动所需的实验室级别有明确规定。</a:t>
            </a:r>
          </a:p>
          <a:p>
            <a:r>
              <a:t>在国内不能随意降级操作。想在比目录规定低一级的实验室里做，研究者不能自己决定，必须有充分的风险评估，经单位生物安全委员会审核；涉及高致病性病原微生物的，还须依法审批（以现行规定为准）。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病原还没有确认时信息不全，评估要从严，宁可防护高一档，并报单位生物安全委员会审核。</a:t>
            </a:r>
          </a:p>
          <a:p>
            <a:r>
              <a:t>细胞系、临床样本、来源不明的样本，在目录里不一定查得到，同样要做风险评估，确定在几级实验室操作；拿不准的交单位生物安全委员会把关。</a:t>
            </a:r>
          </a:p>
          <a:p>
            <a:r>
              <a:t>噬菌体实验离不开宿主菌，用于杀灭致病菌的噬菌体，宿主往往就是致病菌，防护级别要按宿主菌和样品来评估，致病宿主菌在生物安全柜内规范操作。污泥、污水常被用作接种物，里面什么菌都可能有，包括致病菌；富集培养会把杂菌一起放大，评估后一般在二级实验室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定级评估不是口头说说，要形成书面的风险评估报告，经审核批准后留档，做到可追溯（GB 19489-2008，以现行文本为准）。</a:t>
            </a:r>
          </a:p>
          <a:p>
            <a:r>
              <a:t>实验内容、病原、规模、方法、人员或设施条件发生变化时，要重新做风险评估。采取控制措施后残余风险仍然偏高的，要上报单位生物安全委员会，由委员会决定是否开展，不擅自开工。风险评估的记录与复查见第 067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答案：B。解析：定级是一套结构化风险评估，级别由生物安全委员会评定审批。</a:t>
            </a:r>
          </a:p>
          <a:p>
            <a:r>
              <a:t>第 2 题 答案：B。解析：改造后要重新评估，结合操作中的气溶胶等风险，综合取最高，并报委员会审批。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答案：B。解析：在国内不得随意降级操作。</a:t>
            </a:r>
          </a:p>
          <a:p>
            <a:r>
              <a:t>第 4 题 答案：B。解析：同样要做风险评估确定级别，信息不全时从严，拿不准交生物安全委员会把关。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答案：不硬上；涉及高致病性病原的须在具备条件的实验室并经批准开展，否则按规定移交有资质的机构处理；报告实验室负责人。解析：防护条件必须与风险等级匹配。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如何确定实验活动的防护等级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59 镜）　适用对象：开展或计划开展涉及微生物、细胞、临床和环境样本实验的高校研究生、本科生和教职工；项目负责人、实验室负责人和生物安全员重点学习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能说出为新微生物或新实验确定防护等级的七个步骤：认清病原、致病性、传播途径、有无药和疫苗、实验操作、设施与人员能力、查规范问委员会。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能做到“取最高的风险因素”定级，知道风险组不直接等于实验室级别，不得随意降级，降级须评估并经批准。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能判断未知病原、来源不明样本、细胞系、临床和环境样本、噬菌体实验都要评估定级，信息不全时从严。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能说出定级由生物安全委员会评定审批、学生不得自行定级，评估要成文、情况变化要重新评估，条件不够依法移交。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《中华人民共和国生物安全法》（以现行文本为准）：病原微生物实验室分类管理、分级管理，实验活动须在相应级别实验室开展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《病原微生物实验室生物安全管理条例》（以现行文本为准）：高致病性病原微生物实验活动须在相应级别实验室并经批准；不具备条件的单位不得从事相关活动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生物安全通用要求》：风险评估及风险控制，评估报告成文，情况变化时重新评估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233（以现行文本为准）《病原微生物实验室生物安全通用准则》：根据病原危害和实验活动确定防护水平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《人间传染的病原微生物目录》（国家卫生健康委发布，以现行版本为准）：不同实验活动所需的实验室防护级别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本校生物安全管理制度：生物安全委员会审查、实验活动审批，以本校规定为准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定级是一套结构化风险评估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定级不是查一下就行，是一套结构化风险评估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评估四件事：病原、实验操作、对人和对环境的风险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防护水平要匹配病原和具体操作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先查目录、做评估、定级别，再配装备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为一种新微生物或一项新实验确定防护等级，不是在表格里查一下就行，而是一套结构化的风险评估：评估病原本身、实验操作、对人员的风险和对环境的影响，使实验室的防护水平与病原和具体操作相匹配。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只凭病原名称“印象”定级，不做评估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先买好装备再考虑级别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第一步：认清它是什么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先认清是什么种、什么株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有没有已知变异，有没有经过基因改造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再和国内目录、已有分类对照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一步是认清要操作的到底是什么：属于什么种、什么株，有没有已知的变异，是否经过基因改造。然后与《人间传染的病原微生物目录》（以现行版本为准）和已有分类资料对照，确定它在国内的危害程度类别。具体分类以国内目录为准，国外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只知道“属”，不确认具体的种和株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忽视菌株经过改造这一信息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第二步：会不会致病、有多重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会不会让人或动物生病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病有多重，多少量就能造成感染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致病性越强，需要的防护级别往往越高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第二步评估致病性：它会不会让人或动物生病？如果会，病情有多严重？多少量就可能造成感染（感染剂量）？致病性越强、感染剂量越低，需要的防护级别往往越高。病原层面更详细的评估要素见第 068 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认为“只让动物生病”就不需要防护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忽视低剂量即可感染的情况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第三步：怎么传播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它怎么从一处传到另一处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经吸入、接触、食入还是锐器进入人体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能经空气传播的，级别往往更高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具体几级查目录，不靠印象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第三步看传播途径：能不能随空气被吸入？会不会经皮肤黏膜接触、经口食入，或经针头等锐器刺伤进入人体？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只考虑接触传播，忽视气溶胶吸入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凭记忆判断级别，不查现行目录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第四步：有没有药和疫苗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有没有有效的治疗药物和疫苗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万一暴露，能不能及时处置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没有有效治疗手段的，级别相应往上提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第四步看防治手段：有没有有效的治疗药物和疫苗？万一发生暴露，能不能及时进行急救、预防性用药和医学观察？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认为有疫苗就可以降低防护要求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开展实验前不了解暴露后的处置途径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第五步：实验怎么做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会不会产生气溶胶、用到锐器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是不是高浓度、大体积，涉不涉及动物、重组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同一种菌，培养和检测要求不同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培养活病毒风险高；涉及基因改造可能升级，先审批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第五步看实验活动本身：会不会产生气溶胶（如离心、匀浆、超声、剧烈混匀），会不会用到锐器？是不是高浓度、大体积操作？涉不涉及动物感染实验？涉不涉及重组 DNA 或基因改造？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认为“检测时能做，培养也就能做”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未经审批就开展涉及基因改造的实验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第六步：设施和人员跟得上吗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本实验室条件够不够，防护要与风险匹配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人员受过培训吗，防护装备备齐了吗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条件不够，就别硬上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依法移交有资质的机构处理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第六步看本实验室的条件：实验室的防护级别和设施设备够不够？人员是否受过相应培训、考核合格？个人防护装备是否齐全？应急处置条件是否具备？防护条件必须与风险等级相匹配。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明知条件不够，抱侥幸心理先做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把样本私自转给其他单位“帮忙做”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第七步：查规范、问委员会，级别不自定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查国内法规、标准和目录，国外手册只作参考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咨询实验室负责人和生物安全委员会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级别由生物安全员或委员会评定审批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学生不得自行定级、擅自开展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第七步，查规范、问专家：对照国内法律法规、GB 19489、WS 233 和《人间传染的病原微生物目录》（均以现行文本或版本为准），国外手册只作参考；再向实验室负责人、生物安全员和单位生物安全委员会咨询。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自己在申请表上填个级别就开工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只问师兄师姐，不经委员会审查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取最高的那个风险因素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最终级别取最高的那个风险因素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哪怕只有一项高，也按高的来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例子：本体风险低，改造后、有气溶胶要重新看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拟定级别仍要报委员会审批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各步骤的评估结果综合起来，最终级别取最高的那个风险因素：哪怕只有一项风险高，也要按高的来。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把各项风险“平均”一下定级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只按菌株本体定级，不考虑改造和操作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风险组不等于实验室级别，不得随意降级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风险组不直接等于实验室级别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逐案评估，但要按目录规定来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想在低一级实验室做，不能自己定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降级须评估、委员会审核，高致病性依法审批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国际资料常说“风险组不等于实验室级别”，要结合管理控制措施逐案评估。例如有人问：国际风险组 3 的病原一定要进三级实验室吗？逐案评估的思路是对的，但在国内必须按规定来：先查《人间传染的病原微生物目录》，目录对不同实验……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以“逐案评估”为由自行降级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把国际风险组数字直接当成实验室级别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未知病原、细胞系和环境样本从严定级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病原没确认，信息不全，评估从严，宁可高一档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细胞系、临床样本、来源不明样本也要定级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噬菌体实验按宿主菌和样品定级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污泥污水富集会放大杂菌，评估后一般二级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病原还没有确认时信息不全，评估要从严，宁可防护高一档，并报单位生物安全委员会审核。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认为“只是细胞”或“只是环境样本”就不用评估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在开放台面上对污水样本做富集培养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评估成文，情况一变重新评估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评估要形成文件，经审核、留档可追溯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实验内容或条件一变，就重新评估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采取措施后残余风险仍偏高，报委员会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未批准前不擅自开工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定级评估不是口头说说，要形成书面的风险评估报告，经审核批准后留档，做到可追溯（GB 19489-2008，以现行文本为准）。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评估只在脑子里，不写成文件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换了新方法、扩大了规模，还沿用旧评估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为一项新实验确定防护等级，正确的做法是：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按病原名称凭印象定级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查国内目录，按病原、传播、防治、操作、设施人员逐步评估，取最高风险因素，报委员会审批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按国外手册自行确定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先做起来，有问题再说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判断：某菌株本身风险低，经过基因改造后可以直接沿用原来的级别。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想在比目录规定低一级的实验室开展实验，应当：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研究者自己决定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不能随意降级，须有充分风险评估并经委员会审核，高致病性还须依法审批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只要戴好口罩就行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晚上没人时再做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判断：细胞系和来源不明的样本在目录里查不到，所以不需要定级。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060 · 如何确定实验活动的防护等级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060 如何确定实验活动的防护等级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简答：本实验室的条件达不到某项实验所需的防护级别，应该怎么办？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定级是一套结构化风险评估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第一步：认清它是什么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第二步：会不会致病、有多重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第三步：怎么传播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第四步：有没有药和疫苗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第五步：实验怎么做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第六步：设施和人员跟得上吗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第七步：查规范、问委员会，级别不自定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取最高的那个风险因素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风险组不等于实验室级别，不得随意降级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未知病原、细胞系和环境样本从严定级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评估成文，情况一变重新评估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