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安全，是人员不受伤、财物不受损、环境不受污染的状态；远离可能造成伤害的状况，才叫安全。</a:t>
            </a:r>
          </a:p>
          <a:p>
            <a:r>
              <a:t>危害（危险源）是一切可能造成伤害的东西或状况：化学品、仪器、操作程序都可能是危害，过道里堆放的杂物、碎玻璃的锋利边缘、地上的一滩水也是危害。伤害则是事故落在人身上的后果，例如割伤、烫伤、骨折、中毒。</a:t>
            </a:r>
          </a:p>
          <a:p>
            <a:r>
              <a:t>危害平时往往处于“潜伏”状态，看起来一切正常；一旦人员接触、操作失误、设备故障等条件凑齐，就会转变为事故和伤害。所以要在伤害发生前把危害找出来。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危害是物质、设备或作业本身固有的属性：一滴汽油和一桶汽油一样易燃，危害性质相同。风险则是被危害伤到的可能性及其后果的严重程度，常表示为“可能性 × 后果”：可能性越大、后果越重，风险越高。</a:t>
            </a:r>
          </a:p>
          <a:p>
            <a:r>
              <a:t>同一种危害，风险可以差别很大：停在车库里的车不会伤人，开上马路才有风险；用一滴还是一桶汽油、在通风柜里还是敞开台面上操作，风险完全不同。风险取决于暴露（是否接触、接触多少、多长时间）、可能性和后果。</a:t>
            </a:r>
          </a:p>
          <a:p>
            <a:r>
              <a:t>危害本身往往改变不了，但可以通过控制暴露来降低风险，例如减少用量、在通风柜内操作、佩戴防护用品。风险评估的方法和风险矩阵见第 014 课，控制层级见第 017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有三个来源：物质、设备和操作。以硫酸为例，它能和很多物质发生反应，这正是它在实验中有用的原因；同样，它也会和皮肤反应，造成化学灼伤。化学品的腐蚀性、毒性、易燃性和反应性，都是其固有危害。</a:t>
            </a:r>
          </a:p>
          <a:p>
            <a:r>
              <a:t>仪器设备也有危害，尤其是在高温、加压条件下运行时。操作程序本身也会带来危害：需要加热，热源就是危害；附近有易燃物，危险更大。</a:t>
            </a:r>
          </a:p>
          <a:p>
            <a:r>
              <a:t>以化学合成为例，常见流程包括混合、加热搅拌、沉淀、过滤，每一步既有化学危害，也有操作危害。识别危害时要逐步分析整个流程，而不是只看试剂瓶上的标签。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识别危害是安全设计实验的基础，也是“识别危害—评估风险—降低风险—做好应急准备”的第一步。没有被找出来的危险无法评估，更无法控制，所以每个实验的危害都要在动手之前系统地一一找出来。</a:t>
            </a:r>
          </a:p>
          <a:p>
            <a:r>
              <a:t>实验室里难免会接触危险物料。有的危害一眼可见，如地上的水、裸露的电线；有的藏得很深，如无色无味的气体、看不见的微生物、慢性毒性。两种都会导致事故，要时刻保持警觉。</a:t>
            </a:r>
          </a:p>
          <a:p>
            <a:r>
              <a:t>学校和实验室有责任消除已知危害，保持实验室整洁有序；每个人也要养成“动手前先停一下、想清楚”的习惯，抓住本实验最主要的危害。查找安全信息的途径见第 013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危害不止一种。按来源，常见的可分为：化学危害、生物危害、物理危害（火、爆炸、冷热、锐器、滑倒等）、设备与机械危害（含压力设备、转动部件）、电气危害、辐射危害、噪声危害、人机工效危害；此外还有心理压力和疲劳、易制爆化学品和病原体被盗等安保方面的问题。</a:t>
            </a:r>
          </a:p>
          <a:p>
            <a:r>
              <a:t>对化学品，国内按 GB 30000 系列标准（以现行文本为准）分为物理危险、健康危害和环境危害三大类，这也是安全技术说明书和安全标签上危害信息的分类方法（第 5 章讲解）。</a:t>
            </a:r>
          </a:p>
          <a:p>
            <a:r>
              <a:t>一间实验室往往多种危害并存：生物实验室同样有化学试剂、致突变试剂、放射性物质、用电和消防风险，一旦出事还可能有外来救援人员进入。因此要提前做好应急预案，并对第一时间到场的人员进行培训。各类危害的防控分别在第 4 章（消防）、第 5 章（化学品）、第 6 章（生物）、第 7 章（辐射）、第 8 章（电气）、第 9 章（激光）、第 10 章（机械与设备）、第 11 章（气瓶与低温）、第 13 章（人机工效与职业健康）讲解。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化学危害来自易燃、有毒、腐蚀性、反应活泼的化学品，常见的有酸、碱、有机溶剂、粉末试剂，以及容易被忽视的胶粘剂、涂料和粉尘。生物样品的取用和保管同样要按规范进行。</a:t>
            </a:r>
          </a:p>
          <a:p>
            <a:r>
              <a:t>化学品可经皮肤、眼睛、呼吸道和误食进入人体，造成灼伤、刺激、中毒等伤害；有的难以预测，一不留神就会发生洒漏、泄漏甚至着火。使用之前先看标签和安全技术说明书，做好防护。</a:t>
            </a:r>
          </a:p>
          <a:p>
            <a:r>
              <a:t>化学品的分类、标签、储存和使用的具体要求见第 5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物危害来自具有感染性或致病性的生物因子：细菌、病毒、真菌、寄生虫和生物毒素等，可能让人感染、生病，过敏原也会引起过敏反应。人和动物的血液、体液和组织样本，实验动物，植物材料，以及经过遗传改造的菌株，也都可能带来生物危害；实验动物咬伤、抓伤和虫蜇同样属于生物危害。</a:t>
            </a:r>
          </a:p>
          <a:p>
            <a:r>
              <a:t>生物危害看不见摸不着，可能经气溶胶、接触、锐器刺伤等途径传播，稍不小心污染就会扩散。国内按《中华人民共和国生物安全法》和《病原微生物实验室生物安全管理条例》（以现行文本为准）实行病原微生物分类和实验室分级管理，具体要求见第 6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危害包括着火、爆炸、割伤、滑倒摔跤，高温和低温（烫伤、冻伤），以及转动部件和飞溅物等。很多物理危害天天都在身边：几乎每个实验室都有水槽，地面湿滑容易摔倒；玻璃器皿破碎会割伤；酒精灯等明火会引燃头发和宽松衣物；高温炉温度可达一千摄氏度以上；液氮等低温液体会造成冻伤，还可能导致缺氧窒息。</a:t>
            </a:r>
          </a:p>
          <a:p>
            <a:r>
              <a:t>越是常见的危害，越容易被忽视。应对的基本做法是：玻璃轻拿轻放，碎玻璃不徒手捡；靠近明火扎好头发、收好宽松衣物；工具只用于规定用途；看到湿滑提示要绕开慢行；设备检修按规定上锁挂牌。具体防控见第 3、4、10、11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设备危害来自使用不当和设备故障两方面。机械危害常见于转动和运动部件（离心机转子、搅拌器、皮带轮）以及飞溅物：离心机高速旋转时像储能的飞轮，样品不平衡可能造成严重事故。</a:t>
            </a:r>
          </a:p>
          <a:p>
            <a:r>
              <a:t>压力设备也是重要危害：气瓶内是高压气体，很多实验要用气体控制气氛，气瓶必须固定、规范使用（第 11 章讲解）；高压灭菌器、反应釜等承压设备同样要规范操作。</a:t>
            </a:r>
          </a:p>
          <a:p>
            <a:r>
              <a:t>没有经过培训的设备不要自己开机；设备有异常要停用并报告。具体防控见第 10、11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电是每个实验室都离不开的，照明、风扇、温控、仪器都要用电；正因为天天见，电气危害反而最容易被忽视。电线老化破损、设备失修、私拉乱接、在水源旁用电，都可能导致触电或电气火灾。</a:t>
            </a:r>
          </a:p>
          <a:p>
            <a:r>
              <a:t>发现电线、插头破损或设备漏电，要立即停用并报修，不凑合使用。电气安全的具体要求见第 8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辐射分为电离辐射和非电离辐射，都可能损伤人体组织。电离辐射来自放射性同位素和射线装置，既有外照射，也有放射性污染造成的内照射；非电离辐射包括激光、紫外线、微波、强磁场等，例如高功率激光未佩戴匹配的防护眼镜可能致盲。</a:t>
            </a:r>
          </a:p>
          <a:p>
            <a:r>
              <a:t>放射源要严格保管，不能丢失、不能随意丢弃。按《放射性同位素与射线装置安全和防护条例》（以现行文本为准），从事辐射工作的人员须经辐射安全培训并考核合格。具体要求见第 7 章（辐射）和第 9 章（激光）。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超声波清洗器、真空泵、粉碎机、空压机等设备会产生较大噪声。长期暴露在高噪声环境中会损伤听力，而且噪声会掩盖同伴的提醒和警报声，延误应急。高噪声设备旁应按规定佩戴护耳器，尽量缩短停留时间（以本校规定为准），具体见第 13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人机工效危害来自不合适的工位和重复性动作：长时间弯腰、低头看显微镜、反复移液，久了颈、肩、腰、腕都会劳损。应调好桌椅和设备高度，定时起身活动，轮换操作。</a:t>
            </a:r>
          </a:p>
          <a:p>
            <a:r>
              <a:t>压力和疲劳不属于物理危害，而是心理（社会心理）危害，会让人注意力下降、更容易出错（见第 011 课）。人机工效的具体做法见第 13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的各类危害，最终都会落到做实验的人身上，表现为两类后果。一是健康损害：化学、生物、物理危害都会伤身体，轻的呛咳、皮肤发红发痒，有人会过敏，重的会急性中毒或被感染，有的还会造成慢性损害。</a:t>
            </a:r>
          </a:p>
          <a:p>
            <a:r>
              <a:t>二是意外伤害：设备用错，滑倒、绊倒、摔倒，碎玻璃和针头等锐器刺伤割伤，轻的是小割伤、淤青，重的伤口深甚至骨折。</a:t>
            </a:r>
          </a:p>
          <a:p>
            <a:r>
              <a:t>环境安全、设备完好，人才能少出事、少生病。《中华人民共和国职业病防治法》（以现行文本为准）要求对职业病危害因素进行识别和防护，高校实验室同样要关注人员的长期健康。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危害的影响不只在人身上：有害物质倒入下水道或排入空气，会污染实验室外的环境；生物因子外泄会威胁公众健康。同时，污染还会伤到实验本身，样品被污染、实验数据作废，前面的工作就白做了。保护人员、保护环境和保证实验质量，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《高等学校实验室安全规范》（以现行文本为准）要求高校对实验室进行危险源辨识，按危险类别（如化学、生物、辐射、机电等）和危险程度实行分类分级管理，危险程度高的实验室管理要求更严（具体以本校规定为准）。</a:t>
            </a:r>
          </a:p>
          <a:p>
            <a:r>
              <a:t>实验室门口一般设有安全信息牌，标明实验室的危险类别、安全风险等级、主要危险源、防护要求、安全责任人和应急联系电话。进入实验室前，先看清信息牌，了解这里有哪类危害、需要什么防护。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答案：B。解析：一滴汽油和一桶汽油一样易燃，危害相同；用量、场所、防护改变的是风险。</a:t>
            </a:r>
          </a:p>
          <a:p>
            <a:r>
              <a:t>第 2 题 答案：B。解析：噪声会掩盖提醒和警报声。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答案：B。解析：压力和疲劳属于心理危害，但同样会增加出错的可能。</a:t>
            </a:r>
          </a:p>
          <a:p>
            <a:r>
              <a:t>第 4 题 答案：B。解析：A 为物理危害，C 为机械危害，D 为电气危害。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答案：做实验的人、实验室外的环境、实验本身（样品和数据）。解析：保护人员、环境和实验质量是一致的。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实验室危害的类型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第2章 危险源辨识与风险评估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68 镜）　适用对象：全体进入高校实验室的本科生、研究生和教职工（必修）；实验室安全员和带教人重点学习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能说出安全、危害、伤害、风险的含义，并能区分危害与风险。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能说出实验室危害的主要类别（化学、生物、物理、设备与机械、电气、辐射、噪声、人机工效与心理），并各举一个典型例子。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能判断危害可能对人员、环境和实验本身造成哪些影响。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能做到：进入实验室前查看安全信息牌，了解本室的危险类别。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《中华人民共和国安全生产法》（以现行文本为准）：安全风险分级管控和隐患排查治理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号，以现行文本为准）：危险源辨识、实验室安全分级分类管理、安全信息牌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系列（以现行文本为准）《化学品分类和标签规范》：物理危险、健康危害、环境危害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《中华人民共和国生物安全法》（以现行文本为准）、《病原微生物实验室生物安全管理条例》（以现行文本为准）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《中华人民共和国放射性污染防治法》（以现行文本为准）、《放射性同位素与射线装置安全和防护条例》（以现行文本为准）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《中华人民共和国职业病防治法》（以现行文本为准）：职业病危害因素（粉尘、化学、物理、放射、生物等）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安全、危害与伤害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安全：人、财物、环境都不受损害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危害：一切可能造成伤害的东西或状况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伤害：事故落在身上的后果，如割伤、骨折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危害平时看不见，条件凑齐就出事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安全，是人员不受伤、财物不受损、环境不受污染的状态；远离可能造成伤害的状况，才叫安全。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认为“没出过事”就说明实验室没有危害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把地上的水、过道杂物当成小事，不算危害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危害不等于风险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危害是物质本身的属性，与用量无关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风险是被危害伤到的可能性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风险常用可能性和后果两方面衡量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管住接触，就能降低风险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危害是物质、设备或作业本身固有的属性：一滴汽油和一桶汽油一样易燃，危害性质相同。风险则是被危害伤到的可能性及其后果的严重程度，常表示为“可能性 × 后果”：可能性越大、后果越重，风险越高。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把“危害”和“风险”混为一谈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认为用量少就没有危害（用量少降低的是风险，危害性质不变）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危害来自物质、设备和操作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化学品有用的性质，恰恰也是危害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腐蚀、有毒、易燃、反应性都是固有危害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操作程序也有危害，如加热时的热源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每一步操作都要想有什么危害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有三个来源：物质、设备和操作。以硫酸为例，它能和很多物质发生反应，这正是它在实验中有用的原因；同样，它也会和皮肤反应，造成化学灼伤。化学品的腐蚀性、毒性、易燃性和反应性，都是其固有危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只关注试剂的危害，忽视加热、加压等操作带来的危害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先把危害找出来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识别危害是一切防护的第一步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没找出来的危险，根本没法控制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危害有明有暗，时刻保持警觉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动手之前，先停一下想清楚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识别危害是安全设计实验的基础，也是“识别危害—评估风险—降低风险—做好应急准备”的第一步。没有被找出来的危险无法评估，更无法控制，所以每个实验的危害都要在动手之前系统地一一找出来。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先做实验，出了问题再想危害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只看明显的危害，忽视看不见的危害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危害分几大类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按来源，危害可以分成几大类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化学、生物、物理最常见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还有设备、电气、辐射、噪声和人机工效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化学品按物理、健康、环境三类危害分类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危害不止一种。按来源，常见的可分为：化学危害、生物危害、物理危害（火、爆炸、冷热、锐器、滑倒等）、设备与机械危害（含压力设备、转动部件）、电气危害、辐射危害、噪声危害、人机工效危害；此外还有心理压力和疲劳、易制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认为生物实验室只有生物危害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只按专业划分，忽视用电、消防等通用危害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易燃、有毒、腐蚀、活泼的化学品都是化学危害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会灼伤皮肤，伤眼睛，伤呼吸道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洒漏、泄漏、着火就在一瞬间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溶剂、胶粘剂、涂料、粉尘也是化学危害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化学危害来自易燃、有毒、腐蚀性、反应活泼的化学品，常见的有酸、碱、有机溶剂、粉末试剂，以及容易被忽视的胶粘剂、涂料和粉尘。生物样品的取用和保管同样要按规范进行。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认为胶水、涂料、粉尘“看着不起眼”，不必防护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细菌、病毒和毒素可能让人感染、生病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血液、动物、植物、改造菌株也算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动物咬伤和虫蜇也是生物危害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看不见摸不着，稍不小心就扩散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生物危害来自具有感染性或致病性的生物因子：细菌、病毒、真菌、寄生虫和生物毒素等，可能让人感染、生病，过敏原也会引起过敏反应。人和动物的血液、体液和组织样本，实验动物，植物材料，以及经过遗传改造的菌株，也都可能带来生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认为看不见污染就是安全的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处理动物和血液样本时不按规定防护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物理危害：火、冷热、锐器、滑倒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火、爆炸、割伤、滑倒都是物理危害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高温会烫伤，低温液体会冻伤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水、玻璃、明火、工具天天都在身边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越常见，越容易被忽视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物理危害包括着火、爆炸、割伤、滑倒摔跤，高温和低温（烫伤、冻伤），以及转动部件和飞溅物等。很多物理危害天天都在身边：几乎每个实验室都有水槽，地面湿滑容易摔倒；玻璃器皿破碎会割伤；酒精灯等明火会引燃头发和宽松衣物；高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徒手捡碎玻璃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地面有水不及时擦干、不放警示牌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设备与机械危害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设备用法不对或出了故障都会伤人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离心机像飞轮，不平衡会出大事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气瓶是高压气体，必须规范处理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没培训过的设备不要自己开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设备危害来自使用不当和设备故障两方面。机械危害常见于转动和运动部件（离心机转子、搅拌器、皮带轮）以及飞溅物：离心机高速旋转时像储能的飞轮，样品不平衡可能造成严重事故。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离心前不配平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未经培训就操作陌生设备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电气危害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照明、风扇、温控、仪器都要用电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电线老化、设备失修会触电，也会起火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水源旁边不能乱拉电线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发现破损，停用报修不凑合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电是每个实验室都离不开的，照明、风扇、温控、仪器都要用电；正因为天天见，电气危害反而最容易被忽视。电线老化破损、设备失修、私拉乱接、在水源旁用电，都可能导致触电或电气火灾。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电线破损后用胶布缠一下继续用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在水槽旁边拉接线板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辐射危害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放射性物质，照射和污染都不能小看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激光、紫外等非电离辐射也有危害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放射源严格保管，不能丢、不能乱扔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有放射源的地方须经专门培训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辐射分为电离辐射和非电离辐射，都可能损伤人体组织。电离辐射来自放射性同位素和射线装置，既有外照射，也有放射性污染造成的内照射；非电离辐射包括激光、紫外线、微波、强磁场等，例如高功率激光未佩戴匹配的防护眼镜可能致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认为只有放射源才有辐射危害，忽视激光和紫外线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噪声危害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长期噪声大，会损伤听力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还会听不清提醒和警报，耽误应急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高噪声设备旁按规定防护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超声波清洗器、真空泵、粉碎机、空压机等设备会产生较大噪声。长期暴露在高噪声环境中会损伤听力，而且噪声会掩盖同伴的提醒和警报声，延误应急。高噪声设备旁应按规定佩戴护耳器，尽量缩短停留时间（以本校规定为准），具体见第 1……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长时间在高噪声设备旁工作不戴护耳器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人机工效与心理压力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工位不合适、动作重复，久了会劳损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调好桌椅高度，定时起身活动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压力和疲劳属于心理危害，不是物理危害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人机工效危害来自不合适的工位和重复性动作：长时间弯腰、低头看显微镜、反复移液，久了颈、肩、腰、腕都会劳损。应调好桌椅和设备高度，定时起身活动，轮换操作。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连续数小时同一姿势工作不休息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把压力当成物理危害，或认为压力与安全无关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危害对人身体的伤害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危害最终会落到做实验的人身上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健康损害：呛咳、皮肤红痒、过敏，重则中毒感染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意外伤害：锐器、滑倒绊倒、设备用错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小到割伤淤青，大到伤口深、骨折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的各类危害，最终都会落到做实验的人身上，表现为两类后果。一是健康损害：化学、生物、物理危害都会伤身体，轻的呛咳、皮肤发红发痒，有人会过敏，重的会急性中毒或被感染，有的还会造成慢性损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只注意急性伤害，忽视过敏和慢性健康损害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危害还会伤环境、伤实验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危害会伤到做实验的人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也会伤到实验室外的环境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还会污染样品，让实验白做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危害的影响不只在人身上：有害物质倒入下水道或排入空气，会污染实验室外的环境；生物因子外泄会威胁公众健康。同时，污染还会伤到实验本身，样品被污染、实验数据作废，前面的工作就白做了。保护人员、保护环境和保证实验质量，是一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认为废液少量倒进水槽不会影响环境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按危险类别分类分级管理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高校按危险类别对实验室分类分级管理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门口安全信息牌写明危险类别和负责人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进门前先看清本室的危险类别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《高等学校实验室安全规范》（以现行文本为准）要求高校对实验室进行危险源辨识，按危险类别（如化学、生物、辐射、机电等）和危险程度实行分类分级管理，危险程度高的实验室管理要求更严（具体以本校规定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进门从不看安全信息牌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信息牌内容过期，人员和电话变了不更新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下列关于危害与风险的说法，正确的是：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用量越少，化学品的危害性质越小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危害是物质本身的属性，风险是被它伤到的可能性及后果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危害和风险是同一个意思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没出过事故就说明没有危害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长期在高噪声设备旁工作，除了损伤听力，还可能：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增加触电风险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听不清提醒和警报，耽误应急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引起化学灼伤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没有其他影响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判断：压力和疲劳属于物理危害。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下列哪一项属于生物危害？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液氮冻伤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实验动物咬伤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离心机不平衡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电线老化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012 · 实验室危害的类型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012 实验室危害的类型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简答：实验室危害可能伤到哪三个方面？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安全、危害与伤害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危害不等于风险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危害来自物质、设备和操作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先把危害找出来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危害分几大类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化学危害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生物危害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物理危害：火、冷热、锐器、滑倒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设备与机械危害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电气危害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辐射危害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噪声危害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人机工效与心理压力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危害对人身体的伤害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危害还会伤环境、伤实验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按危险类别分类分级管理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