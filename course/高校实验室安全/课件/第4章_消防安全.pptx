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  <a:p>
            <a:r>
              <a:t>理解燃烧是怎样发生和持续的，就能明白火灾怎么预防、怎么扑灭。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  <a:p>
            <a:r>
              <a:t>三样分开放，不会着火；凑到一起、达到一定条件才会燃烧。拿走其中任何一样，火就烧不起来。所以预防火灾的思路就是不让三者凑齐：溶剂远离热源和点火源，氧化剂不与可燃物混放（实验室火灾预防见第 031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  <a:p>
            <a:r>
              <a:t>可燃物、助燃物、热和链式反应四个要素缺一个，火就烧不起来或会熄灭。这也是化学抑制灭火法的原理。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  <a:p>
            <a:r>
              <a:t>火灾就是靠这三种方式从一处蔓延到别处的。可燃物要与加热设备、火源保持距离。注意：喷淋装置中受热就动作的易熔元件是一种触发部件，不是热传递方式。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  <a:p>
            <a:r>
              <a:t>常说的“灭火三法”是冷却、隔离、窒息；加上化学抑制，就是四种基本方法。不同灭火器和灭火剂主要靠其中一种或几种起作用（灭火器种类见第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冷却法：用水等灭火剂吸收热量，把燃烧物的温度降到燃点以下，火就熄灭。水适合扑救 A 类固体火，但不能用于金属火和带电设备火。</a:t>
            </a:r>
          </a:p>
          <a:p>
            <a:r>
              <a:t>隔离法：把可燃物与火源隔开，比如关闭燃气、可燃液体管道的阀门，切断燃料供应；把火场旁边的溶剂瓶、纸箱等可燃物移开，防止火势蔓延。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窒息法：隔绝或冲淡空气中的氧，使燃烧因缺氧而熄灭。台面上的小火用灭火毯一盖、酒精灯盖上灯帽、二氧化碳灭火器喷出的气体，主要都是窒息作用。</a:t>
            </a:r>
          </a:p>
          <a:p>
            <a:r>
              <a:t>化学抑制法：用化学灭火剂（如干粉）与燃烧中的自由基作用，打断链式反应，使火焰熄灭。二氧化碳和灭火毯主要靠窒息，不属于化学抑制。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类（带电火灾）、F 类（烹饪器具内的烹饪物火灾）。</a:t>
            </a:r>
          </a:p>
          <a:p>
            <a:r>
              <a:t>国外的火灾分类与我国不同，同一个字母代表的火灾类型也可能不一样，看国外资料时不能照搬。选用灭火器时，以国家标准和灭火器标签上标明的适用火灾类别为准（见第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  <a:p>
            <a:r>
              <a:t>A 类火灾一般可用水型、泡沫、ABC 干粉等灭火器扑救。预防的关键是减少可燃杂物：纸箱和废纸不堆在角落、不靠近热源，包装材料及时清出实验室（见第 028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类火灾是液体或可熔化的固体物质火灾，如汽油、煤油、甲醇、乙醇等有机溶剂和油漆，以及石蜡、沥青等受热会熔化流动的固体。</a:t>
            </a:r>
          </a:p>
          <a:p>
            <a:r>
              <a:t>化学实验室使用大量易燃溶剂，B 类火很常见；液体着火会流淌扩散，不能用水直接冲（会使燃烧的液体飞溅、扩散）。易燃液体的特性和储存见第 046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  <a:p>
            <a:r>
              <a:t>D 类火灾是金属火灾，如钾、钠、镁、锂、钛等活泼金属着火。化学实验室真的会发生金属火。金属火绝不能用水，也不能用二氧化碳和普通干粉，要用干砂或 D 类专用灭火剂覆盖（以 SDS 和本校规定为准）。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  <a:p>
            <a:r>
              <a:t>F 类火灾是烹饪器具内的烹饪物（如动植物油脂）火灾，常见于厨房，实验室一般较少遇到；油锅着火可盖上锅盖或用灭火毯窒息，不能用水泼。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  <a:p>
            <a:r>
              <a:t>轰燃后室内温度极高、充满浓烟，人很难逃生。火灾烟气有毒，往往比火焰更快伤人。所以不要等火势扩大，必须在轰燃之前撤离。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火灾一般经历初起、发展、猛烈和衰减几个阶段。初起阶段燃烧面积小、温度不高，用灭火器、灭火毯就可能扑灭，是扑救的最好时机。</a:t>
            </a:r>
          </a:p>
          <a:p>
            <a:r>
              <a:t>确认自身安全、会用器材时，才扑救初起小火；扑不灭、火势扩大或冒出浓烟时，立即撤离，关门阻隔火势，拨打 119 报警，同时报告实验室负责人和学校保卫处（灭火器使用见第 033 课，初起火灾处置见第 034 课，疏散逃生见第 036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答案：A。解析：燃烧三角再加上链式反应，就是燃烧四面体，缺一个要素就烧不起来。</a:t>
            </a:r>
          </a:p>
          <a:p>
            <a:r>
              <a:t>第 2 题 答案：C。解析：灭火毯隔绝空气，使燃烧缺氧熄灭。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答案：D。解析：D 类为金属火灾，不能用水扑救，应使用干砂或专用灭火剂。</a:t>
            </a:r>
          </a:p>
          <a:p>
            <a:r>
              <a:t>第 4 题 答案：B。解析：我国 C 类是气体火灾，E 类才是带电火灾；国外分类不同，不能照搬。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答案：B。解析：热辐射和对流不接触也能把可燃物烤着，可燃物要远离热源。</a:t>
            </a:r>
          </a:p>
          <a:p>
            <a:r>
              <a:t>第 6 题 答案：轰燃是室内火灾发展中，房间内可燃物几乎同时起火、火焰突然布满房间的现象。火势扩大时不要继续扑救，应立即撤离、关门阻隔火势，拨打 119，并报告实验室负责人和保卫处。解析：初起火灾才是扑救时机，轰燃后很难逃生。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  <a:p>
            <a:r>
              <a:t>火灾还会让化学品和其他危险物质散发出去，污染环境。消防安全就是一整套措施：预防火灾、及早发现、起火时能正确应对（报警、灭火器材和疏散预案）。准备充分的实验室，火灾损失小，也能更快恢复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  <a:p>
            <a:r>
              <a:t>做实验前和日常管理中，要开展火灾风险评估：识别本实验室的火灾隐患并采取管控措施，保护人员安全（风险评估方法见第2章）。消防器材、设施不能偷工减料，也不能损坏、挪用。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燃烧原理见第 030 课）。</a:t>
            </a:r>
          </a:p>
          <a:p>
            <a:r>
              <a:t>常见的火灾原因包括电气线路故障、无人看管的明火和加热设备、易燃物靠近热源等。定期维护和检查不是火灾原因，而是防火的办法。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  <a:p>
            <a:r>
              <a:t>在实验楼内进行焊接、切割等动火作业，必须先办理动火审批，清除周围可燃物、配备灭火器材并安排监护（特种作业见第12章）。举办会议、活动时，室内同样不得使用明火、燃放烟花。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  <a:p>
            <a:r>
              <a:t>点着的火，人不能离开。酒精灯用完用灯帽盖灭，不要用嘴吹。燃气灯用完随手关闭阀门，离开前再确认一次燃气阀已关好、火已熄灭。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  <a:p>
            <a:r>
              <a:t>给酒精灯添加酒精，必须先熄灭、等灯冷却后再添。酒精和易燃清洁剂少量取用，保持通风、远离热源，擦拭用过的废布放进带盖的桶里。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易燃化学品储存见第 046 课）。</a:t>
            </a:r>
          </a:p>
          <a:p>
            <a:r>
              <a:t>不用明火直接加热易燃液体，应选用水浴、油浴、加热套等合适的加热方式。加热板关掉后余热还很高，仍能引燃易燃物、烫伤人，冷却前不要在旁边放易燃物。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实验室里有不少明火和高温热源。就像在家做饭不能走开一样，加热时人要守在旁边，不能无人值守；使用前把易燃试剂移远。</a:t>
            </a:r>
          </a:p>
          <a:p>
            <a:r>
              <a:t>可以给加热设备设定时器提醒，到时间就关。人要离开，先关闭加热设备并断电；确需长时间或过夜运行的，按本校规定报批（见本课 S1）。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光源灯、大功率照明灯工作时温度很高，周围不能放纸张、溶剂等可燃物；大功率灯具要固定牢靠，防止倾倒碰到可燃物。</a:t>
            </a:r>
          </a:p>
          <a:p>
            <a:r>
              <a:t>更换灯泡先断电，等灯冷却后再动手，避免烫伤；不要用手指直接接触石英灯壳（手上的油脂会使灯壳局部过热破裂）。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电水壶、电暖器、电热毯等私用电热器具功率大，又常靠近可燃物，容易起火；实验室里不得使用，按学校规定管理。</a:t>
            </a:r>
          </a:p>
          <a:p>
            <a:r>
              <a:t>插线板不串接，不私拉乱接电线，大功率设备不接在插线板上；线路、插座有问题，报告由专业电工处理（用电安全和电气火灾见第8章、第 107 课）。在会场等活动场所也一样：不私拉电线、不串接插线板，开场前确认灭火器位置，发现火情立即拨打 119。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纸箱、木板、油抹布等可燃废料遇火就着，堆在设备旁和角落就是火灾隐患。沾油的抹布还可能因氧化发热而自燃，要放进带盖的金属桶，并及时清走。</a:t>
            </a:r>
          </a:p>
          <a:p>
            <a:r>
              <a:t>可燃废料及时清出实验室（内务要求见第 028 课）；沾染化学品的擦拭材料按危险废物收集，不混入生活垃圾。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工作结束，关掉用过的设备；不需要持续通电的，拔掉插头再走。</a:t>
            </a:r>
          </a:p>
          <a:p>
            <a:r>
              <a:t>每天离开前，自己检查一遍：水龙头关好，电源和加热设备关闭，燃气阀门关好，门窗关好，关灯锁门再离开。最后离开的人负责全面检查，这应成为每个人的日常习惯。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有些实验需要设备过夜或长时间运行。要先按本校规定报批，确认设备状态良好、周围没有可燃物、有超温或断电保护等安全措施。</a:t>
            </a:r>
          </a:p>
          <a:p>
            <a:r>
              <a:t>设备旁挂运行信息牌，写明设备名称、运行时间、实验内容和联系人电话，便于巡查人员发现异常时及时联系。未经批准，加热设备不得无人值守过夜运行（具体要求以本校规定为准）。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答案：C。解析：酒精灯用灯帽盖灭；不能用灯点灯，添酒精要先熄灭、等冷却。</a:t>
            </a:r>
          </a:p>
          <a:p>
            <a:r>
              <a:t>第 2 题 答案：B。解析：酒精未挥发干时遇火容易起火，要等干了再点火。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答案：B。解析：加热设备不能无人值守，易燃物要远离热源，人离开先断电。</a:t>
            </a:r>
          </a:p>
          <a:p>
            <a:r>
              <a:t>第 4 题 答案：B。解析：私用电热器具功率大、易起火，不得进入实验室使用。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答案：B。解析：离开前自查水电气和门窗，是防火的日常习惯。</a:t>
            </a:r>
          </a:p>
          <a:p>
            <a:r>
              <a:t>第 6 题 答案：易燃品，如乙醇、含醇消毒剂；可燃物，如纸张、包装、塑料耗材；点火源，如酒精灯、加热板、电火花。解析：三者凑在一起就可能起火，预防就是不让它们凑齐。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 GB 4351-2023（以现行文本为准），手提式灭火器按充装的灭火剂分为水基型（含清水、泡沫等）、干粉型、二氧化碳、洁净气体等类型，另有扑救金属火的专用灭火器。每种灭火器只适用于某几类火灾，没有哪一种能扑灭所有的火。</a:t>
            </a:r>
          </a:p>
          <a:p>
            <a:r>
              <a:t>选用的方法是：先按 GB/T 4968-2008 判断火灾类别（A 固体、B 液体或可熔化固体、C 气体、D 金属、E 带电、F 烹饪油脂，见第 030 课），再看灭火器铭牌上标明的灭火剂和适用火灾类别。国外资料常用色带区分灭火器、把灭火器分成四种或五种，分类和字母含义都与我国不同，不能照搬；我国的灭火器外壳多为红色，要看铭牌而不是颜色。</a:t>
            </a:r>
          </a:p>
          <a:p>
            <a:r>
              <a:t>灭火器用错，不但扑不灭，还可能让火势扩大或造成触电、爆燃。带电设备着火要先断电，金属着火要用专用灭火剂。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水型（清水型）灭火器喷出的水吸收大量热量，把燃烧物温度降到燃点以下，主要用于扑救 A 类固体物质火灾，如木材、纸张、棉布等普通可燃物着火。A 类火也可以用 ABC 干粉灭火器扑救。</a:t>
            </a:r>
          </a:p>
          <a:p>
            <a:r>
              <a:t>普通水型灭火器不能用于带电设备火（可能触电）、易燃液体火和油锅火（水会使燃烧的液体飞溅、蔓延）、气体火和活泼金属火。部分水基型灭火器经检验可用于带电火或其他类别，以铭牌标注为准。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泡沫灭火器喷出的泡沫覆盖在燃烧物表面，隔绝空气（窒息），泡沫中的水又能冷却，主要用于扑救 B 类易燃液体火（如汽油、油类、部分有机溶剂），也可扑救 A 类固体火。扑救液体火时选用铭牌标有 B 类的灭火器。</a:t>
            </a:r>
          </a:p>
          <a:p>
            <a:r>
              <a:t>泡沫含水能导电，不能用于带电设备火；也不能用于活泼金属火。普通泡沫灭火器不宜扑救油锅火（见 K10）。部分水溶性溶剂（如醇类）会破坏普通泡沫，需要抗溶性泡沫，以铭牌标注为准。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多数有机溶剂和燃油比水轻、不溶于水，泼水后燃烧的液体浮在水面上随水流散开，火势反而蔓延；水还导电，泼向带电设备会使扑救者触电。</a:t>
            </a:r>
          </a:p>
          <a:p>
            <a:r>
              <a:t>台面上易燃液体、燃油的小火，可用干粉、二氧化碳灭火器或灭火毯扑救；带电设备着火，先切断电源，再按燃烧物选用灭火器（电气火灾见第 107 课）。火势控制不住时立即撤离，拨打 119。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干粉灭火器喷出的干粉主要通过化学抑制（打断燃烧的链式反应）灭火，灭火速度快。按适用火灾分为 ABC 干粉（磷酸铵盐类）和 BC 干粉（碳酸氢钠类）：ABC 干粉可扑救 A 类固体、B 类液体、C 类气体火；BC 干粉适用于 B、C 类火，扑救木材、纸张等固体火时容易复燃。</a:t>
            </a:r>
          </a:p>
          <a:p>
            <a:r>
              <a:t>干粉不导电，可以扑救带电设备的初起火灾（以铭牌标注为准），但能断电的先断电，并与带电体保持安全距离。干粉的缺点是粉末扩散后难以清理，会污染、损坏精密仪器。干粉一般不用于活泼金属火（见 K9），也不宜用于油锅火（见 K10）。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干粉灭火器适用范围广，是实验室和教学楼最常见的灭火器，通常放在实验室出口、走廊等明显、便于取用的位置。每间实验室都应按规定配备灭火器，火稍大一点、不能用灭火毯盖灭时，就要用灭火器扑救（灭火器的使用见第 033 课）。</a:t>
            </a:r>
          </a:p>
          <a:p>
            <a:r>
              <a:t>平时就要记住灭火器放在哪、是哪一种，紧急时才能马上取用。过去使用的哈龙灭火器会破坏臭氧层，我国已按消耗臭氧层物质管理的要求基本淘汰，实验室不应再使用。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二氧化碳灭火器喷出的二氧化碳主要通过窒息（冲淡氧气）和一定的冷却作用灭火，适用于 B 类液体火、C 类气体火和带电设备火。二氧化碳不导电、不留残渣，不会污染仪器，因此精密仪器室、计算机机房常配二氧化碳灭火器。</a:t>
            </a:r>
          </a:p>
          <a:p>
            <a:r>
              <a:t>二氧化碳扑救木材、纸张等固体火时，余烬容易复燃；不能用于活泼金属火（会与金属反应，更危险），也不宜扑救油锅火。喷射时二氧化碳迅速汽化，喇叭筒温度很低，手只能握在把手上，不能握喇叭筒，以免冻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二氧化碳靠冲淡氧气灭火，在狭小、通风差的房间（如小仪器间、储藏间）大量喷放后，空气中的氧含量明显下降，留在里面的人会头晕、窒息。</a:t>
            </a:r>
          </a:p>
          <a:p>
            <a:r>
              <a:t>在狭小空间使用二氧化碳灭火器后，人员应立即撤出，关门防止复燃，确认火已熄灭后先充分通风，再进入检查。设有固定气体灭火系统的房间，听到预警后要立即撤离。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钾、钠、锂、镁等活泼金属着火属于 D 类火，在实验室比较少见，但非常危险：水会与活泼金属剧烈反应放出氢气，引起爆燃；二氧化碳会与燃烧的金属反应，使火势更猛；普通干粉、泡沫灭火器也扑不灭。</a:t>
            </a:r>
          </a:p>
          <a:p>
            <a:r>
              <a:t>使用活泼金属的实验室应在旁边备好干砂或金属火专用灭火器（D 类），着火时用干砂或专用灭火剂覆盖。没有把握不要扑救，立即撤离并拨打 119。使用激光等设备加工金属时灭火器的选用见第 119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烹饪器具内的食用油、动植物油脂着火属于 F 类火，常见于食堂、宿舍违规做饭和用油加热的场合。油温很高，泼水会使燃油飞溅、火势猛增。</a:t>
            </a:r>
          </a:p>
          <a:p>
            <a:r>
              <a:t>扑救方法：先关掉热源，用锅盖或灭火毯盖住，使火因缺氧熄灭，盖住后不要马上揭开；也可以用铭牌标有 F 类的专用灭火器。普通干粉、泡沫、二氧化碳灭火器不宜扑救油锅火，容易复燃；F 类专用灭火器也不用于液体、气体、带电和金属火。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灭火器由学校按照 GB 50140（以现行文本为准）等规范，根据场所可能发生的火灾种类和危险等级配置：化学实验室常配干粉灭火器，精密仪器室、机房多配二氧化碳灭火器，使用活泼金属的地方备干砂或金属火专用灭火器。灭火器不得随意挪用、移走，需要调整时向实验室负责人和学院报告。</a:t>
            </a:r>
          </a:p>
          <a:p>
            <a:r>
              <a:t>参观、围观激光切割等设备运行，或开始一项新实验之前，先看一眼身边灭火器的位置、种类和适用火灾，做到“在哪、是哪种、能灭什么火”心中有数。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灭火器只适合扑救初起火灾。火势扩大、烟雾变浓、灭火器喷完火还没灭，或者不能确定用哪种灭火器时，不要继续扑救，立即撤离并随手关门，阻止火势和烟气蔓延。</a:t>
            </a:r>
          </a:p>
          <a:p>
            <a:r>
              <a:t>撤离到安全处后拨打 119，说清单位、楼号、房间、燃烧物和有无人员被困或受伤，等接警员问完再挂电话；同时报告实验室负责人、学院和学校保卫处（火警报告与疏散见第 036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答案：C。解析：二氧化碳不导电、不留残渣，适合精密仪器和带电设备火。</a:t>
            </a:r>
          </a:p>
          <a:p>
            <a:r>
              <a:t>第 2 题 答案：C。解析：水和二氧化碳都会与活泼金属反应，使火势更猛；普通干粉、泡沫也扑不灭。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答案：A。解析：ABC 干粉适用于 A、B、C 类火，也可扑救带电设备初起火，但会损坏精密仪器。</a:t>
            </a:r>
          </a:p>
          <a:p>
            <a:r>
              <a:t>第 4 题 答案：B。解析：喷射时喇叭筒温度很低，握喇叭筒会冻伤，手只能握把手。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答案：B。解析：易燃液体着火泼水会使火随水流蔓延，应用干粉、二氧化碳灭火器或灭火毯扑救。</a:t>
            </a:r>
          </a:p>
          <a:p>
            <a:r>
              <a:t>第 6 题 答案：先判断火灾类别（A 固体、B 液体、C 气体、D 金属、E 带电、F 油脂），再看灭火器铭牌标明的灭火剂和适用火灾类别，选对应的灭火器；带电先断电，金属火用专用灭火剂，扑不灭立即撤离并拨打 119。解析：没有万能灭火器，用错可能使火势扩大。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燃烧原理与火灾分类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54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能说出燃烧三角（可燃物、助燃物、点火源）和燃烧四面体（加上链式反应），以及热传导、对流、辐射三种热传递方式。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能说出冷却、隔离、窒息、化学抑制四种灭火方法，并举出实验室中的例子。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 GB/T 4968-2008 判断 A、B、C、D、E、F 六类火灾，知道金属火不能用水、带电火先断电。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能判断火灾发展的危险阶段：初起时可扑救，火势扩大或可能轰燃时立即撤离并拨打 119。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《中华人民共和国消防法》（以现行文本为准）：任何人发现火灾都应立即报警，单位应组织扑救初起火灾和疏散人员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4968-2008（以现行文本为准）《火灾分类》：按可燃物类型和燃烧特性将火灾分为 A、B、C、D、E、F 六类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4351-2023（以现行文本为准）《手提式灭火器》：灭火器标示适用的火灾类别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号，以现行文本为准）：实验室消防安全教育和消防器材配备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高校实验室安全检查项目表（以现行文本为准）：消防安全知识培训和消防器材配置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本校消防安全管理和火灾应急预案（以本校规定为准）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燃烧是放热发光的化学反应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燃烧是一种剧烈的化学反应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可燃物与氧化剂反应，放出热和光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热又让反应继续下去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以为火是一种“物质”，而不是一个反应过程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燃烧三角：可燃物、助燃物、点火源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燃烧要可燃物、助燃物、点火源三样同时具备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助燃物最常见的是空气中的氧，氧化剂也能助燃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点火源：明火、电火花、热表面等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三样缺一不燃，所以溶剂要远离热源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以为没有明火就不会着火，忽视热板和电火花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把氧化剂和有机物放在一起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燃烧四面体：加上链式反应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燃烧三角是较早的说法，只讲三个要素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燃烧四面体再加上链式反应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反应一环扣一环，火才能持续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四个要素缺一个，火就烧不起来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认为只要有三要素就一定会燃烧，忽视需要持续的反应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热传递三种方式：传导、对流、辐射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传导：热沿着物体从热的一端传到冷的一端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对流：热烟气上升，沿天花板扩散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辐射：隔着空气也能烤着旁边的东西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火靠这三种方式蔓延，可燃物要远离热源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以为隔开一段距离、不接触火焰就不会被引燃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把“易熔元件”当成一种热传递方式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灭火就是拿掉一个要素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灭火，就是拿掉燃烧四面体中的一个要素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四种方法：冷却、隔离、窒息、化学抑制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去掉任何一项，火就会灭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只知道用水灭火，不了解其他灭火原理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冷却法和隔离法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冷却法：带走热量，如用水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隔离法：断掉燃料，如关闭阀门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移开旁边的可燃物，也是隔离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冷却法：用水等灭火剂吸收热量，把燃烧物的温度降到燃点以下，火就熄灭。水适合扑救 A 类固体火，但不能用于金属火和带电设备火。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火边的溶剂瓶不移开，只顾扑火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气体泄漏着火时不先关阀门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窒息法：盖住它，隔绝空气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灭火毯、盖灯帽、二氧化碳主要是窒息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化学抑制：干粉等灭火剂打断链式反应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窒息法：隔绝或冲淡空气中的氧，使燃烧因缺氧而熄灭。台面上的小火用灭火毯一盖、酒精灯盖上灯帽、二氧化碳灭火器喷出的气体，主要都是窒息作用。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用嘴吹灭酒精灯，而不是盖灯帽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以为二氧化碳是靠化学抑制灭火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火灾按燃烧物分六类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 GB/T 4968-2008，火灾分 A、B、C、D、E、F 六类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固体、B 液体、C 气体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金属、E 带电、F 烹饪油脂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国内外分类不同，以国标和灭火器标签为准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把国外资料中的“C 类火”当成带电火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不看灭火器标签就随手拿来用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A类：固体物质火灾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类：固体物质火灾，燃烧后常有灼热余烬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如木材、纸张、棉布等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实验室里的纸箱、擦拭纸、包装材料都是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可燃杂物别堆在角落，及时清出实验室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在实验室角落长期堆放纸箱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把废纸、擦拭纸堆在加热设备旁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B类：液体和可熔化固体火灾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B 类：液体或可熔化的固体物质火灾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如汽油、乙醇、有机溶剂、油漆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石蜡、沥青等可熔化固体也属 B 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实验室溶剂多，B 类火很常见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B 类火灾是液体或可熔化的固体物质火灾，如汽油、煤油、甲醇、乙醇等有机溶剂和油漆，以及石蜡、沥青等受热会熔化流动的固体。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用水泼燃烧的溶剂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认为石蜡是固体，属于 A 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C类气体、D类金属火灾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C 类：气体火灾，如甲烷、丙烷、氢气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类：金属火灾，如钾、钠、镁、锂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化学实验室里真的会有金属火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金属火不能用水，用干砂或专用灭火剂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气体火先扑火，不关气源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用水或二氧化碳扑救金属钠着火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E类带电、F类烹饪油脂火灾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E 类：带电设备火灾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先断电；断电后按燃烧物本身处理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带电时不能用水和泡沫扑救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F 类：烹饪器具内的油脂火灾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仪器着火不断电，直接用水浇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油锅着火用水泼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轰燃：火突然布满房间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火越烧越大，热烟积在天花板下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房间里的可燃物突然一齐起火，叫轰燃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浓烟有毒，比火更快伤人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轰燃后很难逃生，必须提前撤离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火已经蔓延到天花板，还留在室内扑救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认为离火远就安全，忽视浓烟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初起火灾好扑救，扑不灭就撤离报警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火灾分初起、发展、猛烈、衰减几个阶段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初起阶段火势小，是扑救的最好时机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扑不灭或火势扩大，立即撤离，拨打 119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同时报告实验室负责人和学校保卫处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火灾一般经历初起、发展、猛烈和衰减几个阶段。初起阶段燃烧面积小、温度不高，用灭火器、灭火毯就可能扑灭，是扑救的最好时机。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火势已大仍坚持扑救，错过撤离时机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自己扑灭了小火就不报告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燃烧四面体的四个要素是：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可燃物、助燃物、点火源、链式反应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可燃物、水、热、氧气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氧气、二氧化碳、热、光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可燃物、助燃物、灭火器、热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用灭火毯盖住台面小火，主要利用的灭火方法是：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冷却法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隔离法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窒息法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化学抑制法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按 GB/T 4968-2008，金属钠着火属于：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A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B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C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D 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判断：按我国火灾分类，C 类火灾是带电设备火灾。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判断：只要不直接接触火焰，旁边的可燃物就不会被引燃。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简答：什么是轰燃？遇到火势扩大该怎么做？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燃烧是放热发光的化学反应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燃烧三角：可燃物、助燃物、点火源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燃烧四面体：加上链式反应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热传递三种方式：传导、对流、辐射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灭火就是拿掉一个要素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冷却法和隔离法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火灾按燃烧物分六类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A类：固体物质火灾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B类：液体和可熔化固体火灾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C类气体、D类金属火灾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E类带电、F类烹饪油脂火灾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轰燃：火突然布满房间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初起火灾好扑救，扑不灭就撤离报警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实验室火灾的预防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57 镜）　适用对象：全体进入高校实验室的本科生、研究生和教职工（必修）；使用明火、加热设备和易燃试剂的实验人员重点学习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能说出实验室火灾的危害和单位、个人的消防责任，认清易燃试剂、可燃物和点火源三类隐患。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能做到实验室严禁吸烟、明火按规定审批，明火少用、人不离开、用灯帽盖灭，酒精消毒后等干再点火。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能做到易燃物远离热源、台面少放，加热设备不无人值守，高温灯具远离可燃物，私用电热器具不进实验室、插线板不串接。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能做到及时清走可燃废料，离开前关设备、查水电气、关门窗，过夜运行设备按规定报批挂牌。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《中华人民共和国消防法》（以现行文本为准）：单位和个人的消防安全责任，禁止在具有火灾、爆炸危险的场所吸烟、使用明火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号，以现行文本为准）：实验室消防安全、用电安全和安全检查要求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高校实验室安全检查项目表（以现行文本为准）：明火使用、电热设备、插线板、易燃品存放和离开前检查等检查内容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日起施行）及《危险化学品安全管理条例》（以现行文本为准）：易燃危险化学品的使用安全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《中华人民共和国安全生产法》（以现行文本为准）：危险作业（如动火作业）的审批和现场安全管理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本校消防安全管理、动火审批和实验室用电管理规定（以本校规定为准）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实验室火灾不多，但损失大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教学实验室起火不多，但风险很大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火灾伤人，烟气往往比火更致命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会毁掉仪器、房屋和多年的数据样本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化学品散出会污染环境，恢复工作也难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认为实验室很少着火，不用费心预防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只想到烧伤，忽视烟气和科研成果的损失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消防有法规，人人有责任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实验室防火有消防法，也有学校规定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单位和个人都有消防安全责任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做好火灾风险评估，识别和管控隐患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消防上偷工减料，代价太大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认为消防是保卫处的事，与自己无关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消防器材坏了不报修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认清实验室的火灾隐患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易燃品：乙醇、含醇消毒剂、有机溶剂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可燃物：纸张、包装、塑料耗材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点火源：明火、电热设备、电火花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线路故障、无人看管的明火最常引发火灾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只把明火当点火源，忽视电火花和热表面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把含醇消毒剂当作普通清洁剂随意放置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严禁吸烟，明火要审批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实验楼内严禁吸烟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只能在学校指定的地点吸烟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确需明火，按规定审批、登记、有人值守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楼内焊接切割等动火作业必须先审批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在实验楼楼梯间、卫生间偷偷吸烟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装修维修时未办审批就在楼内动火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明火少用，人不离开，用完盖灭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明火能少用就少用，能用电热就不用明火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点火前清走周围易燃物，不用一盏灯点另一盏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火开着，人不能离开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酒精灯用灯帽盖灭；燃气用完关阀并确认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点着燃气灯后离开去拿东西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酒精消毒后，等干了再点火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喷完酒精消毒台面，先别点火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手上酒精没干，别靠近火焰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等酒精挥发干了，再点灯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添酒精先熄灭、等冷却；易燃清洁剂少量取用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刚喷完酒精就点酒精灯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酒精灯没熄灭就添加酒精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易燃物远离热源，辐射热也能烤着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台面少放，多余的放回防火柜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不用明火直接加热易燃液体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关了的加热板余热还很高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把沾了溶剂的纸巾扔在加热板旁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台面上摆着整瓶溶剂，紧挨加热设备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加热设备不无人值守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就像做饭不能走开，加热时人不离开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使用时把易燃试剂移远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设好定时器提醒，到点就关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人要离开，先断电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实验室里有不少明火和高温热源。就像在家做饭不能走开一样，加热时人要守在旁边，不能无人值守；使用前把易燃试剂移远。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开着加热板去吃饭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以为设备有温控就可以无人看管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高温灯具远离可燃物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高温灯具周围不放纸张和溶剂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大功率照明灯要固定牢，远离可燃物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换灯先断电，等灯冷却再动手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不用手指直接碰石英灯壳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光源灯、大功率照明灯工作时温度很高，周围不能放纸张、溶剂等可燃物；大功率灯具要固定牢靠，防止倾倒碰到可燃物。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在高温光源上盖纸遮光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灯刚关就徒手去换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私用电器不进实验室，插线板不串接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电水壶、取暖器等私用电热器具不进实验室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插线板不串接，不私拉电线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用电问题找专业人员处理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举办活动的场所同样不私拉电线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电水壶、电暖器、电热毯等私用电热器具功率大，又常靠近可燃物，容易起火；实验室里不得使用，按学校规定管理。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在实验室用电水壶烧水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插线板接插线板，挂满设备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可燃废料和油抹布及时清走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纸箱、木板、油抹布遇火就着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油抹布放进带盖铁桶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可燃废料及时清走，不堆在设备旁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沾化学品的废料按危险废物处置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纸箱、木板、油抹布等可燃废料遇火就着，堆在设备旁和角落就是火灾隐患。沾油的抹布还可能因氧化发热而自燃，要放进带盖的金属桶，并及时清走。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油抹布团成一团丢在角落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纸箱攒多了才一起清理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用完关设备，离开前查水电气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工作结束，关掉设备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不需要通电的，拔掉插头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离开前查一遍水、电、气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关好门窗，关灯锁门再离开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工作结束，关掉用过的设备；不需要持续通电的，拔掉插头再走。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以为别人会关，自己直接走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只关灯，不查加热设备和燃气阀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过夜运行要报批，挂牌留联系方式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设备需要过夜或长时间运行，先按规定报批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设备旁挂牌，写明运行情况和联系人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采取超温保护等安全措施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未经批准，加热设备不过夜运行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有些实验需要设备过夜或长时间运行。要先按本校规定报批，确认设备状态良好、周围没有可燃物、有超温或断电保护等安全措施。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不报批就让烘箱过夜运行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设备旁没有联系人信息，出了问题找不到人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下列做法中，正确的是：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用一盏酒精灯去点另一盏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用嘴吹灭酒精灯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用灯帽盖灭酒精灯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酒精灯没熄灭就添加酒精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判断：喷完酒精消毒台面后，可以马上点燃酒精灯进行无菌操作。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实验室中关于加热设备，正确的做法是：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开着加热板去吃饭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加热时人不离开，离开前断电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设备有温控就可以无人看管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在加热板旁放溶剂瓶方便取用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判断：在实验室里可以使用自带的电水壶，只要用完拔掉插头。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每天最后离开实验室时应做的是：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只关灯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关设备、拔不需要通电的插头，检查水、电、气，关好门窗再锁门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留着设备方便第二天用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交给保洁人员检查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简答：实验室常见的三类火灾隐患是什么？各举一例。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实验室火灾不多，但损失大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消防有法规，人人有责任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认清实验室的火灾隐患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严禁吸烟，明火要审批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明火少用，人不离开，用完盖灭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酒精消毒后，等干了再点火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加热设备不无人值守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高温灯具远离可燃物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私用电器不进实验室，插线板不串接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可燃废料和油抹布及时清走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用完关设备，离开前查水电气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过夜运行要报批，挂牌留联系方式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灭火器的种类与选用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60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能说出水基型、泡沫、干粉（ABC 型、BC 型）、二氧化碳和金属火专用灭火器的灭火原理和适用火灾类别。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能做到先判断火灾类别、再看灭火器铭牌选用，不用水扑救易燃液体火、带电设备火、金属火和油锅火。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能说出二氧化碳灭火器防冻伤、在狭小房间使用防窒息的要求。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能做到进入实验室先确认灭火器的位置和种类，火势控制不住时立即撤离并拨打 119。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《中华人民共和国消防法》（以现行文本为准）：单位按标准配置消防器材，任何人发现火灾都应立即报警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4351-2023（以现行文本为准）《手提式灭火器》：灭火器按灭火剂分类，铭牌标明适用的火灾类别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4968-2008（以现行文本为准）《火灾分类》：A、B、C、D、E、F 六类火灾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50140（以现行文本为准）《建筑灭火器配置设计规范》：按场所火灾种类和危险等级配置灭火器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《消耗臭氧层物质管理条例》（以现行文本为准）：哈龙等消耗臭氧层物质的淘汰与管理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号，以现行文本为准）：实验室消防器材配备和消防安全教育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高校实验室安全检查项目表（以现行文本为准）：灭火器配置与人员会用消防器材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本校消防安全管理规定和火灾应急预案（以本校规定为准）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没有万能灭火器，按火灾类别选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灭火器有好几种，没有能灭所有火的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铭牌标明灭火剂和适用的火灾类别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国内按国标和铭牌选用，不靠外壳颜色认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先判断火灾类别，再选灭火器，用错火可能更大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 GB 4351-2023（以现行文本为准），手提式灭火器按充装的灭火剂分为水基型（含清水、泡沫等）、干粉型、二氧化碳、洁净气体等类型，另有扑救金属火的专用灭火器。每种灭火器只适用于某几类火灾，没有哪一种能扑灭所有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随手拿一具灭火器就喷，不看适用类别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照搬国外资料的颜色和字母分类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水基型灭火器：靠冷却，扑A类火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水基型灭火器主要靠冷却降温灭火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适合 A 类火：木头、纸张、布料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带电、油锅、气体火不用水型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个别型号可扑带电火，以铭牌标注为准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水型（清水型）灭火器喷出的水吸收大量热量，把燃烧物温度降到燃点以下，主要用于扑救 A 类固体物质火灾，如木材、纸张、棉布等普通可燃物着火。A 类火也可以用 ABC 干粉灭火器扑救。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用水型灭火器扑救溶剂火或带电设备火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不看铭牌，以为水基型都能扑电器火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泡沫灭火器：扑固体和液体火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泡沫覆盖液面，隔绝空气并冷却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适合 A 类固体火和 B 类液体火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汽油、油类等易燃液体火，选标有 B 类的灭火器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泡沫含水，带电火和金属火不能用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泡沫灭火器喷出的泡沫覆盖在燃烧物表面，隔绝空气（窒息），泡沫中的水又能冷却，主要用于扑救 B 类易燃液体火（如汽油、油类、部分有机溶剂），也可扑救 A 类固体火。扑救液体火时选用铭牌标有 B 类的灭火器。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用泡沫灭火器扑救带电设备火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以为泡沫能扑一切液体火，不看是否标明适用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液体火、带电火不能用水泼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溶剂着火泼水，火会随水流蔓延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电器着火泼水，可能触电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燃油、溶剂小火用干粉、二氧化碳或灭火毯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带电设备着火先断电再扑救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多数有机溶剂和燃油比水轻、不溶于水，泼水后燃烧的液体浮在水面上随水流散开，火势反而蔓延；水还导电，泼向带电设备会使扑救者触电。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端起水杯、水盆泼向溶剂火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不断电就扑救电器火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干粉灭火器：ABC型和BC型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干粉打断燃烧的链式反应，灭火快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ABC 干粉：固体、液体、气体火都能灭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BC 干粉扑固体火易复燃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可扑带电初起火，缺点是粉末会损坏仪器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干粉灭火器喷出的干粉主要通过化学抑制（打断燃烧的链式反应）灭火，灭火速度快。按适用火灾分为 ABC 干粉（磷酸铵盐类）和 BC 干粉（碳酸氢钠类）：ABC 干粉可扑救 A 类固体、B 类液体、C 类气体火；BC 干粉……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以为所有干粉灭火器都能扑固体火，不分 ABC 和 BC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在精密仪器旁首选干粉，忽视对仪器的损坏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干粉最常见，记住它放在哪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实验室最常配的是干粉灭火器，多放在出口旁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干粉能扑救多种常见的初起火灾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进入实验室先记住灭火器位置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哈龙灭火器破坏臭氧层，已基本淘汰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干粉灭火器适用范围广，是实验室和教学楼最常见的灭火器，通常放在实验室出口、走廊等明显、便于取用的位置。每间实验室都应按规定配备灭火器，火稍大一点、不能用灭火毯盖灭时，就要用灭火器扑救（灭火器的使用见第 033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着火了才到处找灭火器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继续使用哈龙等已淘汰的灭火器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二氧化碳灭火器：不留残渣，适合仪器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适合液体火、气体火和带电设备火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不留残渣，仪器室、机房常配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固体火易复燃，金属和油锅火不能用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喷射时别握喇叭筒，防冻伤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二氧化碳灭火器喷出的二氧化碳主要通过窒息（冲淡氧气）和一定的冷却作用灭火，适用于 B 类液体火、C 类气体火和带电设备火。二氧化碳不导电、不留残渣，不会污染仪器，因此精密仪器室、计算机机房常配二氧化碳灭火器。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手握喇叭筒喷射，造成冻伤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用二氧化碳扑救金属火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小房间喷二氧化碳会缺氧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狭小密闭房间喷二氧化碳，氧气被挤走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人留在里面会头晕、窒息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用完马上撤出，通风后再进入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二氧化碳靠冲淡氧气灭火，在狭小、通风差的房间（如小仪器间、储藏间）大量喷放后，空气中的氧含量明显下降，留在里面的人会头晕、窒息。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喷完二氧化碳后留在小房间里观察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不通风就进入刚喷放过的房间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金属火：不用水和二氧化碳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活泼金属着火较少见，但很危险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不能用水，也不能用二氧化碳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普通干粉也扑不了活泼金属火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用干砂或金属火专用灭火剂覆盖，没把握就撤离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钾、钠、锂、镁等活泼金属着火属于 D 类火，在实验室比较少见，但非常危险：水会与活泼金属剧烈反应放出氢气，引起爆燃；二氧化碳会与燃烧的金属反应，使火势更猛；普通干粉、泡沫灭火器也扑不灭。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用水或二氧化碳扑救金属钠、镁着火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使用活泼金属却没有准备干砂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油锅火：盖锅盖或用F类灭火器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锅里的食用油着火是 F 类火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油锅火绝不能泼水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先关火，再盖锅盖或灭火毯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或用标有 F 类的专用灭火器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烹饪器具内的食用油、动植物油脂着火属于 F 类火，常见于食堂、宿舍违规做饭和用油加热的场合。油温很高，泼水会使燃油飞溅、火势猛增。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往着火的油锅里泼水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火刚灭就揭开锅盖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按场所配置，先认身边灭火器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灭火器按场所的火灾危险配置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化学实验室常配干粉，仪器室多配二氧化碳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活泼金属旁备干砂等专用器材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看设备运行前，先认认身边的灭火器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灭火器由学校按照 GB 50140（以现行文本为准）等规范，根据场所可能发生的火灾种类和危险等级配置：化学实验室常配干粉灭火器，精密仪器室、机房多配二氧化碳灭火器，使用活泼金属的地方备干砂或金属火专用灭火器。灭火器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把灭火器挪去别处或当门挡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只顾看设备运行，不知道灭火器在哪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扑不灭就撤离，拨打119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灭火器只用于初起火灾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火势控制不住，马上撤离并随手关门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拨打 119，说清地点、火情和有无伤员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同时报告实验室负责人和学校保卫处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灭火器只适合扑救初起火灾。火势扩大、烟雾变浓、灭火器喷完火还没灭，或者不能确定用哪种灭火器时，不要继续扑救，立即撤离并随手关门，阻止火势和烟气蔓延。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灭火器喷完了还留在火场继续扑救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只顾扑火，不报警、不报告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实验室里精密仪器着火（已断电），为了尽量减少对仪器的损坏，最适合选用：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水型灭火器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泡沫灭火器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二氧化碳灭火器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干砂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金属钠着火，正确的做法是：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用水浇灭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用二氧化碳灭火器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用干砂或金属火专用灭火剂覆盖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用泡沫灭火器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判断：ABC 干粉灭火器可以扑救固体、液体和气体火灾。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判断：使用二氧化碳灭火器时，应一手握住喇叭筒，对准火焰喷射。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判断：台面上的乙醇着火，应立即用水泼灭。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简答：选用灭火器的基本方法是什么？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没有万能灭火器，按火灾类别选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水基型灭火器：靠冷却，扑A类火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泡沫灭火器：扑固体和液体火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液体火、带电火不能用水泼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干粉灭火器：ABC型和BC型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干粉最常见，记住它放在哪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二氧化碳灭火器：不留残渣，适合仪器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小房间喷二氧化碳会缺氧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金属火：不用水和二氧化碳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油锅火：盖锅盖或用F类灭火器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按场所配置，先认身边灭火器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扑不灭就撤离，拨打119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