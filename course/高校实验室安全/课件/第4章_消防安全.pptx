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  <a:p>
            <a:r>
              <a:t>理解燃烧是怎样发生和持续的，就能明白火灾怎么预防、怎么扑灭。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  <a:p>
            <a:r>
              <a:t>三样分开放，不会着火；凑到一起、达到一定条件才会燃烧。拿走其中任何一样，火就烧不起来。所以预防火灾的思路就是不让三者凑齐：溶剂远离热源和点火源，氧化剂不与可燃物混放（实验室火灾预防见第 031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  <a:p>
            <a:r>
              <a:t>可燃物、助燃物、热和链式反应四个要素缺一个，火就烧不起来或会熄灭。这也是化学抑制灭火法的原理。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  <a:p>
            <a:r>
              <a:t>火灾就是靠这三种方式从一处蔓延到别处的。可燃物要与加热设备、火源保持距离。注意：喷淋装置中受热就动作的易熔元件是一种触发部件，不是热传递方式。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  <a:p>
            <a:r>
              <a:t>常说的“灭火三法”是冷却、隔离、窒息；加上化学抑制，就是四种基本方法。不同灭火器和灭火剂主要靠其中一种或几种起作用（灭火器种类见第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冷却法：用水等灭火剂吸收热量，把燃烧物的温度降到燃点以下，火就熄灭。水适合扑救 A 类固体火，但不能用于金属火和带电设备火。</a:t>
            </a:r>
          </a:p>
          <a:p>
            <a:r>
              <a:t>隔离法：把可燃物与火源隔开，比如关闭燃气、可燃液体管道的阀门，切断燃料供应；把火场旁边的溶剂瓶、纸箱等可燃物移开，防止火势蔓延。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窒息法：隔绝或冲淡空气中的氧，使燃烧因缺氧而熄灭。台面上的小火用灭火毯一盖、酒精灯盖上灯帽、二氧化碳灭火器喷出的气体，主要都是窒息作用。</a:t>
            </a:r>
          </a:p>
          <a:p>
            <a:r>
              <a:t>化学抑制法：用化学灭火剂（如干粉）与燃烧中的自由基作用，打断链式反应，使火焰熄灭。二氧化碳和灭火毯主要靠窒息，不属于化学抑制。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类（带电火灾）、F 类（烹饪器具内的烹饪物火灾）。</a:t>
            </a:r>
          </a:p>
          <a:p>
            <a:r>
              <a:t>国外的火灾分类与我国不同，同一个字母代表的火灾类型也可能不一样，看国外资料时不能照搬。选用灭火器时，以国家标准和灭火器标签上标明的适用火灾类别为准（见第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  <a:p>
            <a:r>
              <a:t>A 类火灾一般可用水型、泡沫、ABC 干粉等灭火器扑救。预防的关键是减少可燃杂物：纸箱和废纸不堆在角落、不靠近热源，包装材料及时清出实验室（见第 028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类火灾是液体或可熔化的固体物质火灾，如汽油、煤油、甲醇、乙醇等有机溶剂和油漆，以及石蜡、沥青等受热会熔化流动的固体。</a:t>
            </a:r>
          </a:p>
          <a:p>
            <a:r>
              <a:t>化学实验室使用大量易燃溶剂，B 类火很常见；液体着火会流淌扩散，不能用水直接冲（会使燃烧的液体飞溅、扩散）。易燃液体的特性和储存见第 046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  <a:p>
            <a:r>
              <a:t>D 类火灾是金属火灾，如钾、钠、镁、锂、钛等活泼金属着火。化学实验室真的会发生金属火。金属火绝不能用水，也不能用二氧化碳和普通干粉，要用干砂或 D 类专用灭火剂覆盖（以 SDS 和本校规定为准）。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  <a:p>
            <a:r>
              <a:t>F 类火灾是烹饪器具内的烹饪物（如动植物油脂）火灾，常见于厨房，实验室一般较少遇到；油锅着火可盖上锅盖或用灭火毯窒息，不能用水泼。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  <a:p>
            <a:r>
              <a:t>轰燃后室内温度极高、充满浓烟，人很难逃生。火灾烟气有毒，往往比火焰更快伤人。所以不要等火势扩大，必须在轰燃之前撤离。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火灾一般经历初起、发展、猛烈和衰减几个阶段。初起阶段燃烧面积小、温度不高，用灭火器、灭火毯就可能扑灭，是扑救的最好时机。</a:t>
            </a:r>
          </a:p>
          <a:p>
            <a:r>
              <a:t>确认自身安全、会用器材时，才扑救初起小火；扑不灭、火势扩大或冒出浓烟时，立即撤离，关门阻隔火势，拨打 119 报警，同时报告实验室负责人和学校保卫处（灭火器使用见第 033 课，初起火灾处置见第 034 课，疏散逃生见第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答案：A。解析：燃烧三角再加上链式反应，就是燃烧四面体，缺一个要素就烧不起来。</a:t>
            </a:r>
          </a:p>
          <a:p>
            <a:r>
              <a:t>第 2 题 答案：C。解析：灭火毯隔绝空气，使燃烧缺氧熄灭。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答案：D。解析：D 类为金属火灾，不能用水扑救，应使用干砂或专用灭火剂。</a:t>
            </a:r>
          </a:p>
          <a:p>
            <a:r>
              <a:t>第 4 题 答案：B。解析：我国 C 类是气体火灾，E 类才是带电火灾；国外分类不同，不能照搬。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答案：B。解析：热辐射和对流不接触也能把可燃物烤着，可燃物要远离热源。</a:t>
            </a:r>
          </a:p>
          <a:p>
            <a:r>
              <a:t>第 6 题 答案：轰燃是室内火灾发展中，房间内可燃物几乎同时起火、火焰突然布满房间的现象。火势扩大时不要继续扑救，应立即撤离、关门阻隔火势，拨打 119，并报告实验室负责人和保卫处。解析：初起火灾才是扑救时机，轰燃后很难逃生。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燃烧原理与火灾分类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54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能说出燃烧三角（可燃物、助燃物、点火源）和燃烧四面体（加上链式反应），以及热传导、对流、辐射三种热传递方式。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能说出冷却、隔离、窒息、化学抑制四种灭火方法，并举出实验室中的例子。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 GB/T 4968-2008 判断 A、B、C、D、E、F 六类火灾，知道金属火不能用水、带电火先断电。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能判断火灾发展的危险阶段：初起时可扑救，火势扩大或可能轰燃时立即撤离并拨打 119。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《中华人民共和国消防法》（以现行文本为准）：任何人发现火灾都应立即报警，单位应组织扑救初起火灾和疏散人员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4968-2008（以现行文本为准）《火灾分类》：按可燃物类型和燃烧特性将火灾分为 A、B、C、D、E、F 六类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4351-2023（以现行文本为准）《手提式灭火器》：灭火器标示适用的火灾类别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号，以现行文本为准）：实验室消防安全教育和消防器材配备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高校实验室安全检查项目表（以现行文本为准）：消防安全知识培训和消防器材配置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本校消防安全管理和火灾应急预案（以本校规定为准）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燃烧是放热发光的化学反应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燃烧是一种剧烈的化学反应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可燃物与氧化剂反应，放出热和光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热又让反应继续下去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以为火是一种“物质”，而不是一个反应过程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燃烧三角：可燃物、助燃物、点火源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燃烧要可燃物、助燃物、点火源三样同时具备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助燃物最常见的是空气中的氧，氧化剂也能助燃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点火源：明火、电火花、热表面等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三样缺一不燃，所以溶剂要远离热源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以为没有明火就不会着火，忽视热板和电火花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把氧化剂和有机物放在一起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燃烧四面体：加上链式反应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燃烧三角是较早的说法，只讲三个要素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燃烧四面体再加上链式反应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反应一环扣一环，火才能持续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四个要素缺一个，火就烧不起来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认为只要有三要素就一定会燃烧，忽视需要持续的反应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热传递三种方式：传导、对流、辐射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传导：热沿着物体从热的一端传到冷的一端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对流：热烟气上升，沿天花板扩散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辐射：隔着空气也能烤着旁边的东西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火靠这三种方式蔓延，可燃物要远离热源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以为隔开一段距离、不接触火焰就不会被引燃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把“易熔元件”当成一种热传递方式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灭火就是拿掉一个要素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灭火，就是拿掉燃烧四面体中的一个要素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四种方法：冷却、隔离、窒息、化学抑制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去掉任何一项，火就会灭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只知道用水灭火，不了解其他灭火原理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冷却法和隔离法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冷却法：带走热量，如用水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隔离法：断掉燃料，如关闭阀门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移开旁边的可燃物，也是隔离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冷却法：用水等灭火剂吸收热量，把燃烧物的温度降到燃点以下，火就熄灭。水适合扑救 A 类固体火，但不能用于金属火和带电设备火。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火边的溶剂瓶不移开，只顾扑火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气体泄漏着火时不先关阀门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窒息法：盖住它，隔绝空气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灭火毯、盖灯帽、二氧化碳主要是窒息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化学抑制：干粉等灭火剂打断链式反应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窒息法：隔绝或冲淡空气中的氧，使燃烧因缺氧而熄灭。台面上的小火用灭火毯一盖、酒精灯盖上灯帽、二氧化碳灭火器喷出的气体，主要都是窒息作用。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用嘴吹灭酒精灯，而不是盖灯帽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以为二氧化碳是靠化学抑制灭火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火灾按燃烧物分六类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 GB/T 4968-2008，火灾分 A、B、C、D、E、F 六类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固体、B 液体、C 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金属、E 带电、F 烹饪油脂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国内外分类不同，以国标和灭火器标签为准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把国外资料中的“C 类火”当成带电火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不看灭火器标签就随手拿来用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A类：固体物质火灾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类：固体物质火灾，燃烧后常有灼热余烬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如木材、纸张、棉布等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实验室里的纸箱、擦拭纸、包装材料都是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可燃杂物别堆在角落，及时清出实验室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在实验室角落长期堆放纸箱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把废纸、擦拭纸堆在加热设备旁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B类：液体和可熔化固体火灾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 类：液体或可熔化的固体物质火灾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如汽油、乙醇、有机溶剂、油漆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石蜡、沥青等可熔化固体也属 B 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实验室溶剂多，B 类火很常见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B 类火灾是液体或可熔化的固体物质火灾，如汽油、煤油、甲醇、乙醇等有机溶剂和油漆，以及石蜡、沥青等受热会熔化流动的固体。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用水泼燃烧的溶剂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认为石蜡是固体，属于 A 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C类气体、D类金属火灾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C 类：气体火灾，如甲烷、丙烷、氢气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类：金属火灾，如钾、钠、镁、锂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化学实验室里真的会有金属火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金属火不能用水，用干砂或专用灭火剂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气体火先扑火，不关气源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用水或二氧化碳扑救金属钠着火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E类带电、F类烹饪油脂火灾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E 类：带电设备火灾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先断电；断电后按燃烧物本身处理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带电时不能用水和泡沫扑救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F 类：烹饪器具内的油脂火灾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仪器着火不断电，直接用水浇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油锅着火用水泼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轰燃：火突然布满房间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火越烧越大，热烟积在天花板下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房间里的可燃物突然一齐起火，叫轰燃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浓烟有毒，比火更快伤人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轰燃后很难逃生，必须提前撤离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火已经蔓延到天花板，还留在室内扑救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认为离火远就安全，忽视浓烟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初起火灾好扑救，扑不灭就撤离报警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火灾分初起、发展、猛烈、衰减几个阶段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初起阶段火势小，是扑救的最好时机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扑不灭或火势扩大，立即撤离，拨打 119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火灾一般经历初起、发展、猛烈和衰减几个阶段。初起阶段燃烧面积小、温度不高，用灭火器、灭火毯就可能扑灭，是扑救的最好时机。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火势已大仍坚持扑救，错过撤离时机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自己扑灭了小火就不报告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燃烧四面体的四个要素是：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可燃物、助燃物、点火源、链式反应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可燃物、水、热、氧气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氧气、二氧化碳、热、光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可燃物、助燃物、灭火器、热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用灭火毯盖住台面小火，主要利用的灭火方法是：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冷却法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隔离法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窒息法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化学抑制法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按 GB/T 4968-2008，金属钠着火属于：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A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B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C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D 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判断：按我国火灾分类，C 类火灾是带电设备火灾。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判断：只要不直接接触火焰，旁边的可燃物就不会被引燃。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简答：什么是轰燃？遇到火势扩大该怎么做？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燃烧是放热发光的化学反应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燃烧三角：可燃物、助燃物、点火源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燃烧四面体：加上链式反应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热传递三种方式：传导、对流、辐射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灭火就是拿掉一个要素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冷却法和隔离法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火灾按燃烧物分六类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A类：固体物质火灾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B类：液体和可熔化固体火灾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C类气体、D类金属火灾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E类带电、F类烹饪油脂火灾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轰燃：火突然布满房间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初起火灾好扑救，扑不灭就撤离报警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