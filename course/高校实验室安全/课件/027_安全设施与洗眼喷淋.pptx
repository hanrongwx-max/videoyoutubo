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我们穿戴防护、谨慎选用器材，但意外仍可能发生。化学品溅到眼睛或身上时，最关键的是尽快用大量清水冲洗：冲得越早，化学品接触时间越短，伤害越轻。</a:t>
            </a:r>
          </a:p>
          <a:p>
            <a:r>
              <a:t>洗眼器、紧急喷淋和通风柜一样，是实验室的基本安全设施。要记牢四件事：知道最近的设施在哪；通往设施的通道畅通；会正确冲洗；冲洗后报告并及时就医。用好它们，能保住一双眼睛。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新实验室的第一天，就要找到每件安全设施并知道怎么用：洗眼器、紧急喷淋、急救箱、灭火器和灭火毯、溢洒应急箱、通风柜、紧急断电按钮和总电源开关、火灾报警按钮和应急电话；还要记住安全出口和疏散路线，并实际走一遍（标志识别见第 026 课）。</a:t>
            </a:r>
          </a:p>
          <a:p>
            <a:r>
              <a:t>可以画一张本实验室的安全地图，标出安全设施、危险源和防护用品存放处，并说清每样设施怎么用。最近的洗眼器和喷淋要熟悉到闭着眼也能摸过去——眼睛受伤时往往看不见。入室培训和考核会把这些内容串起来；实验室要配齐应急设施，由学校定期检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急箱（溢洒处理箱）要按本实验室的危害来配：吸附材料、中和剂、收集袋和容器、警示牌，以及与本室化学品相匹配的手套、护目镜等防护用品；有生物材料的实验室，还要配消毒剂和夹取碎玻璃等锐器的工具（使用方法见第 056、078 课）。</a:t>
            </a:r>
          </a:p>
          <a:p>
            <a:r>
              <a:t>应急箱、灭火器、洗眼器都要随手可取：锁在柜子里、埋在杂物下，等于没有。放在固定、醒目的位置，定期检查，用过及时补齐，过期物品及时更换。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使用腐蚀性、刺激性等危险物质的场所，要就近配置洗眼器和紧急喷淋，标志醒目、位置就近、通道上没有障碍，受伤人员能在很短时间内到达；高校实验室安全检查都会查这两样设备。</a:t>
            </a:r>
          </a:p>
          <a:p>
            <a:r>
              <a:t>合格的设备一个动作就能开启，松手后继续出水，再操作一次才关闭，让伤者腾出双手。紧急喷淋水量大，能一下把人浇透；洗眼器水流柔和，不伤眼睛；两者都要能持续供水足够长的时间。设备的性能、安装和水质要求按 GB 38144-2025（以现行文本为准）和本校规定。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洗眼器、紧急喷淋、灭火器前面不准堆放物品，通往它们的通道要畅通，设备和物资不能堆在路上；喷淋下方也要保持空旷，便于站人冲洗。洗眼器上不放烧杯等器皿，防尘盖保持完好，伸手就能用。</a:t>
            </a:r>
          </a:p>
          <a:p>
            <a:r>
              <a:t>不能为了腾地方随意挪走或遮挡安全设施。发现通道被堵、设施被遮挡，马上清理，并报告实验室负责人。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化学品溅入眼睛，立即到最近的洗眼器，同伴可扶着伤者过去并帮忙打开。推开阀板，水流涌起后俯身让水流对准双眼；用手指撑开上下眼睑，让水真正冲进眼睛，同时转动眼球。戴隐形眼镜的，冲洗中摘掉；不要揉眼，不要自行用其他药物中和。</a:t>
            </a:r>
          </a:p>
          <a:p>
            <a:r>
              <a:t>持续冲洗足够长的时间，冲洗时间按本校应急规定和化学品安全技术说明书执行，不能冲几秒就停。冲洗后报告实验室负责人，带上化学品信息及时就医，必要时拨打 120（眼部急救见第 160 课）。一开始选对护目镜（第 022 课），就能避免这份痛苦。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化学品大面积泼到身上，或者衣服着了火，要大声呼救，立刻冲到最近的紧急喷淋下，拉下拉杆，站在水下冲洗。喷淋一拉就是大量的水，一下把人浇透，心里要有准备，不要因为水大而躲开。</a:t>
            </a:r>
          </a:p>
          <a:p>
            <a:r>
              <a:t>边冲洗边脱去被污染的衣物、鞋袜和首饰（不要从头上套脱），同伴可帮忙遮挡、准备干净衣物。小面积沾染可以先在水槽冲洗，水槽冲不干净就用紧急喷淋。冲洗后报告实验室负责人，及时就医（衣物着火的处置见第 034 课，化学灼伤急救见第 160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有的便携式洗眼器水量有限，只能先冲一下，随后要到固定式洗眼器继续冲足时间。手持软管喷头大多要一直按住，伤者腾不出双手撑开眼睑，不能代替洗眼器。</a:t>
            </a:r>
          </a:p>
          <a:p>
            <a:r>
              <a:t>小洗眼瓶只在别无他法时临时使用，用完立刻去有流动清水的地方继续冲洗。实验室应以符合 GB 38144-2025（以现行文本为准）的固定式洗眼器为主。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冲淋后的废水可能含有化学品，不能随便处理：喷淋下没有围堰的，用吸附条围住废水，防止污染四处扩散；受污染的废水按危险废物收集处置（第 054 课），涉及放射性物质的按辐射安全的专门规定处置（第 7 章）。</a:t>
            </a:r>
          </a:p>
          <a:p>
            <a:r>
              <a:t>要弄清喷淋区地漏通向哪里，如果直通下水道，要报告学校实验室管理部门。地漏和水槽的存水弯里要一直保持有水，否则下水道气体会冒进房间，这些气体可能易燃，也可能有毒；长期不用的地漏定期加水。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水管里的水停留久了会变脏、滋生微生物，积存沉积物。洗眼器和喷淋要按规定定期放水测试（很多学校要求每周一次，频次按 GB 38144-2025（以现行文本为准）和本校规定），冲掉存水和沉积物，同时检查：开启后是否及时出水、水流是否柔和稳定、水质是否清澈，设备是否完好。</a:t>
            </a:r>
          </a:p>
          <a:p>
            <a:r>
              <a:t>每次检查后在挂在设备上的检查卡（牌）上写明日期并签名，记录存档；出水异常、损坏的，挂牌提醒停用，及时报修。其他应急设施也要定期点检：灭火器看压力表、查有效期，急救箱和应急箱查物品是否齐全有效，通道是否畅通。高校实验室安全检查都会查这些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有的喷淋洗眼柜嵌在墙里，柜门上挂着检查卡；柜子下方只有排水口、没有水盆，放水前要先准备引流装置：引流软管、柔性接头、标明“洗眼器冲洗专用”的水桶，以及一把一字螺丝刀和一叠纸巾。</a:t>
            </a:r>
          </a:p>
          <a:p>
            <a:r>
              <a:t>步骤：①把柔性接头套在排水口上，用螺丝刀拧紧卡箍防止漏水，软管另一头接进水桶；②水桶放平放稳，纸巾放在手边，按本单位方法启动放水，水经排水口和软管流进水桶；③关水后等几分钟，让水完全排净，没排完就拆会洒一地；④拆接头时用纸巾接住滴水，洒出的水马上擦干，防止滑倒；⑤把水桶提到水槽边倒掉，收好装置，在检查卡上登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急设施在哪、怎么用，平时就要认清。请导师或实验室安全员带你实际演练：洗眼器怎么打开、怎么撑眼冲洗，要亲手试过；紧急喷淋拉一下就是大量的水，试过一次才知道真用时会是什么样；灭火毯一拉就能取出，可以盖灭小火；灭火器的使用在演练中学会（第 033 课）。</a:t>
            </a:r>
          </a:p>
          <a:p>
            <a:r>
              <a:t>按学校和学院安排参加应急演练（第 155 课），人人都练过一遍，才算会用，真遇事才不慌。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答案：B。解析：要撑开眼睑让水冲进眼睛，持续冲足时间，冲完报告并就医。</a:t>
            </a:r>
          </a:p>
          <a:p>
            <a:r>
              <a:t>第 2 题 答案：B。解析：设施前、通道和喷淋下方都要保持畅通，紧急时没有时间搬东西。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答案：B。解析：污染衣物会持续接触皮肤，要边冲边脱。</a:t>
            </a:r>
          </a:p>
          <a:p>
            <a:r>
              <a:t>第 4 题 答案：B。解析：洗眼瓶、便携洗眼器水量有限，只能临时冲洗，用完要到固定式洗眼器继续冲。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答案：B。解析：存水停久了会变脏，放水同时检查设备是否随时可用，并登记检查卡。</a:t>
            </a:r>
          </a:p>
          <a:p>
            <a:r>
              <a:t>第 6 题 答案：找到洗眼器、紧急喷淋、急救箱、灭火器材、应急箱、紧急断电按钮、报警按钮和应急电话的位置，走一遍疏散路线和安全出口，确认通道畅通，并请老师或安全员带着演练怎么用。解析：最近的洗眼器和喷淋要熟悉到闭着眼也能找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安全设施与洗眼喷淋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第3章 通用安全与个人防护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6 分钟（卡通视频 75 镜）　适用对象：全体进入高校实验室的本科生、研究生和教职工（必修）；实验室安全员、负责设施点检的人员重点学习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027 · 安全设施与洗眼喷淋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027 安全设施与洗眼喷淋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能说出本实验室洗眼器、紧急喷淋、急救箱、灭火器材、应急箱、紧急断电和安全出口的位置，做到设施前和通道畅通。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能做到眼睛溅入化学品时正确使用洗眼器，身上大面积沾染或衣服着火时正确使用紧急喷淋。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能判断便携式洗眼器、手持软管和洗眼瓶只能作临时冲洗，冲淋废水要按规定收集处置。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能做到按规定定期放水检查洗眼器和喷淋并登记，参加应急演练。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027 · 安全设施与洗眼喷淋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027 安全设施与洗眼喷淋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38144-2025（以现行文本为准）《眼面部防护 应急喷淋和洗眼设备》：应急喷淋和洗眼设备的技术要求、安装和使用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《中华人民共和国安全生产法》（以现行文本为准）：安全设备的经常性维护、保养和定期检测，应急救援器材的配备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《高等学校实验室安全规范》（教科信厅函〔2023〕5 号，以现行文本为准）：实验室安全设施配备、检查和应急演练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高校实验室安全检查项目表（以现行文本为准）：洗眼器、喷淋、灭火器材、急救箱等的配置和点检记录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《中华人民共和国危险化学品安全法》（2026 年 5 月 1 日起施行）及《危险化学品安全管理条例》（以现行文本为准）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1607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1687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《国家危险废物名录》（以现行文本为准）：受污染冲洗废水的收集处置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本校实验室应急预案、安全设施点检和废物管理规定（以本校规定为准）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027 · 安全设施与洗眼喷淋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安全设施能救命，快冲是关键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027 安全设施与洗眼喷淋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防护再周全，意外也可能发生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万一出事，安全设施能救命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越快冲洗，伤害越轻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记牢四件事：知道位置、通道畅通、会冲洗、及时就医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我们穿戴防护、谨慎选用器材，但意外仍可能发生。化学品溅到眼睛或身上时，最关键的是尽快用大量清水冲洗：冲得越早，化学品接触时间越短，伤害越轻。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以为戴了防护就不用了解应急设施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出事后先找人商量，耽误冲洗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027 · 安全设施与洗眼喷淋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进门先认清安全设施在哪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027 安全设施与洗眼喷淋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进新实验室，第一天就找到每件安全设施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洗眼器、喷淋、急救箱、灭火器材、应急箱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紧急断电按钮、总电源、报警按钮、应急电话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安全出口和疏散路线走一遍，闭着眼也能找到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进入新实验室的第一天，就要找到每件安全设施并知道怎么用：洗眼器、紧急喷淋、急救箱、灭火器和灭火毯、溢洒应急箱、通风柜、紧急断电按钮和总电源开关、火灾报警按钮和应急电话；还要记住安全出口和疏散路线，并实际走一遍（标志识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做了几个月实验，还说不出洗眼器在哪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只记住本房间设施，不知道楼层安全出口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027 · 安全设施与洗眼喷淋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应急箱按本室配，伸手可及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027 安全设施与洗眼喷淋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应急箱（溢洒包）按本实验室危害配置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手套和防护要对得上本室化学品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有生物材料，加配消毒剂和锐器工具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放在伸手可及处，不锁、不埋，定期检查补齐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应急箱（溢洒处理箱）要按本实验室的危害来配：吸附材料、中和剂、收集袋和容器、警示牌，以及与本室化学品相匹配的手套、护目镜等防护用品；有生物材料的实验室，还要配消毒剂和夹取碎玻璃等锐器的工具（使用方法见第 056、07……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应急箱里的手套挡不住本室使用的溶剂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应急箱被锁进柜子，钥匙找不到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027 · 安全设施与洗眼喷淋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洗眼器和喷淋：就近配置，一开就出水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027 安全设施与洗眼喷淋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有危险物质的地方，就近配置洗眼器和喷淋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一个动作就出水，松手也不停，再操作才关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喷淋水量大，一下把人浇透；洗眼器水流柔和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都能持续供水，标志醒目，随时可达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使用腐蚀性、刺激性等危险物质的场所，要就近配置洗眼器和紧急喷淋，标志醒目、位置就近、通道上没有障碍，受伤人员能在很短时间内到达；高校实验室安全检查都会查这两样设备。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洗眼器装在离操作台很远的走廊尽头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以为普通水龙头就能代替洗眼器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027 · 安全设施与洗眼喷淋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设施前和通道保持畅通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027 安全设施与洗眼喷淋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去洗眼器和喷淋的路，不能堵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设施前和喷淋下方不堆放任何东西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洗眼器盆里不放器皿，伸手就能用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不随意挪走设施，发现堵塞马上清理并报告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洗眼器、紧急喷淋、灭火器前面不准堆放物品，通往它们的通道要畅通，设备和物资不能堆在路上；喷淋下方也要保持空旷，便于站人冲洗。洗眼器上不放烧杯等器皿，防尘盖保持完好，伸手就能用。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把纸箱、推车堆在喷淋下面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在洗眼器盆里晾烧杯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027 · 安全设施与洗眼喷淋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眼睛溅入：撑开眼睑，用洗眼器冲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027 安全设施与洗眼喷淋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化学品进了眼睛，立即到最近的洗眼器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推开阀板，俯身对准水流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用手指撑开眼睑，转动眼球，持续冲洗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摘掉隐形眼镜，不揉眼；冲完报告、就医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化学品溅入眼睛，立即到最近的洗眼器，同伴可扶着伤者过去并帮忙打开。推开阀板，水流涌起后俯身让水流对准双眼；用手指撑开上下眼睑，让水真正冲进眼睛，同时转动眼球。戴隐形眼镜的，冲洗中摘掉；不要揉眼，不要自行用其他药物中和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闭着眼冲水，水根本没冲进眼睛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冲了几秒觉得不疼就停下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027 · 安全设施与洗眼喷淋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身上沾染：拉下喷淋，边冲边脱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027 安全设施与洗眼喷淋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化学品泼到身上或衣服着火，大声呼救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立刻冲到最近的喷淋下，拉下拉杆站在水下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水量很大，边冲洗边脱去污染衣物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小面积可用水槽冲，冲不掉就用喷淋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化学品大面积泼到身上，或者衣服着了火，要大声呼救，立刻冲到最近的紧急喷淋下，拉下拉杆，站在水下冲洗。喷淋一拉就是大量的水，一下把人浇透，心里要有准备，不要因为水大而躲开。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怕难为情，不脱污染衣物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嫌水量大，冲一下就离开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027 · 安全设施与洗眼喷淋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便携洗眼器、洗眼瓶只能临时用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027 安全设施与洗眼喷淋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便携式洗眼器水量可能不够，只作初步冲洗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要一直按住的手持软管，不能当洗眼器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洗眼瓶别无他法时才用，用完马上接着冲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主力是固定式洗眼器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有的便携式洗眼器水量有限，只能先冲一下，随后要到固定式洗眼器继续冲足时间。手持软管喷头大多要一直按住，伤者腾不出双手撑开眼睑，不能代替洗眼器。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用洗眼瓶冲一下就算处理完了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把水槽边的软管喷头当作洗眼器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027 · 安全设施与洗眼喷淋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冲淋废水和地漏要管好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027 安全设施与洗眼喷淋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喷淋下没有围堰，用吸附条围住废水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受污染的冲淋废水按危险废物收集处置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涉及放射性物质，按专门规定处置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弄清地漏通向哪里，存水弯保持有水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冲淋后的废水可能含有化学品，不能随便处理：喷淋下没有围堰的，用吸附条围住废水，防止污染四处扩散；受污染的废水按危险废物收集处置（第 054 课），涉及放射性物质的按辐射安全的专门规定处置（第 7 章）。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把含化学品的冲淋废水直接扫进地漏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地漏干了，房间里有异味也不处理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027 · 安全设施与洗眼喷淋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定期放水检查，登记挂牌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027 安全设施与洗眼喷淋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水管里的水停久了会变脏，要定期放水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看出水是否及时、水流柔和、水质清澈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检查卡上写日期、签名，记录存档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出水异常挂牌提醒、及时报修；灭火器看压力和有效期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水管里的水停留久了会变脏、滋生微生物，积存沉积物。洗眼器和喷淋要按规定定期放水测试（很多学校要求每周一次，频次按 GB 38144-2025（以现行文本为准）和本校规定），冲掉存水和沉积物，同时检查：开启后是否及时出……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洗眼器几个月没放水，一开出黄水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检查卡上只签名不写日期，或代签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027 · 安全设施与洗眼喷淋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嵌墙式洗眼柜怎样放水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027 安全设施与洗眼喷淋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嵌墙式洗眼柜下面只有排水口，先备引流装置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备好软管、接头、专用水桶、螺丝刀和纸巾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接头套上排水口拧紧，水桶放稳再放水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关水后等水排净再拆，擦干地面，水倒进水槽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有的喷淋洗眼柜嵌在墙里，柜门上挂着检查卡；柜子下方只有排水口、没有水盆，放水前要先准备引流装置：引流软管、柔性接头、标明“洗眼器冲洗专用”的水桶，以及一把一字螺丝刀和一叠纸巾。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不接引流装置直接放水，水漫一地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水没排净就拆接头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027 · 安全设施与洗眼喷淋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跟老师演练，亲手试过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027 安全设施与洗眼喷淋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请老师或安全员带你演练应急设施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洗眼器、喷淋亲手试过，才知道真用时的样子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灭火毯一拉就出，灭火器在演练中学会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按学校安排参加演练，人人练过才不慌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应急设施在哪、怎么用，平时就要认清。请导师或实验室安全员带你实际演练：洗眼器怎么打开、怎么撑眼冲洗，要亲手试过；紧急喷淋拉一下就是大量的水，试过一次才知道真用时会是什么样；灭火毯一拉就能取出，可以盖灭小火；灭火器的使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只看过视频，从没亲手开过洗眼器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认为演练是走过场，找借口不参加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027 · 安全设施与洗眼喷淋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027 安全设施与洗眼喷淋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化学品溅入眼睛，正确的做法是：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用纸巾擦干后继续实验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立即到洗眼器，用手指撑开眼睑、转动眼球持续冲洗，然后报告、就医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闭着眼对着水龙头冲几秒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先用中和剂滴眼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判断：紧急喷淋下方可以暂时放置纸箱，用时再搬开。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027 · 安全设施与洗眼喷淋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027 安全设施与洗眼喷淋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大量化学品泼到身上，在紧急喷淋下冲洗时还应：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穿着衣服冲，以免难为情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边冲洗边脱去污染衣物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冲一下就离开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用毛巾擦干后再冲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判断：洗眼瓶可以完全代替固定式洗眼器。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027 · 安全设施与洗眼喷淋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027 安全设施与洗眼喷淋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定期给洗眼器放水的主要目的是：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节约用水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冲掉管道存水和沉积物，并检查出水是否及时、柔和、清澈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清洗水槽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测试水压表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简答：进入一间新实验室的第一天，关于安全设施应做哪些事？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  安全设施能救命，快冲是关键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  进门先认清安全设施在哪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K3  应急箱按本室配，伸手可及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K4  洗眼器和喷淋：就近配置，一开就出水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K5  设施前和通道保持畅通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K6  眼睛溅入：撑开眼睑，用洗眼器冲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K7  身上沾染：拉下喷淋，边冲边脱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K8  便携洗眼器、洗眼瓶只能临时用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K9  冲淋废水和地漏要管好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K10  定期放水检查，登记挂牌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K11  嵌墙式洗眼柜怎样放水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K12  跟老师演练，亲手试过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《高校实验室安全》学习课件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