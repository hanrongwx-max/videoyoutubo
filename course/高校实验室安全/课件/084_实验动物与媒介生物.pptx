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动物实验和动物样本的风险评估，比普通微生物实验多几个问题：动物有多大、多有力，会不会咬人、抓人、踢人；是否可能携带人兽共患的病原（尤其是非人灵长类、野外捕获的动物和来源不明的动物）；工作在野外还是在实验室；可能从哪条途径感染（咬伤抓伤、锐器、气溶胶、接触粪尿和组织）。大型动物需要专门的设施、保定设备和防护。</a:t>
            </a:r>
          </a:p>
          <a:p>
            <a:r>
              <a:t>动物实验中常见的场景，如给实验猴等动物做注射、采样，要在评估后按规程进行（锐器安全见第 029 课）。</a:t>
            </a:r>
          </a:p>
          <a:p>
            <a:r>
              <a:t>被动物咬伤、抓伤：立即用流动清水和肥皂水持续冲洗伤口，再消毒；马上报告实验室负责人和动物设施管理人员，及时就医，说明受伤动物的种类和来源，按医嘱处理（如需要预防接种），并做好记录（暴露处置见第 078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从事动物实验的人员，要经过实验动物从业人员培训和本校规定的考核，合格后才能进入动物设施、独立操作；涉及感染性材料的，还要经过相应的生物安全培训。</a:t>
            </a:r>
          </a:p>
          <a:p>
            <a:r>
              <a:t>操作前把动物妥善保定（用合适的保定器或手法），动作轻柔、稳定，减少动物的紧张和挣扎；较大或不易控制的动物，两人配合，必要时按批准的方案先镇静。</a:t>
            </a:r>
          </a:p>
          <a:p>
            <a:r>
              <a:t>不要一个人在动物挣扎时慌忙硬来，这样既容易被咬被抓、被针扎，也会让动物受苦。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实验动物的毛屑、皮屑、唾液和尿液中的蛋白质，会随换笼、清扫飘到空气中，引起打喷嚏、流涕、眼痒、皮疹甚至哮喘等过敏反应，接触时间越长越容易发生。</a:t>
            </a:r>
          </a:p>
          <a:p>
            <a:r>
              <a:t>换笼、清理垫料、抓取动物时戴口罩（必要时戴防颗粒物呼吸器）和手套，穿专用工作服；尽量在换笼台、通风柜等通风设备里操作，减少粉尘飞扬。</a:t>
            </a:r>
          </a:p>
          <a:p>
            <a:r>
              <a:t>出现过敏症状要及时就医，并告诉导师和实验室负责人，必要时调整工作内容（职业健康监护见第 152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我国实验动物按《实验动物管理条例》（以现行文本为准）和各地实验动物管理规定管理：实验动物要从取得许可的单位获得，在符合 GB 14925（以现行文本为准）《实验动物 环境及设施》要求的设施中饲养和使用，人员经过培训。</a:t>
            </a:r>
          </a:p>
          <a:p>
            <a:r>
              <a:t>动物实验方案要先经本单位实验动物伦理（福利）委员会审查批准（可参照 GB/T 35892-2018（以现行文本为准）），按批准的内容实施，批准内容告知全组（科研伦理见第 083 课）。遵循“替代、减少、优化”原则：能用其他方法替代的尽量替代，减少动物数量，优化操作，减轻动物的痛苦，善待动物。</a:t>
            </a:r>
          </a:p>
          <a:p>
            <a:r>
              <a:t>涉及病原微生物感染的动物实验，按风险评估在相应级别的动物生物安全实验室（ABSL）中进行（实验室分级见第 059 课），转基因动物还要防逃逸、做标识（见第 081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蚊子等媒介昆虫能传播病原，饲养这些昆虫的养虫室（养蚊室）要防止逃逸：设双层门（缓冲间）和纱网，门窗密封，室内设捕虫设施；两道门不同时打开。</a:t>
            </a:r>
          </a:p>
          <a:p>
            <a:r>
              <a:t>进出养虫室时，出来前检查衣服、头发、袖口有没有昆虫附着；不把昆虫和虫卵带出去。</a:t>
            </a:r>
          </a:p>
          <a:p>
            <a:r>
              <a:t>操作前后清点昆虫数量，记录在册；发现逃逸，立即报告实验室负责人，按预案捕捉、处置。感染性媒介昆虫的实验，在经过审批的相应级别设施中进行。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用完的实验动物、昆虫（如果蝇、蚊子）和实验植物，不能放生、放到窗外或带回宿舍饲养；放生的实验生物可能携带病原、造成外来物种入侵或基因扩散。</a:t>
            </a:r>
          </a:p>
          <a:p>
            <a:r>
              <a:t>种子、菌株等实验材料，也不随手带出实验室。</a:t>
            </a:r>
          </a:p>
          <a:p>
            <a:r>
              <a:t>实验结束后，按规定灭活（如高压灭菌），动物尸体按规定冷存后交有资质的单位处置，再当相应类别的废物处置（感染性废物见第 077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在校园、野外或采样途中看到异常死亡的动物（例如短时间内多只鸟类、家禽或野生动物死亡），不要用手碰，不捡拾、不带回实验室“研究”。</a:t>
            </a:r>
          </a:p>
          <a:p>
            <a:r>
              <a:t>记下位置和数量，报告学校相关部门（保卫处、后勤或实验室管理部门）；必要时由学校按《中华人民共和国动物防疫法》（以现行文本为准）向当地主管部门报告。</a:t>
            </a:r>
          </a:p>
          <a:p>
            <a:r>
              <a:t>由穿戴防护的专业人员收集和处理。野外实习和外出采样的综合安全见第 154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虫媒传染病是由蚊、蝇、白蛉等媒介生物传播的疾病：媒介叮咬了带病原的人或动物，再叮咬别人，病就传开了；有的原本在野生动物中循环，经叮咬传给进入森林的人。本课只讲与实验室工作和外出有关的防护和报告要点。</a:t>
            </a:r>
          </a:p>
          <a:p>
            <a:r>
              <a:t>虫媒病是古老的疾病，至今仍是全球重要的公共卫生问题，每年导致大量患者和死亡，不能忽视。很多新发传染病是从动物传到人的，媒介、病原和宿主之间还有许多未知，对新情况要保持谨慎。</a:t>
            </a:r>
          </a:p>
          <a:p>
            <a:r>
              <a:t>砍伐森林等破坏生态的行为，使蚊子的天敌减少；气候变化也让一些虫媒病的流行范围变化甚至回潮。阻断传播要两头管住：病人及时诊治，媒介有效控制。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疟疾由蚊子传播，在一些热带和亚热带地区高发，每年病例众多，重症和死亡多见于幼儿；我国已经消除本地感染疟疾，但仍有境外输入病例，赴流行区的人员要特别注意。</a:t>
            </a:r>
          </a:p>
          <a:p>
            <a:r>
              <a:t>登革热、基孔肯雅热由伊蚊传播，在我国南方部分地区夏秋季也有发生；登革热可以重复感染。</a:t>
            </a:r>
          </a:p>
          <a:p>
            <a:r>
              <a:t>家蝇身上带有大量细菌，落在食物上能传播肠道传染病，饭菜要盖好，垃圾及时清理。白蛉体形很小，叮人后红肿瘙痒，也能传播疾病，常在潮湿阴暗的腐烂物中孳生。各病的具体流行情况以卫生健康部门发布的信息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虫媒病的主要表现是发热，可伴有寒战、头痛、乏力，忽冷忽热；登革热常伴有肌肉关节痛，基孔肯雅热的关节痛往往很明显，有人会持续很久。也有感染后没有症状的人，同样可能被蚊子叮咬后传给别人。</a:t>
            </a:r>
          </a:p>
          <a:p>
            <a:r>
              <a:t>出现出血（如皮肤出血点、牙龈出血、呕血、便血）、剧烈腹痛、持续呕吐、意识模糊等，是重症信号，要马上就医，必要时拨打 120。</a:t>
            </a:r>
          </a:p>
          <a:p>
            <a:r>
              <a:t>怀疑虫媒病时尽快到正规医院就诊，由医院化验确诊；多喝水、注意休息，用药听医生的。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虫媒病的预防用药和治疗都要遵医嘱，不能自己乱买乱吃药；乱用药不但可能延误病情，还会让病原产生耐药。</a:t>
            </a:r>
          </a:p>
          <a:p>
            <a:r>
              <a:t>老一代抗疟药很多已经出现耐药。我国科学家从古代医籍和青蒿中发现了青蒿素，挽救了大量疟疾患者的生命，获得诺贝尔生理学或医学奖。</a:t>
            </a:r>
          </a:p>
          <a:p>
            <a:r>
              <a:t>部分虫媒病有疫苗，但适用人群有限、仍在发展中；能不能打、怎么打，听医生和现行规定。赴流行区出差、访学、野外工作前，先咨询医生或旅行卫生门诊。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蚊子从卵到成蚊只要一周多，雨晴交替时，花盆托盘、废轮胎、容器里的积水最容易孳生蚊子。实验室、温室、宿舍和野外营地周围，定期清除积水，盖好储水容器，断了蚊子的家。</a:t>
            </a:r>
          </a:p>
          <a:p>
            <a:r>
              <a:t>纱窗、蚊帐是最基本的屏障；外出穿浅色长袖长裤，在裸露皮肤上按说明使用驱避剂，先在小块皮肤上试，看会不会过敏。</a:t>
            </a:r>
          </a:p>
          <a:p>
            <a:r>
              <a:t>蚊子在清晨和傍晚最活跃，但白天也会叮人（伊蚊多在白天叮咬），不能大意；呼气、体温、汗味和香水都会吸引蚊子。化学和生物防治由专业人员实施。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社区和校园的蚊媒防控，先了解蚊子在哪里孳生、怎样传病、怕什么，再按“评估—控制—看效果”做：先统计蚊子密度；控制措施的轻重要和监测数据相称，乱喷药既污染环境，又会让蚊子产生抗药性；做完再监测，看效果。公开的病例数据和地图可帮助了解疫情。</a:t>
            </a:r>
          </a:p>
          <a:p>
            <a:r>
              <a:t>监测要和卫生健康部门一起做：用诱蚊器监测蚊子数量（有的诱捕成蚊，有的诱捕产卵的雌蚊），点位由主管部门统一确定，每天检查防止破损逃逸；灭幼药剂按规定使用，不污染水源。留意施工等带来的新积水点。</a:t>
            </a:r>
          </a:p>
          <a:p>
            <a:r>
              <a:t>释放经改造的雄蚊、用共生细菌控制蚊子等新技术，只能由专业部门依法审批后实施，个人不得尝试（转基因生物释放的审批见第 081 课）。防蚊要长期坚持，蚊种鉴定和带毒检测由专业机构进行。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从虫媒病流行区、野外采样点或动物设施工作回来后几周内出现发热，不要硬扛，尽快就医。</a:t>
            </a:r>
          </a:p>
          <a:p>
            <a:r>
              <a:t>就医时主动告诉医生去过哪里、做了什么（野外工作、被蚊虫叮咬、接触动物），帮助医生尽早判断和检测。</a:t>
            </a:r>
          </a:p>
          <a:p>
            <a:r>
              <a:t>同时告诉导师和课题组，必要时报告学院；同行的人留意自己的身体情况。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按《中华人民共和国传染病防治法》（以现行文本为准），确诊或疑似的法定传染病由医疗机构依法报告，个人不需要也不应该自己对外发布。</a:t>
            </a:r>
          </a:p>
          <a:p>
            <a:r>
              <a:t>接到疾病预防控制机构的流行病学调查时，如实说明行程、接触史和发病经过，配合采样和防控措施；不隐瞒、不谎报。</a:t>
            </a:r>
          </a:p>
          <a:p>
            <a:r>
              <a:t>传染病的具体分类和管理要求，以现行法律法规和卫生健康部门的规定为准。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答案：B。解析：被咬抓伤，冲洗消毒，报告就医。</a:t>
            </a:r>
          </a:p>
          <a:p>
            <a:r>
              <a:t>第 2 题 答案：B。解析：实验生物不放生、不乱丢，按规定灭活后再当废物处置。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答案：B。解析：双门纱网、查身清点，逃逸立即报告。</a:t>
            </a:r>
          </a:p>
          <a:p>
            <a:r>
              <a:t>第 4 题 答案：B。解析：动物实验方案先经本单位实验动物伦理（福利）委员会审查批准。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答案：尽快到正规医院就医，主动说明去过哪里、是否被蚊虫叮咬；告诉导师和课题组；不自行乱吃药；如实配合流行病学调查。解析：归来发热，就医说明旅行史，依法报告配合调查。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实验动物与媒介生物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第6章 生物安全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74 镜）　适用对象：从事动物实验、实验动物饲养管理、昆虫（含蚊等媒介昆虫）饲养与研究的医学、药学、生命科学、农学、兽医等专业本科生、研究生和教职工（必修）；参加野外实习、外出采样和赴虫媒病流行区出差的师生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能说出动物实验的主要风险（咬伤抓伤、人兽共患病、过敏）和实验动物依法管理的要点（许可、伦理审查、动物福利、按风险进入相应级别动物实验室）。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能做到培训上岗、妥善保定、做好防护，被咬伤抓伤时冲洗消毒、报告就医；养虫室双门纱网、查身清点，实验生物不放生不乱丢，异常病死动物不碰并报告。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能说出虫媒病靠叮咬传播、常见的疟疾、登革热、基孔肯雅热等以发热为主要表现，能做到防蚊（清积水、纱窗蚊帐、驱避剂）、不乱吃药。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能做到外出归来发热及时就医并主动说明旅行史，告诉导师，如实配合流行病学调查。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《实验动物管理条例》（以现行文本为准）：实验动物的饲育、检疫、使用和从业人员管理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14925（以现行文本为准）《实验动物 环境及设施》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GB/T 35892-2018（以现行文本为准）《实验动物 福利伦理审查指南》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19489-2008（以现行文本为准）《实验室 生物安全通用要求》：动物生物安全实验室（ABSL）的分级与要求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《病原微生物实验室生物安全管理条例》（以现行文本为准）：感染性动物实验在相应级别的实验室进行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《中华人民共和国传染病防治法》（以现行文本为准）：传染病由医疗机构依法报告，个人如实提供情况、配合调查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《中华人民共和国动物防疫法》（以现行文本为准）：发现动物异常死亡等疫情线索及时报告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本单位实验动物伦理（福利）委员会和动物实验平台管理规定（以本校规定为准）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和动物打交道，先想风险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动物多大，会不会咬人、抓人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是否携带人兽共患的病原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在野外还是实验室，从哪儿感染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大动物要专门的防护和设施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被咬抓伤：冲洗、消毒、报告、就医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动物实验和动物样本的风险评估，比普通微生物实验多几个问题：动物有多大、多有力，会不会咬人、抓人、踢人；是否可能携带人兽共患的病原（尤其是非人灵长类、野外捕获的动物和来源不明的动物）；工作在野外还是在实验室；可能从哪条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被小鼠咬了一口觉得没事，不冲洗、不报告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认为实验动物都是“干净”的，不做防护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培训上岗，妥善保定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动物实验人员须培训合格上岗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动物妥善保定，必要时两人配合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不要一个人慌忙硬来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从事动物实验的人员，要经过实验动物从业人员培训和本校规定的考核，合格后才能进入动物设施、独立操作；涉及感染性材料的，还要经过相应的生物安全培训。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没有培训就跟着师兄进动物房操作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一只手抓动物，另一只手打针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动物过敏要防护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毛屑和尿液，会引起过敏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戴口罩手套，在通风设备里操作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有过敏症状，及时就医，告诉老师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实验动物的毛屑、皮屑、唾液和尿液中的蛋白质，会随换笼、清扫飘到空气中，引起打喷嚏、流涕、眼痒、皮疹甚至哮喘等过敏反应，接触时间越长越容易发生。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在开放台面上抖落垫料、清扫笼具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有过敏症状硬扛，不告诉老师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实验动物依法管理：许可、伦理、福利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实验动物依法管理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动物来源合格，在合格设施里饲养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实验方案先过伦理审查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替代、减少、优化，善待动物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感染性动物实验进相应级别动物实验室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我国实验动物按《实验动物管理条例》（以现行文本为准）和各地实验动物管理规定管理：实验动物要从取得许可的单位获得，在符合 GB 14925（以现行文本为准）《实验动物 环境及设施》要求的设施中饲养和使用，人员经过培训。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方案没批先开始做，或批了 10 只用了 20 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从宠物市场买动物做实验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养虫室：双门纱网，查身清点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养虫室要双层门、纱网，防止逃逸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两道门，不同时开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出来前，查衣服头发有没有虫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操作前后清点数量，记录在册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发现逃逸，立即报告并处置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蚊子等媒介昆虫能传播病原，饲养这些昆虫的养虫室（养蚊室）要防止逃逸：设双层门（缓冲间）和纱网，门窗密封，室内设捕虫设施；两道门不同时打开。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嫌麻烦把两道门同时打开通风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做完实验不清点，不知道有没有逃逸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实验生物不放生、不乱丢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实验动物、昆虫，不能放生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种子、菌株，也不随手带出去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按规定灭活，再当废物处置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用完的实验动物、昆虫（如果蝇、蚊子）和实验植物，不能放生、放到窗外或带回宿舍饲养；放生的实验生物可能携带病原、造成外来物种入侵或基因扩散。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把用完的果蝇、蚊子放到窗外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把实验小鼠带回宿舍当宠物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异常病死动物：不碰，报告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看到异常死亡的动物，别用手碰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记下位置，报告学校相关部门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由专业人员来处理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在校园、野外或采样途中看到异常死亡的动物（例如短时间内多只鸟类、家禽或野生动物死亡），不要用手碰，不捡拾、不带回实验室“研究”。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好奇捡起死鸟带回实验室解剖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看到了不报告，觉得“与我无关”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虫媒病：叮咬传播，不能忽视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蚊子叮了带病的，再叮人，病就传开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虫媒病每年夺走大量生命，不能忽视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不少新发病来自动物，还有很多未知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生态破坏和气候变化，让蚊子变多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虫媒传染病是由蚊、蝇、白蛉等媒介生物传播的疾病：媒介叮咬了带病原的人或动物，再叮咬别人，病就传开了；有的原本在野生动物中循环，经叮咬传给进入森林的人。本课只讲与实验室工作和外出有关的防护和报告要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认为虫媒病“离我们很远”，出差不做防护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认为只要不接触病人就不会被传染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常见虫媒病：疟疾、登革热、基孔肯雅热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常见的有疟疾、登革热、基孔肯雅热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疟疾在一些热带地区高发，儿童最受害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登革热、基孔肯雅热由伊蚊传播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家蝇传肠道病，白蛉叮人也能传病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疟疾由蚊子传播，在一些热带和亚热带地区高发，每年病例众多，重症和死亡多见于幼儿；我国已经消除本地感染疟疾，但仍有境外输入病例，赴流行区的人员要特别注意。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以为国内没有本地疟疾就不必防输入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在野外随意坐卧在潮湿腐烂的落叶上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发热等症状，尽快就医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虫媒病常见发热，忽冷忽热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还会肌肉关节痛，有的持续很久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出血、意识异常是重症信号，马上就医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医院会化验确诊，多喝水，遵医嘱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虫媒病的主要表现是发热，可伴有寒战、头痛、乏力，忽冷忽热；登革热常伴有肌肉关节痛，基孔肯雅热的关节痛往往很明显，有人会持续很久。也有感染后没有症状的人，同样可能被蚊子叮咬后传给别人。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发热以为是感冒，自己吃点药硬扛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出现出血等危险信号还不去医院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预防治疗听医生，不乱吃药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预防和治疗，都不能自己乱吃药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乱用药，会让病原耐药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我国科学家从青蒿中发现了青蒿素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疫苗能不能打，听医生和现行规定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去流行区前，先问医生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虫媒病的预防用药和治疗都要遵医嘱，不能自己乱买乱吃药；乱用药不但可能延误病情，还会让病原产生耐药。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出发前自己从网上买药带着吃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听说有疫苗就认为可以不防蚊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防蚊：清积水、纱窗蚊帐、驱避剂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积水最易孳生蚊子，几天就能成蚊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清除积水，断了蚊子的家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纱窗蚊帐，是最基本的屏障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长袖长裤，驱避剂按说明用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早晚最活跃，白天也叮，别大意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蚊子从卵到成蚊只要一周多，雨晴交替时，花盆托盘、废轮胎、容器里的积水最容易孳生蚊子。实验室、温室、宿舍和野外营地周围，定期清除积水，盖好储水容器，断了蚊子的家。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实验楼周围积水长期不清理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只在晚上防蚊，白天在野外不做防护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监测与防控：评估、适度、专业部门做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防控先评估：统计蚊子有多少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诱蚊器监测，点位由主管部门定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控制要适度，乱喷药会产生抗药性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措施看数据，做完再数，看效果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新防蚊技术由专业部门审批实施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社区和校园的蚊媒防控，先了解蚊子在哪里孳生、怎样传病、怕什么，再按“评估—控制—看效果”做：先统计蚊子密度；控制措施的轻重要和监测数据相称，乱喷药既污染环境，又会让蚊子产生抗药性；做完再监测，看效果。公开的病例数据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看到蚊子多就大量喷药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学生自行在校园投放、释放实验蚊子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归来发热：就医，说明旅行史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外出回来几周内发热，别硬扛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就医时，主动说去过哪里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同时告诉导师和课题组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从虫媒病流行区、野外采样点或动物设施工作回来后几周内出现发热，不要硬扛，尽快就医。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回国后发热，以为是旅途劳累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看病时不提出差和野外经历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依法报告，配合调查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传染病由医疗机构依法报告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如实说明行程，配合流行病学调查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具体分类和要求，以现行法规为准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按《中华人民共和国传染病防治法》（以现行文本为准），确诊或疑似的法定传染病由医疗机构依法报告，个人不需要也不应该自己对外发布。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隐瞒去过流行区的经历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在群里自行发布未经确认的病例信息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操作时被实验小鼠咬破手指，正确的做法是：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没流多少血，继续做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立即用流动清水和肥皂水冲洗、消毒，报告负责人，及时就医并记录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贴个创可贴就行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等下班再说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判断：用完的果蝇和蚊子可以放到窗外，反正是常见的虫子。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下列关于养虫室的做法，正确的是：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两道门同时打开通风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出来前检查衣服头发，操作前后清点数量，发现逃逸立即报告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不用清点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纱网破了不影响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判断：动物实验方案只要导师同意，不需要经过伦理审查。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084 · 实验动物与媒介生物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084 实验动物与媒介生物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简答：从虫媒病流行区出差回来两周后发热，应该怎么做？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和动物打交道，先想风险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培训上岗，妥善保定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动物过敏要防护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实验动物依法管理：许可、伦理、福利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养虫室：双门纱网，查身清点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实验生物不放生、不乱丢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异常病死动物：不碰，报告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虫媒病：叮咬传播，不能忽视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常见虫媒病：疟疾、登革热、基孔肯雅热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发热等症状，尽快就医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预防治疗听医生，不乱吃药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防蚊：清积水、纱窗蚊帐、驱避剂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监测与防控：评估、适度、专业部门做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归来发热：就医，说明旅行史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依法报告，配合调查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