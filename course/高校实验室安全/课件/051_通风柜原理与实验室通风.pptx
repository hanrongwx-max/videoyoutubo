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许多化学品在使用中会放出有害的烟、雾、蒸气和颗粒物。人的口鼻周围的空气区域称为呼吸带，有害物进入呼吸带就会被吸入体内。</a:t>
            </a:r>
          </a:p>
          <a:p>
            <a:r>
              <a:t>化学通风柜是实验室最常用的局部排风设施：它把操作中产生的有害蒸气和粉尘捕集住、抽走并排到室外，把污染物挡在操作者的呼吸带之外。做有毒、有刺激性或易挥发化学品的实验，应在通风柜内进行。</a:t>
            </a:r>
          </a:p>
          <a:p>
            <a:r>
              <a:t>通风柜有台式、落地式、变风量等多种形式，基本原理相同。通风柜、超净工作台和生物安全柜的区别见第 071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排风机通过风管从柜内持续抽气，室内空气从柜口不断流入，在柜口形成一道向内的空气屏障（气帘），把柜内产生的污染物关在柜里。</a:t>
            </a:r>
          </a:p>
          <a:p>
            <a:r>
              <a:t>污染物随气流经柜后的导流板缝隙进入风管，排到楼外，在室外大气中进一步稀释。只要气流正常，污染物就进不了实验室。</a:t>
            </a:r>
          </a:p>
          <a:p>
            <a:r>
              <a:t>视窗（前窗）是这道屏障的一部分：视窗越低，开口越小，屏障越稳定，还能挡住飞溅，因此使用时视窗要尽量放低（视窗高度的具体要求见第 052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面风速是空气流过通风柜开口时的平均速度，反映向内气流的强弱。面风速过低，屏障太弱，蒸气容易逸出柜外。</a:t>
            </a:r>
          </a:p>
          <a:p>
            <a:r>
              <a:t>面风速也不是越大越好：风速过大会在柜口和操作者身体前方产生湍流和旋涡，反而把污染物卷出柜外，还会浪费能源、干扰柜内操作。</a:t>
            </a:r>
          </a:p>
          <a:p>
            <a:r>
              <a:t>面风速应在规定范围内，并定期检测，不能过期。具体数值以本校规定和设备标识为准，本课程不给出具体数值。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气流看不见、摸不着，可以借助烟雾或轻飘带直观地看到。柜口下沿贴一条轻飘带，风机开启时飘带向柜内飘动，说明柜子在抽风。</a:t>
            </a:r>
          </a:p>
          <a:p>
            <a:r>
              <a:t>检测时用发烟装置在柜口放出少量白烟，白烟平稳地流向柜后、不打转、不外溢，说明气流方向和组织正常。</a:t>
            </a:r>
          </a:p>
          <a:p>
            <a:r>
              <a:t>飘带只能判断风机开没开、气流方向对不对，不能用来判断面风速够不够；风速必须由专业人员用仪器测量（见 K10）。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通风柜的保护效果依赖平稳的向内气流，而这种气流很容易被打断或改变。影响因素主要有：视窗高度、柜内堆放的物品和大设备、柜前人员走动和快速动作、门窗开关和送风口、风扇等横向气流。</a:t>
            </a:r>
          </a:p>
          <a:p>
            <a:r>
              <a:t>视窗开得越大，开口面积越大，在排风量不变时柜口风速越低，屏障越弱。柜内堆满瓶子或物品，会挡住后部排风缝隙，造成气流死角和回流。</a:t>
            </a:r>
          </a:p>
          <a:p>
            <a:r>
              <a:t>气流被打乱后，柜内的污染空气会被带到柜外，吸进操作者的呼吸带。因此使用时要注意这些因素，绝不能干扰通风柜内的气流（使用规范见第 052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旋转蒸发仪、加热浴、电炉等较大的设备直接放在柜内台面上，会挡住流向下部排风缝的气流，在设备前后形成旋涡。</a:t>
            </a:r>
          </a:p>
          <a:p>
            <a:r>
              <a:t>把设备放在稳固的垫块或支架上垫高几厘米，让空气能从设备下方流过，进入柜后的排风缝隙。设备与后部导流板之间也要留出距离，不要堵住排风缝。</a:t>
            </a:r>
          </a:p>
          <a:p>
            <a:r>
              <a:t>垫高时要保证设备稳固、不倾倒，电源线不被挤压。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人在走动时，身体后方会形成空气旋涡。从正在使用的通风柜前快速走过，旋涡的作用可能超过柜口的向内气流，把柜内的污染物拉出柜外。</a:t>
            </a:r>
          </a:p>
          <a:p>
            <a:r>
              <a:t>有人在使用通风柜时，其他人不要贴着柜口来回走动或快速经过，柜前保持足够的空间，必要时绕行。操作者自己也要避免在柜前快速转身和大幅度动作。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门、窗、电风扇和空调或天花板送风口会在柜口形成横向气流，把柜内蒸气吹出或吸出柜外。因此通风柜应设置在远离门、窗和送风口、人员较少走动的位置，这是实验室设计和改造时由学校相关部门统筹考虑的（以本校规定为准）。</a:t>
            </a:r>
          </a:p>
          <a:p>
            <a:r>
              <a:t>作为使用者，要注意不在通风柜旁开窗、开电风扇对着柜口吹，不长时间敞开靠近通风柜的门。发现送风口正对柜口等明显问题，报告实验室负责人。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通风柜在新安装、实验室通风系统改造后，以及使用期间定期都要进行性能检测，检测结果记录在案，合格的贴有检测标识。风机在响、听着在转，不等于合格。</a:t>
            </a:r>
          </a:p>
          <a:p>
            <a:r>
              <a:t>使用前看一眼柜体上的检测标识：是否检测过、是否在有效期内。没有标识或已过期的，按不合格对待，不使用，报告实验室负责人并报修。</a:t>
            </a:r>
          </a:p>
          <a:p>
            <a:r>
              <a:t>发现故障或检测不合格的通风柜，挂牌停用、报修，不擅自拆改。检测周期和标识样式以本校规定为准。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性能检测有规定的步骤，由学校委托的专业人员或设施管理人员完成：检查柜前横向气流是否过大；在柜口放少量烟雾，观察烟雾流向和有无打转外溢；把视窗放在工作位置，将柜口分成若干小格，用风速仪逐格测量面风速。</a:t>
            </a:r>
          </a:p>
          <a:p>
            <a:r>
              <a:t>检测不合格的，在调整好之前不得使用；需要时调整导流板、排风量，甚至改造实验室通风系统。</a:t>
            </a:r>
          </a:p>
          <a:p>
            <a:r>
              <a:t>学生和一般使用者不得自行拧动导流板、调节风阀或改变风量。具体检测方法和指标以国家相关标准、本校规定和设备标识为准。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通风柜应配有风量（风速）监测显示和报警装置，风量低于设定值时发出灯光和声音报警，提醒操作者保护已经失效。</a:t>
            </a:r>
          </a:p>
          <a:p>
            <a:r>
              <a:t>报警器通常同时有灯光和声音提示。不要把声音关掉，因为操作时往往低头专注于实验，只有声音报警才能让人及时发现。</a:t>
            </a:r>
          </a:p>
          <a:p>
            <a:r>
              <a:t>报警功能是否灵敏，由设施管理人员按设备说明书定期测试，并做好记录。使用前看一眼风量显示是否正常。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通风柜一旦报警，说明排风可能不足，立即按“停、关、报”处理：停止实验操作，关闭热源，盖好容器；把视窗拉下关闭；报告实验室负责人和学院实验室安全管理员，联系设施维修人员。</a:t>
            </a:r>
          </a:p>
          <a:p>
            <a:r>
              <a:t>如已闻到明显异味或感到不适，先撤离实验室，必要时按应急程序报告（报警与事故报告见第 157 课，以本校应急预案为准）。</a:t>
            </a:r>
          </a:p>
          <a:p>
            <a:r>
              <a:t>故障排除后，由相关人员按设备说明书复位报警器，确认风量恢复正常后再继续实验。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除通风柜等局部排风外，化学实验室还要有全面通风，持续运行、不断换气，稀释和排出逸散到室内的有害气体。换气次数按实验室设计和本校规定执行，不能只靠通风柜作为唯一的排风出口。</a:t>
            </a:r>
          </a:p>
          <a:p>
            <a:r>
              <a:t>化学实验室通常保持相对走廊的负压，空气从走廊流入实验室，再经排风系统排出，有害气体就不会扩散到走廊和办公室。</a:t>
            </a:r>
          </a:p>
          <a:p>
            <a:r>
              <a:t>为维持负压和气流组织，实验室门不要长时间敞开，送风口、排风口不要用纸箱、物品遮挡；夜间和节假日通风系统的运行要求以本校规定为准。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除普通化学通风柜外，还有针对特殊危害的专用通风柜，平时不常用，但要知道它们的用途，不能混用。</a:t>
            </a:r>
          </a:p>
          <a:p>
            <a:r>
              <a:t>高氯酸加热等操作会在柜体和风管内留下危险残留物，越积越多可能引发爆炸。高氯酸专用通风柜采用耐腐蚀材料，并设有水冲洗系统，可定期冲洗柜体内壁和风管。高氯酸专用柜内绝不能放置或使用有机物，普通通风柜也不得用于高氯酸加热操作（以本校规定为准）。</a:t>
            </a:r>
          </a:p>
          <a:p>
            <a:r>
              <a:t>开放性放射性物质的操作要在专用的通风柜或手套箱内进行，并按辐射安全管理要求执行（见第 091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答案：B。解析：空气从柜口持续流入，形成向内屏障，污染物随气流经风管排到楼外。</a:t>
            </a:r>
          </a:p>
          <a:p>
            <a:r>
              <a:t>第 2 题 答案：B。解析：风速过大会产生湍流，反而把污染物卷出；面风速要在规定范围内，以本校规定和设备标识为准。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答案：B。解析：人员走动带起的旋涡会把污染物拉出柜外。</a:t>
            </a:r>
          </a:p>
          <a:p>
            <a:r>
              <a:t>第 4 题 答案：C。解析：报警按“停、关、报”处理，故障排除后按说明书复位。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答案：实验室要持续通风换气并保持负压，稀释和排出逸散的有害气体，防止扩散到走廊和办公室；排风不能只靠通风柜，运行要求以本校规定为准。解析：试剂柜、废液桶等在无人时也会持续挥发。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通风柜原理与实验室通风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6.5 分钟（卡通视频 79 镜）　适用对象：全体使用化学通风柜和在化学类实验室工作的高校本科生、研究生和教职工（必修）；化学、化工、材料、环境、医学、生命科学等专业重点学习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能说出化学通风柜靠向内气流形成屏障、把有害物捕集并排到室外，从而护住呼吸带；面风速要在规定范围内，不是越大越好。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能判断视窗高度、柜内杂物和大设备、人员走动、门窗和送风口等因素会打乱气流。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能做到使用前查看检测合格标识和风量报警器，报警时“停、关、报”，检测和调整交给专业人员。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能说出实验室全面通风要持续运行并保持负压，高氯酸等特殊危害要使用专用通风柜。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日起施行）及《危险化学品安全管理条例》（以现行文本为准）：学校、科研机构使用危险化学品应具备相应的安全设施并保持正常使用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号，以现行文本为准）及高校实验室安全检查项目表：通风柜等安全设施的配置、定期检测和维护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2.1（以现行文本为准）《工作场所有害因素职业接触限值 第1部分：化学有害因素》：控制有害物接触，优先采用通风等工程控制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JGJ 91（以现行文本为准）《科研建筑设计标准》：实验室通风、排风和气流组织的设计要求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本校实验室通风设施管理规定和通风柜检测制度：面风速、换气次数等具体指标以本校规定和设备标识为准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通风柜：捕集排走有害物，护住呼吸带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很多化学品会放出有害的烟、雾、蒸气和粉尘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通风柜把污染物捕集并排走，护住呼吸带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有毒化学品实验在通风柜内进行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通风柜有多种形式，原理基本相同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许多化学品在使用中会放出有害的烟、雾、蒸气和颗粒物。人的口鼻周围的空气区域称为呼吸带，有害物进入呼吸带就会被吸入体内。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把通风柜当成普通储物柜或实验台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认为开窗通风就能代替通风柜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工作原理：向内气流形成屏障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空气不断从柜口吸进柜内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柜口形成一道向内的空气屏障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污染物从柜后被抽走，经风管排到楼外稀释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视窗仍要尽量放低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排风机通过风管从柜内持续抽气，室内空气从柜口不断流入，在柜口形成一道向内的空气屏障（气帘），把柜内产生的污染物关在柜里。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以为通风柜会把有害物“过滤净化”后吹回室内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认为视窗开得越大越通风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面风速在规定范围，不是越大越好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柜口的平均风速叫面风速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风速太小，挡不住蒸气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风速太大会起湍流，同样不好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要在规定范围内，以本校规定和设备标识为准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面风速是空气流过通风柜开口时的平均速度，反映向内气流的强弱。面风速过低，屏障太弱，蒸气容易逸出柜外。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自行把风量调到最大以为更安全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不知道本柜面风速是否合格就使用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借烟雾和飘带看见气流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气流看不见，可借烟雾或飘带观察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白烟平稳往里走，说明气流方向正常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飘带只能看出风机在抽风，看不出风速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气流看不见、摸不着，可以借助烟雾或轻飘带直观地看到。柜口下沿贴一条轻飘带，风机开启时飘带向柜内飘动，说明柜子在抽风。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看到飘带往里飘就认为一定合格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在柜内点烟或燃烧物品“看气流”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气流容易被打乱，不要干扰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柜内气流很容易被打乱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视窗高度、柜内杂物、人员走动、门窗都有影响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视窗开得越大，柜口风速越低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气流一乱，污染空气会跑出来，绝不能干扰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通风柜的保护效果依赖平稳的向内气流，而这种气流很容易被打断或改变。影响因素主要有：视窗高度、柜内堆放的物品和大设备、柜前人员走动和快速动作、门窗开关和送风口、风扇等横向气流。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柜内长期堆放试剂和杂物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视窗全开做实验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柜内大设备要垫高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柜内大设备会挡住气流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把设备垫高，让空气从下面流过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设备不要贴着后部排风缝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旋转蒸发仪、加热浴、电炉等较大的设备直接放在柜内台面上，会挡住流向下部排风缝的气流，在设备前后形成旋涡。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大设备直接压在柜底台面上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设备紧贴后部导流板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人员走动会把污染物拉出来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人走路时身后会带起旋涡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旋涡会把柜内污染物拉出柜外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有人在用通风柜，别贴着柜口走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柜前留出空间，绕开走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人在走动时，身体后方会形成空气旋涡。从正在使用的通风柜前快速走过，旋涡的作用可能超过柜口的向内气流，把柜内的污染物拉出柜外。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在别人正在使用的通风柜前来回穿行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多人围在一个通风柜前看热闹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通风柜位置：远离门窗和送风口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通风柜的位置也影响效果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远离门、窗、风扇和天花板送风口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放在人少走动的地方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使用时不在柜旁开窗、开风扇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门、窗、电风扇和空调或天花板送风口会在柜口形成横向气流，把柜内蒸气吹出或吸出柜外。因此通风柜应设置在远离门、窗和送风口、人员较少走动的位置，这是实验室设计和改造时由学校相关部门统筹考虑的（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夏天在通风柜旁开电扇降温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自行移动通风柜或改动送风口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定期检测，用前看合格标识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新装、通风改造后和平时都要定期检测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检测合格贴有检测标识，有记录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用前看标识：检测过没有、过没过期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无标识或过期就当不合格，报告报修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通风柜在新安装、实验室通风系统改造后，以及使用期间定期都要进行性能检测，检测结果记录在案，合格的贴有检测标识。风机在响、听着在转，不等于合格。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只凭风机声音判断通风柜好坏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标识过期仍继续使用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性能检测和调整交给专业人员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专业人员用仪器在柜口逐格测面风速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还要检查柜前横风和发烟气流有无外溢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不合格的调整好之前不能使用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学生不自己拧导流板、改风量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性能检测有规定的步骤，由学校委托的专业人员或设施管理人员完成：检查柜前横向气流是否过大；在柜口放少量烟雾，观察烟雾流向和有无打转外溢；把视窗放在工作位置，将柜口分成若干小格，用风速仪逐格测量面风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嫌风大自己调小风阀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用纸条代替风速检测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风量报警器要能用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每台通风柜都应有风量监测和报警装置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风量不足时会发出声光报警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声音提示别关掉，低头干活也能发现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报警功能定期测试并记录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通风柜应配有风量（风速）监测显示和报警装置，风量低于设定值时发出灯光和声音报警，提醒操作者保护已经失效。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嫌吵把报警声音关掉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报警灯一直亮着也不理会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报警了：停、关、报，再复位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一旦报警，马上停止工作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盖好容器，把视窗拉下来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报告实验室负责人和学院安全管理员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处理好后按说明书复位报警器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通风柜一旦报警，说明排风可能不足，立即按“停、关、报”处理：停止实验操作，关闭热源，盖好容器；把视窗拉下关闭；报告实验室负责人和学院实验室安全管理员，联系设施维修人员。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报警了还想“把这一步做完”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自己按掉报警就继续操作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全面通风持续运行，实验室保持负压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实验室通风要持续运行，不断换气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换气次数按设计和本校规定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排风不能只靠通风柜一个出口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实验室保持负压，门别长开、风口别堵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除通风柜等局部排风外，化学实验室还要有全面通风，持续运行、不断换气，稀释和排出逸散到室内的有害气体。换气次数按实验室设计和本校规定执行，不能只靠通风柜作为唯一的排风出口。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下班就关掉实验室全部排风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用纸板堵住排风口防噪声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特殊用途通风柜：高氯酸专用柜等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有专门对付特殊危害的通风柜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高氯酸专用柜能用水冲洗柜体和风管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高氯酸柜内绝不能放有机物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放射性操作使用专用通风柜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除普通化学通风柜外，还有针对特殊危害的专用通风柜，平时不常用，但要知道它们的用途，不能混用。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在普通通风柜里加热高氯酸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在高氯酸专用柜里放有机溶剂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化学通风柜保护操作者的主要原理是：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把有害气体过滤后吹回室内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柜口形成向内的气流屏障，把污染物抽走排到室外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靠视窗玻璃完全密封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靠柜内的照明灯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判断：通风柜的面风速越大越安全。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下列做法中，会干扰通风柜气流的是：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把大设备垫高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在别人使用的通风柜前来回快速走动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视窗放低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柜内少放物品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使用通风柜时风量报警器响了，正确的做法是：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按掉报警继续做完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把视窗开大加强通风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停止操作、盖好容器、拉下视窗，报告负责人和学院安全管理员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关掉声音只看灯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051 · 通风柜原理与实验室通风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051 通风柜原理与实验室通风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简答：为什么下班后不能把实验室的全面通风全部关掉？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通风柜：捕集排走有害物，护住呼吸带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工作原理：向内气流形成屏障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面风速在规定范围，不是越大越好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借烟雾和飘带看见气流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气流容易被打乱，不要干扰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柜内大设备要垫高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人员走动会把污染物拉出来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通风柜位置：远离门窗和送风口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定期检测，用前看合格标识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性能检测和调整交给专业人员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风量报警器要能用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报警了：停、关、报，再复位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全面通风持续运行，实验室保持负压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特殊用途通风柜：高氯酸专用柜等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