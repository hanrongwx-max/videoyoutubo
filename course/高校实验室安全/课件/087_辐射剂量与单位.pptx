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会用仪器探测辐射，是为了认识发出辐射的源；但做实验时人也站在辐射旁边，最终要回答的是“人受了多少照射、有什么影响”。人受到照射的多少，用剂量来衡量。剂量前面常加“吸收”“当量”“有效”等词，分别说的是沉积了多少能量，还是对人造成多大的损伤风险。</a:t>
            </a:r>
          </a:p>
          <a:p>
            <a:r>
              <a:t>剂量学是测量、计算和评估人体与材料吸收了多少电离辐射的学问。它既用于保护辐射工作人员和公众（个人剂量监测、场所监测），也用于放射治疗和核医学治疗的剂量计划。手机、基站等非电离辐射不用这些剂量量（见第 085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射线穿过物质时会使原子电离或激发。度量辐射的量，要么数产生了多少电离（电荷），要么算沉积了多少能量。</a:t>
            </a:r>
          </a:p>
          <a:p>
            <a:r>
              <a:t>常用的四个剂量量像台阶一样层层递进：照射量（X、γ 射线在空气中的电离）→ 吸收剂量（物质吸收的能量，戈瑞）→ 当量剂量（再考虑射线种类，希沃特）→ 有效剂量（再考虑器官敏感性，希沃特）。每一级都建立在前一级的基础上。</a:t>
            </a:r>
          </a:p>
          <a:p>
            <a:r>
              <a:t>当量剂量和有效剂量的单位都是希沃特（Sv），但含义不同：前者针对某一器官或组织，后者针对全身。读报告时要看清写的是哪个量。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照射量描述 X 射线和 γ 射线在空气中产生电离的多少：光子在单位质量空气中打出的电子全部停下来时，产生的某一种符号离子的总电荷除以空气质量。国际单位是库仑每千克（C/kg）；旧单位伦琴（R），国外资料和旧仪器上仍常见，1 R = 2.58×10⁻⁴ C/kg。空气的湿度等条件会影响测量结果。</a:t>
            </a:r>
          </a:p>
          <a:p>
            <a:r>
              <a:t>在空气中每产生一对离子平均要消耗大致固定的能量（约 34 电子伏），所以数清离子对，就能换算出空气吸收的能量。X 射线机的管电压越高、曝光量越大，照射量越大；离 X 射线管越远，照射量越小。</a:t>
            </a:r>
          </a:p>
          <a:p>
            <a:r>
              <a:t>照射量的局限：只适用于 X、γ 射线，只适用于空气；对中子、α、β 等粒子，对人体组织、水和屏蔽材料都不适用，所以需要吸收剂量等新的量。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剂量率是单位时间内受到的剂量，常用单位是微希沃特每小时（μSv/h）或毫希沃特每小时（mSv/h）。</a:t>
            </a:r>
          </a:p>
          <a:p>
            <a:r>
              <a:t>对一个点状 γ 源，剂量率与源的活度成正比，每次衰变放出的 γ 射线能量越高、数量越多，剂量率也越高。每种核素有自己的剂量率常数（也叫照射率常数、空气比释动能率常数，就像核素的“身份证”），可查资料得到；实验室常用核素的常数，用前要查清。</a:t>
            </a:r>
          </a:p>
          <a:p>
            <a:r>
              <a:t>射线从点源向四面八方散开，距离加倍，同样多的射线摊在四倍的面积上，剂量率降到原来的四分之一，这就是平方反比定律（应用和屏蔽计算见第 090 课）。估算只用于事先规划，实际剂量率要用经过检定或校准的仪器测量（见第 092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累积受到的剂量等于剂量率乘以受照时间，就像水龙头下的杯子，接得越久装得越满。例如在剂量率为 10 μSv/h 的位置停留 0.5 小时，累积约 5 μSv。</a:t>
            </a:r>
          </a:p>
          <a:p>
            <a:r>
              <a:t>由照射量算出的空气剂量，还要换算成人体软组织的剂量；对软组织，换算系数接近 1，随射线能量和材料略有变化。</a:t>
            </a:r>
          </a:p>
          <a:p>
            <a:r>
              <a:t>工作前可以先根据源的活度、剂量率常数、距离和时间估算一下，再用仪器实测核对。计算时单位换算最容易出错（微、毫，小时、分钟，旧单位、新单位），一定要核对两遍。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吸收剂量是单位质量物质吸收的电离辐射能量，是辐射防护最基本的量。单位是戈瑞（Gy），1 Gy = 1 J/kg（每千克物质吸收 1 焦耳）。旧单位拉德（rad），1 Gy = 100 rad。</a:t>
            </a:r>
          </a:p>
          <a:p>
            <a:r>
              <a:t>吸收剂量适用于任何种类的电离辐射、任何物质（空气、水、人体组织、屏蔽材料）。</a:t>
            </a:r>
          </a:p>
          <a:p>
            <a:r>
              <a:t>但吸收剂量本身说不清两件事：照射得有多快（剂量率），以及是哪种射线照的。这两点恰恰对生物效应很重要，所以在吸收剂量之上，还要引入当量剂量和有效剂量。要考虑对人体的生物效应时，用希沃特。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吸收剂量按质量计算，不按体积计算。同样一千克，空气体积最大，水居中，玻璃最小；只要它们吸收的能量相同，吸收剂量就相同。</a:t>
            </a:r>
          </a:p>
          <a:p>
            <a:r>
              <a:t>反过来，三种材料体积一样大、吸收同样多的能量，因为质量差别很大，吸收剂量就差得很远（质量越小，剂量越大）。</a:t>
            </a:r>
          </a:p>
          <a:p>
            <a:r>
              <a:t>理解这一点，就能明白为什么说“某器官的平均吸收剂量”：要把器官吸收的能量除以该器官的质量。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同样的吸收剂量，对不同材料效果也不同。即使是会对人体造成严重伤害的大剂量，它沉积的能量也只能让水温升高一点点，根本感觉不到热。所以不能靠“热不热”“有没有感觉”来判断受照多少。</a:t>
            </a:r>
          </a:p>
          <a:p>
            <a:r>
              <a:t>对人体来说，危害不在于发热，而在于电离：射线把细胞中的复杂分子（尤其是 DNA）打断、打散，造成细胞和基因损伤。在健康物理中，电离是“头号敌人”，电离越多越密集，损伤越重。</a:t>
            </a:r>
          </a:p>
          <a:p>
            <a:r>
              <a:t>细胞和基因损伤可能增加患癌、出生缺陷和遗传病的风险（随机性效应），大剂量还会直接造成组织损伤（确定性效应，见第 088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吸收剂量相同，生物效应不一定相同。γ 射线和电子像毛毛雨，沿很长的路径稀疏地沉积能量，造成的损伤多是简单、分散的，细胞大多能修复；α 粒子和重离子个头大、电荷多，像保龄球，在很短的路径里密集地沉积能量，造成成簇的断裂，细胞很难正确修复。</a:t>
            </a:r>
          </a:p>
          <a:p>
            <a:r>
              <a:t>单位路程上沉积的能量叫传能线密度（LET）：α、重离子是高传能线密度辐射，γ、X 射线和电子是低传能线密度辐射。电离越密集，生物损伤越大。</a:t>
            </a:r>
          </a:p>
          <a:p>
            <a:r>
              <a:t>达到同样生物效应，所需参考射线（如 γ 射线）剂量与某种射线剂量之比，叫相对生物效应（RBE）。它不是固定值，随剂量、剂量率、细胞种类和所看的效应而变化；人类的数据主要来自历史上受照人群的长期研究，不可能让人自愿受照做实验。所以防护中不用随条件变化的相对生物效应，而用固定的辐射权重因子（K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为了防护的需要，标准对各类射线规定了固定、保守的辐射权重因子，它没有单位，就像不同货币之间的汇率，把不同射线的吸收剂量换算成可以比较、相加的量。光子（X、γ 射线）和电子（β）为 1，α 粒子为 20，中子的权重随能量变化，质子介于其间（具体数值以 GB 18871-2002 现行文本为准）。</a:t>
            </a:r>
          </a:p>
          <a:p>
            <a:r>
              <a:t>当量剂量 = 器官或组织的平均吸收剂量 × 辐射权重因子。几种射线一起照射时，分别计算再相加。单位是希沃特（Sv），旧单位雷姆（rem），1 Sv = 100 rem。同样 1 Gy，α 粒子的当量剂量是 γ 射线的 20 倍；反过来，1 Sv 的 α 和 1 Sv 的 γ，对人体的风险大致相当。</a:t>
            </a:r>
          </a:p>
          <a:p>
            <a:r>
              <a:t>当量剂量是算出来的量，不能直接测量。安全与否，还要看照射时间、距离和屏蔽。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身体各器官对辐射的敏感程度不同：细胞分裂越快、更新越快的组织往往越敏感，如骨髓等造血组织、结肠、肺、胃、乳腺属于高敏感组织，皮肤、骨表面等敏感性较低。同样剂量照到结肠，比照到皮肤风险高。局部照射时，需要一个反映全身风险的总数。</a:t>
            </a:r>
          </a:p>
          <a:p>
            <a:r>
              <a:t>有效剂量就像按学分算总评：把各器官、组织的当量剂量乘以各自的组织权重因子再相加。组织权重因子没有单位，按敏感程度分为高、中、低几档，所有组织的权重加起来正好等于 1；它来自几十年的人群研究数据，随认识更新会修订，具体数值以 GB 18871-2002（以现行文本为准）为准。辐射权重因子管射线类型，组织权重因子管器官敏感性，二者都是为了把吸收剂量换算成反映风险的剂量。</a:t>
            </a:r>
          </a:p>
          <a:p>
            <a:r>
              <a:t>有效剂量的单位也是希沃特，它与致癌等随机性效应的风险关系更紧密，用于防护最优化和剂量限值管理（见第 089 课）。它是算出来的，不能直接测量：个人剂量计和巡测仪读出的是用于监测的实用量（如个人剂量当量），用来估算有效剂量（见第 092 课）。只照到手、皮肤等局部时，要按规定方法折算，不能简单地把局部剂量乘权重当作全身风险；α 外照射基本穿不过皮肤表层，危害主要在内照射。得了某种癌症，也不能仅凭受过照射就断定是辐射引起的。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照射是放射源在体外，射线从外面照到人。外照射剂量用个人剂量计、电离室等测量，取决于射线的穿透力、屏蔽和照射的几何条件：同样的源，人站在正面、侧面、背面，宽束照射还是局部照射，剂量都不同。个人剂量计要按规定佩戴在有代表性的位置（见第 092 课）。</a:t>
            </a:r>
          </a:p>
          <a:p>
            <a:r>
              <a:t>内照射是放射性物质通过吸入、食入、伤口或皮肤进入体内后从内部照射。内照射剂量更难确定，原因有四：源分散在不同组织里；它随代谢在体内“搬家”；射线射程和器官大小决定能量沉积在哪里；它会一直照射，直到被排出或衰变完。所以要靠尿样等生物样品分析、全身计数器等体外测量和生物动力学模型来估算，由专业机构按规定进行（GBZ 129，以现行文本为准）。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放射性核素摄入后，体内会持续受照很多年。把摄入后一段时间内将要受到的剂量加起来，一次记在摄入的当年，叫待积剂量（待积当量剂量、待积有效剂量）。积分期限：成人取 50 年，儿童算到 70 岁。</a:t>
            </a:r>
          </a:p>
          <a:p>
            <a:r>
              <a:t>实际估算常用捷径：待积有效剂量 = 摄入量（Bq）× 剂量系数（Sv/Bq）。剂量系数按核素、化学形态、摄入途径（吸入或食入）和年龄查标准中的表格。核医学中还会用“源器官照射靶器官”的方法计算器官剂量，像暖炉烤着旁边的人，由医学物理专业人员完成。</a:t>
            </a:r>
          </a:p>
          <a:p>
            <a:r>
              <a:t>吸入后沉积在骨中的 α 核素（如镭、钚等亲骨核素）能留存几十年，危害最大。查剂量系数时一定看清单位前缀：每贝可毫希沃特和每贝可微希沃特差一千倍，抄错一级结果就错千倍。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新旧单位对照（前为我国法定计量单位，后为旧单位）：活度用贝可（Bq），旧单位居里（Ci），1 Ci = 3.7×10¹⁰ Bq；照射量用库仑每千克（C/kg），旧单位伦琴（R），1 R = 2.58×10⁻⁴ C/kg；吸收剂量用戈瑞（Gy），旧单位拉德（rad），1 Gy = 100 rad；当量剂量和有效剂量用希沃特（Sv），旧单位雷姆（rem），1 Sv = 100 rem，即 1 rem = 10 mSv。</a:t>
            </a:r>
          </a:p>
          <a:p>
            <a:r>
              <a:t>居里是活度（源有多强）的旧单位，不是剂量；说人受了多少照射，用希沃特。阅读国外文献和旧仪器时常见旧单位，要先换算再比较。个人剂量报告、监测记录和台账一律使用法定单位，并写清是哪个量。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答案：C。解析：活度用贝可（旧单位居里），吸收剂量用戈瑞，当量剂量和有效剂量用希沃特。</a:t>
            </a:r>
          </a:p>
          <a:p>
            <a:r>
              <a:t>第 2 题 答案：B。解析：α 粒子传能线密度高、损伤密集，辐射权重因子为 20，γ 射线为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答案：A。解析：累积剂量 = 剂量率 × 时间 = 20 μSv/h × 0.25 h = 5 μSv；注意 μSv 和 mSv 差一千倍。</a:t>
            </a:r>
          </a:p>
          <a:p>
            <a:r>
              <a:t>第 4 题 答案：B。解析：平方反比定律，距离加倍，剂量率降到四分之一。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答案：放射性物质摄入后体内持续受照，把今后一段时间（成人 50 年、儿童到 70 岁）的有效剂量累加，一次记在摄入当年；可用“摄入量 × 剂量系数”估算，查系数时核对单位前缀。解析：内照射看待积剂量，单位核对两遍。</a:t>
            </a:r>
          </a:p>
          <a:p>
            <a:r>
              <a:t>第 6 题 答案：B。解析：1 Sv = 100 rem，即 1 rem = 10 mSv，500 mrem = 0.5 rem = 5 mSv。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辐射剂量与单位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第7章 辐射安全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6.5 分钟（卡通视频 79 镜）　适用对象：使用放射性同位素、密封放射源或射线装置，需要佩戴个人剂量计、阅读个人剂量报告或做简单剂量估算的本科生、研究生和教职工（辐射类必修）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能说出照射量、吸收剂量、当量剂量、有效剂量四个量层层递进的关系和各自的单位（C/kg、Gy、Sv），知道伦琴、拉德、雷姆、居里是旧单位并会换算（1 Gy = 100 rad，1 Sv = 100 rem）。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能说出同样的吸收剂量、射线种类不同伤害不同（传能线密度、相对生物效应），辐射权重因子和组织权重因子分别考虑什么。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能做到用“剂量率 × 时间”估算累积剂量，知道剂量率随活度增大、随距离平方减小，换算单位核对两遍。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能说出外照射与内照射剂量的不同，待积剂量的含义（成人 50 年、儿童到 70 岁）和“摄入量 × 剂量系数”的估算方法。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18871-2002（以现行文本为准）《电离辐射防护与辐射源安全基本标准》：剂量学量（吸收剂量、当量剂量、有效剂量、待积剂量）、辐射权重因子和组织权重因子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《放射性同位素与射线装置安全和防护条例》（以现行文本为准）：辐射工作人员的个人剂量监测和档案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128（以现行文本为准）《职业性外照射个人监测规范》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GBZ 129（以现行文本为准）《职业性内照射个人监测规范》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《中华人民共和国计量法》及国家法定计量单位（以现行文本为准）：剂量用戈瑞（Gy）、希沃特（Sv），伦琴、拉德、雷姆只作换算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本校辐射安全管理规定（以本校规定为准）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什么是剂量：受照多少的量度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人受了多少照射，用剂量来衡量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测辐射，最终是为了保护人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剂量学：测量、计算、评估剂量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既保护工作人员，也为治疗做计划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学会用仪器探测辐射，是为了认识发出辐射的源；但做实验时人也站在辐射旁边，最终要回答的是“人受了多少照射、有什么影响”。人受到照射的多少，用剂量来衡量。剂量前面常加“吸收”“当量”“有效”等词，分别说的是沉积了多少能量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把仪器的计数直接当成人受到的剂量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把手机、微波的“辐射”和电离辐射剂量混为一谈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剂量量层层递进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剂量量像台阶，一级建在一级上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射线穿过物质，会电离或激发原子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剂量单位，要么数电离，要么算能量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后两级都叫希沃特，含义却不同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射线穿过物质时会使原子电离或激发。度量辐射的量，要么数产生了多少电离（电荷），要么算沉积了多少能量。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 Sv 就以为是有效剂量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把戈瑞和希沃特随意互换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照射量：X、γ在空气里的电离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照射量：X、γ在空气里电离多少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一种符号的电荷除以空气质量，单位C/kg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旧单位伦琴，国外资料还常见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打出一对离子，要花固定的能量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只管X、γ和空气，人体要用新的量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照射量描述 X 射线和 γ 射线在空气中产生电离的多少：光子在单位质量空气中打出的电子全部停下来时，产生的某一种符号离子的总电荷除以空气质量。国际单位是库仑每千克（C/kg）；旧单位伦琴（R），国外资料和旧仪器上仍常……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用照射量去描述 β、中子的照射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把伦琴读数直接当成人体的有效剂量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剂量率：看活度，也看距离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点源的射线向四面八方散开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源越强、γ能量越高，剂量率越高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每种核素有自己的剂量率常数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距离加倍，剂量率降到四分之一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剂量率是单位时间内受到的剂量，常用单位是微希沃特每小时（μSv/h）或毫希沃特每小时（mSv/h）。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以为离远一倍，剂量率只减一半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只凭估算，不实测就安排工作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累积剂量：剂量率乘时间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累积剂量等于剂量率乘时间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站得越久，受照越多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照射量换成软组织剂量，系数接近一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测量之前，可以先估一估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换算单位，一定要核对两遍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累积受到的剂量等于剂量率乘以受照时间，就像水龙头下的杯子，接得越久装得越满。例如在剂量率为 10 μSv/h 的位置停留 0.5 小时，累积约 5 μSv。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只看剂量率，不管停留时间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微希沃特和毫希沃特混用，结果差一千倍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吸收剂量与戈瑞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吸收剂量：每千克物质吸收的能量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每千克吸收一焦耳，就是一戈瑞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适用于任何辐射、任何物质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旧单位拉德，一戈瑞等于一百拉德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说不清照得多快、是哪种射线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吸收剂量是单位质量物质吸收的电离辐射能量，是辐射防护最基本的量。单位是戈瑞（Gy），1 Gy = 1 J/kg（每千克物质吸收 1 焦耳）。旧单位拉德（rad），1 Gy = 100 rad。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以为戈瑞已经反映了对人体的风险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 rad 当成 rem 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剂量按质量算，不按体积算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同样一千克，空气、水、玻璃大小差很多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质量一样、能量一样，剂量就一样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体积一样，质量不同，剂量就差很远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吸收剂量按质量计算，不按体积计算。同样一千克，空气体积最大，水居中，玻璃最小；只要它们吸收的能量相同，吸收剂量就相同。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按体积来比较剂量大小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以为体积大的物体吸收剂量一定大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怕的不是发热，而是细胞损伤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很大的剂量，水温才升一点点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对人体，怕的是细胞和基因损伤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电离是头号敌人，会打散复杂分子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可能增加患癌等风险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同样的吸收剂量，对不同材料效果也不同。即使是会对人体造成严重伤害的大剂量，它沉积的能量也只能让水温升高一点点，根本感觉不到热。所以不能靠“热不热”“有没有感觉”来判断受照多少。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以为受照会有发热、刺痛的感觉，没感觉就没事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以为辐射伤害只是“烫伤”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同样1戈瑞，伤害不一样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同样一戈瑞，α和γ伤害不一样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γ像毛毛雨，损伤稀疏，细胞多能修好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α像保龄球，砸得密，很难修好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单位路程沉积的能量叫传能线密度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同样效果所需剂量之比叫相对生物效应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吸收剂量相同，生物效应不一定相同。γ 射线和电子像毛毛雨，沿很长的路径稀疏地沉积能量，造成的损伤多是简单、分散的，细胞大多能修复；α 粒子和重离子个头大、电荷多，像保龄球，在很短的路径里密集地沉积能量，造成成簇的断裂……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以为同样戈瑞数，任何射线伤害都一样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以为高传能线密度的损伤“完全不能修复”（应为很难正确修复）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辐射权重因子与当量剂量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辐射权重因子像货币的汇率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光子、电子为1，α为20，中子随能量变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器官吸收剂量乘权重，得当量剂量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几种射线一起照，分别算再相加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单位希沃特，同样希沃特效果相当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为了防护的需要，标准对各类射线规定了固定、保守的辐射权重因子，它没有单位，就像不同货币之间的汇率，把不同射线的吸收剂量换算成可以比较、相加的量。光子（X、γ 射线）和电子（β）为 1，α 粒子为 20，中子的权重随能……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不分射线种类，把各种射线的戈瑞数直接相加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以为当量剂量能用仪器直接测出来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有效剂量：全身风险一个数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同样剂量照到不同器官，风险不同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细胞分裂快的器官，往往更敏感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各器官按组织权重相加，权重总和为一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用于防护优化和剂量限值管理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有效剂量要算，仪器读数用来估算它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身体各器官对辐射的敏感程度不同：细胞分裂越快、更新越快的组织往往越敏感，如骨髓等造血组织、结肠、肺、胃、乳腺属于高敏感组织，皮肤、骨表面等敏感性较低。同样剂量照到结肠，比照到皮肤风险高。局部照射时，需要一个反映全身风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把某个器官的当量剂量直接当作有效剂量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把局部手部受照乘皮肤权重就当作主要的全身风险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外照射与内照射剂量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外照射：源在体外，用剂量计来测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站的位置、方向不同，剂量也不同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内照射：放射性物质留在体内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靠样品、体外测量和模型来算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会一直照，直到排出或衰变完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外照射是放射源在体外，射线从外面照到人。外照射剂量用个人剂量计、电离室等测量，取决于射线的穿透力、屏蔽和照射的几何条件：同样的源，人站在正面、侧面、背面，宽束照射还是局部照射，剂量都不同。个人剂量计要按规定佩戴在有代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以为个人剂量计能测出内照射剂量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以为放射性物质进入体内后马上就排掉了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待积剂量与剂量系数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今后多年的剂量，一次记在摄入当年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成人算五十年，儿童算到七十岁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摄入量乘剂量系数，就是待积剂量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钻进骨头的α核素最危险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单位前缀差一级，结果错千倍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放射性核素摄入后，体内会持续受照很多年。把摄入后一段时间内将要受到的剂量加起来，一次记在摄入的当年，叫待积剂量（待积当量剂量、待积有效剂量）。积分期限：成人取 50 年，儿童算到 70 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只算摄入当年的剂量，忽视以后多年的持续照射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查剂量系数时把 μSv/Bq 写成 mSv/Bq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单位速查：新旧单位对照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居里是活度的旧单位，不是剂量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吸收剂量用戈瑞，人受照多少用希沃特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1戈瑞等于100拉德，1希沃特等于100雷姆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照射量旧单位伦琴，现用库仑每千克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报告和台账，一律用法定单位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新旧单位对照（前为我国法定计量单位，后为旧单位）：活度用贝可（Bq），旧单位居里（Ci），1 Ci = 3.7×10¹⁰ Bq；照射量用库仑每千克（C/kg），旧单位伦琴（R），1 R = 2.58×10⁻⁴ C/k……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把源的活度（Bq、Ci）当成人受到的剂量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记录中只写数字不写单位，或新旧单位混写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下列单位中，用于表示人体受照有效剂量的是：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贝可（Bq）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戈瑞（Gy）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希沃特（Sv）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居里（Ci）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判断：同样 1 Gy 的吸收剂量，α 粒子和 γ 射线对人体的伤害相同。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某处剂量率为 20 μSv/h，在此停留 15 分钟，累积剂量约为：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5 μSv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20 μSv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300 μSv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5 mSv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点源距离从 1 米增加到 2 米，剂量率约变为原来的：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1/2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1/4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2 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不变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087 · 辐射剂量与单位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087 辐射剂量与单位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简答：什么是待积有效剂量？怎样估算？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旧资料中写某人受照 500 mrem，换成法定单位是：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0.5 mSv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5 mSv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50 mSv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500 mSv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什么是剂量：受照多少的量度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剂量量层层递进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照射量：X、γ在空气里的电离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剂量率：看活度，也看距离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累积剂量：剂量率乘时间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吸收剂量与戈瑞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剂量按质量算，不按体积算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怕的不是发热，而是细胞损伤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同样1戈瑞，伤害不一样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辐射权重因子与当量剂量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有效剂量：全身风险一个数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外照射与内照射剂量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待积剂量与剂量系数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单位速查：新旧单位对照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