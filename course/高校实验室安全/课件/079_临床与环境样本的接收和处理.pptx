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临床样本是从病人身上采集、送到实验室检测或研究的材料，在医院检验科、病理科和疾病检测实验室每天都要处理；高校的医学、公共卫生和生命科学实验室在合作研究中也会接收医院送来的样本。</a:t>
            </a:r>
          </a:p>
          <a:p>
            <a:r>
              <a:t>常见的临床样本有：血液、血清和血浆，鼻咽拭子、口咽拭子，尿液、粪便、痰液等体液和排泄物，以及活检组织。拭子一般泡在保存液里送来，其他样本也装在相应的保存介质或容器中。</a:t>
            </a:r>
          </a:p>
          <a:p>
            <a:r>
              <a:t>本课按样本流转的顺序讲：样本进门（接收、核对、登记、保密）→ 开管和分流（培养或核酸检测）→ 检测（核酸提取、定量检测、分区）→ 出结果（阳性报告）→ 剩余样本保存或销毁。样本怎么包装运输见第 080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实验室收到的生物材料大体有两类。一类是研究人员送来的纯培养物：是哪种病原、哪个株、做过什么改造，都有记录，可以对照目录和资料做风险评估（见第 067、068 课）。</a:t>
            </a:r>
          </a:p>
          <a:p>
            <a:r>
              <a:t>另一类是病人样本：形式五花八门，一管样本里可能有好几种病原，可能有送检目的之外的病原，到底有什么、浓度多高，事先往往不知道。</a:t>
            </a:r>
          </a:p>
          <a:p>
            <a:r>
              <a:t>所以，评估病人样本的风险不能只看申请单上写的检测项目，要考虑“可能有什么”。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因为说不准，临床样本一律先按有传染性对待：戴手套等个人防护，在生物安全柜内开管，防溅、防扎，血样尤其如此。这是普遍防护的思路。原片“按最高可能风险对待”的说法，在国内要落实为：先按有传染性对待，再依据《人间传染的病原微生物目录》（以现行版本为准）和风险评估，确定实验活动的防护级别（见第 060 课）。</a:t>
            </a:r>
          </a:p>
          <a:p>
            <a:r>
              <a:t>注意编号方向：国内病原微生物分类第一类危害最大、第四类最低；国际风险组 1 组最低、4 组最高，两者方向相反（见第 058 课）。</a:t>
            </a:r>
          </a:p>
          <a:p>
            <a:r>
              <a:t>接收和处理前先看采样单（申请单），了解病人的病史和现在的情况，有提示高风险病原的，提前报告负责人。也要记住：有的人带有病原却没有症状，看起来“正常”的样本同样不能掉以轻心。</a:t>
            </a:r>
          </a:p>
          <a:p>
            <a:r>
              <a:t>已知样本、未知样本都按这个思路管理。你做好防护、守住规程，保护的是自己，也是同组的人和实验室外的人。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污水、污泥、医院污水以及其他可能受人畜排泄物污染的环境样本，可能含有多种病原菌和病毒，同样按有感染性的样本对待，不能当成“普通水样”。</a:t>
            </a:r>
          </a:p>
          <a:p>
            <a:r>
              <a:t>采样和操作时戴手套，必要时戴护目镜；样本瓶拧紧密封，装入防漏的二级容器转运，防漏防洒。不在开放台面上直接倾倒、混合污水样本，易产生飞溅和气溶胶的操作放到生物安全柜内。</a:t>
            </a:r>
          </a:p>
          <a:p>
            <a:r>
              <a:t>环境样本的操作级别经风险评估确定，一般在二级生物安全实验室进行；操作完摘下手套按感染性废物处置，认真洗手。外出采样的安全见第 154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有些样本泡在化学保存液或固定液里（例如组织固定液、含裂解或灭活成分的保存液），这时样本既有生物风险，也有化学风险（刺激、腐蚀、毒性等）。</a:t>
            </a:r>
          </a:p>
          <a:p>
            <a:r>
              <a:t>操作前查阅保存液随附的化学品安全技术说明书，了解危害和防护要求，选择合适的手套和防护；含挥发性有害成分的，在合适的通风条件下操作。</a:t>
            </a:r>
          </a:p>
          <a:p>
            <a:r>
              <a:t>保存液里的样本是否已经灭活，要以验证过的说明为准，不能想当然认为“泡过了就安全”；废液按化学和感染性废物的要求分别处置（见第 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样本箱送到后，拆包前先穿戴好实验服或隔离衣、手套和护目镜，在指定的接收台面上操作，铺好吸水垫，备好消毒剂、生物危害废物袋和溢洒处理包。</a:t>
            </a:r>
          </a:p>
          <a:p>
            <a:r>
              <a:t>开箱前先看外包装有没有渗漏、破损、潮湿或污染。发现渗漏不要硬拆，用防漏袋封好，放在指定位置，报告实验室负责人，按溢洒处置规程处理（见第 078 课），并通知送样方。</a:t>
            </a:r>
          </a:p>
          <a:p>
            <a:r>
              <a:t>外包装完好的，先用规程指定的消毒剂擦拭外表面，等够规程要求的作用时间再打开；用哪种消毒剂、作用多久，按本单位规程和产品说明（见第 076 课），不凭感觉。内层的密封袋和样本容器，拿到生物安全柜里再打开。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本到达后第一步是编目登记：与送样单位一起核对送样清单，逐管核对样本标识与申请单（编号、样本类型、数量、采集时间、检测项目），确认无误后登记。登记可采用电子系统和纸质记录双份保存，记录接收时间、接收人、样本状态。</a:t>
            </a:r>
          </a:p>
          <a:p>
            <a:r>
              <a:t>不合格样本包括：没有标签或标签不清、样本与申请单不相符、容器破损或渗漏、样本量或保存条件明显不符合要求等。不合格样本拒收，或单独隔离存放，登记原因，联系送检方确认处理方式。</a:t>
            </a:r>
          </a:p>
          <a:p>
            <a:r>
              <a:t>不要自己猜测“大概是哪一管”就继续检测：标识错误既可能让结果张冠李戴，也可能让高风险样本按低风险处理。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病人的健康信息属于敏感个人信息，受《中华人民共和国个人信息保护法》保护。样本登记后，用实验室编号代替病人姓名，样本管和工作记录上只写编号。</a:t>
            </a:r>
          </a:p>
          <a:p>
            <a:r>
              <a:t>编号与病人身份的对照表由专人保管：纸质记录锁在柜里，电子数据存放在有访问控制的安全服务器上，不存在个人电脑、手机或公共网盘里。检测结果和病人信息不外传，不拍摄样本管、申请单和屏幕。</a:t>
            </a:r>
          </a:p>
          <a:p>
            <a:r>
              <a:t>样本需要留存时，在库存系统中登记位置（见 K19）。临床样本用于科学研究，须按规定通过伦理审查、取得知情同意，涉及人类遗传资源的按《中华人民共和国人类遗传资源管理条例》（以现行文本为准）办理（见第 083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打开临床样本管必须在生物安全柜内进行，穿好实验服或隔离衣、手套等防护，照操作规程一步步做（生物安全柜的使用见第 072 课）。不能在开放的台面上开管。</a:t>
            </a:r>
          </a:p>
          <a:p>
            <a:r>
              <a:t>开盖前先让样本管在架子上静置一会儿，让管盖内侧和管壁上的液体回落。开盖时用沾了消毒液的纸巾或纱布包住管盖，慢慢拧开，不猛拔、不甩管；管盖内侧朝下放在吸水垫上或拿在手中，避免污染。</a:t>
            </a:r>
          </a:p>
          <a:p>
            <a:r>
              <a:t>甩管、猛拔管盖、在管口快速吹打，都会把样本溅出或形成气溶胶。操作完把管盖拧紧，外壁消毒。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临床样本的检测主要有四类：一是分离培养，把样本中的病原分离出来；二是血清学检测，看抗原抗体反应；三是核酸检测，提取核酸后扩增检测；四是显微镜检查。不同检测的风险不同，培养风险最高（见 K11）。</a:t>
            </a:r>
          </a:p>
          <a:p>
            <a:r>
              <a:t>血清学检测常要离心分离血清。离心感染性样本用带密封盖的离心杯或密封转子，停稳后静置一段时间，再把离心杯拿到生物安全柜内打开（离心机见第 121 课，离心管破裂处置见第 078 课）。</a:t>
            </a:r>
          </a:p>
          <a:p>
            <a:r>
              <a:t>各项检测在哪一级实验室做，按《人间传染的病原微生物目录》（以现行版本为准）和风险评估确定，一般在二级或三级生物安全实验室；涉及高致病性病原微生物的，必须在相应级别的实验室内并经批准。学生未经培训、授权，不得参与这类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本进了实验室，大体分两条路：一条是要分离培养病原的，一条是直接做核酸等检测的。两条路的风险不同，国内病原目录也对“病原培养”和“未经培养的感染材料操作”“灭活材料操作”分别规定了所需的实验室级别。</a:t>
            </a:r>
          </a:p>
          <a:p>
            <a:r>
              <a:t>要培养的样本，病原会在培养中大量增加，浓度远高于原始样本，必须按活培养物评估，采取最严格的防护。培养出的纯培养物，按其病原的危害程度重新评估：有的会形成芽孢、耐受消毒，有的可经气溶胶传播，控制措施（实验室级别、消毒方法、个人防护）要选得恰当。</a:t>
            </a:r>
          </a:p>
          <a:p>
            <a:r>
              <a:t>怀疑含有高致病性病原微生物的样本，不得擅自培养：立即停止相关操作，报告实验室负责人，按国家规定和本校程序处理，须在相应级别的实验室并经批准才能开展。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核酸检测的样本，开管后先灭活，让病原失去感染力，再往下做提取。怎么灭活（加热、化学裂解等），按该病原的操作规程和试剂说明书进行；原片中的具体条件是当时的做法，以现行规定和试剂说明书为准。</a:t>
            </a:r>
          </a:p>
          <a:p>
            <a:r>
              <a:t>灭活方法既要可靠地灭活病原，又要保住要检测的核酸等成分。灭活方法须经过验证、确认有效；灭活后的样本贴上明显的“已灭活”标识，容器外壁消毒，确认后才能移出生物安全柜。没有确认灭活的，不能拿出柜外。</a:t>
            </a:r>
          </a:p>
          <a:p>
            <a:r>
              <a:t>具体怎么做，取决于处理的是什么生物因子。把每一步写进本实验室的样本处理方案（标准操作规程），连同每个操作步骤本身的风险（开管、加样、加热、离心）一起评估。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提取病毒核酸已是常规工作，但同样必须遵守生物安全规程，在相应级别的实验室进行。灭活后的核酸提取也在生物安全柜内操作，开管、加样产生的气溶胶留在柜内。</a:t>
            </a:r>
          </a:p>
          <a:p>
            <a:r>
              <a:t>手工提取步骤中常有离心，会产生气溶胶；离心要用密封离心杯，停稳静置后在柜内打开。使用自动化核酸提取仪，能减少手工开盖、离心等步骤，降低气溶胶风险（见 K14、K15）。</a:t>
            </a:r>
          </a:p>
          <a:p>
            <a:r>
              <a:t>提取出的纯核酸本身风险很小，但提取前的样本和过程中的废液、耗材仍按感染性材料处理。很多病毒的遗传物质是 RNA，要用 RNA 提取试剂盒；RNA 很不稳定，放久了会降解，样本到了最好尽快处理，提取完马上放到冰上或按要求冻存。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卡盒式自动核酸提取仪使用预先封装好试剂的卡盒（样本板），裂解、磁珠捕获、洗涤和洗脱全过程都在机器内完成，减少手工操作和气溶胶。不同仪器的卡盒规格（每排孔数、排数、一次可放几块）不同，以说明书为准。</a:t>
            </a:r>
          </a:p>
          <a:p>
            <a:r>
              <a:t>主要部件：卡盒上有样本孔、预封装的试剂孔和最后一排收集提取物的孔；配套的磁力板可把磁珠吸到孔底，便于吸出上清；打开前门可看到上方的一排磁棒和下方的加热块；配套耗材还有专用条（磁棒套）和校准板。开机后一般有“提取”和“消毒”（如紫外照射）等功能。</a:t>
            </a:r>
          </a:p>
          <a:p>
            <a:r>
              <a:t>校准由厂方或经培训的专业人员进行，学生不要自行拆装、校准。教学演示可以在实验室外用空耗材进行，真正处理样本时，必须在相应级别的实验室内、经培训授权后操作。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操作顺序：先把专用条装进各自的卡槽，每一条都锁紧；在生物安全柜内把样本加入样本孔，试剂孔预先用膜封好（运输时不洒），用时再撕膜；加好样后，把整块样本板平稳推进仪器。</a:t>
            </a:r>
          </a:p>
          <a:p>
            <a:r>
              <a:t>在屏幕上先点“提取”，再选程序，看到选中标记（如绿色对勾）才算选上；然后选择与样本类型对应的试剂盒程序。程序或试剂盒选错，提取就白做了。装了几块卡盒，就打开几块加热块，未用的保持关闭（界面上一般显示为灰色）。</a:t>
            </a:r>
          </a:p>
          <a:p>
            <a:r>
              <a:t>仪器上贴有警示标签：启动前再确认卡盒、专用条放平、放到位，放歪会撞坏磁棒、洒出样本。确认后点“开始”，仪器自动完成裂解、磁珠捕获和洗脱，一批十几分钟到数十分钟（以程序为准）。运行中不要打开前门；完成后在柜内取出提取物，用过的卡盒按感染性废物处置，按说明书对仪器进行消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提取好的核酸上荧光定量 PCR 仪检测，判断样本里有没有目标病原。仪器会给出扩增曲线，告诉我们目标是否存在。</a:t>
            </a:r>
          </a:p>
          <a:p>
            <a:r>
              <a:t>RNA 病毒的检测先用逆转录酶把 RNA 转成 cDNA，再一边扩增一边读取荧光信号。检测试剂盒的引物和探针专门对准病原的几段关键基因，多个靶标同时检测可提高可靠性；不同基因在样本中的拷贝数可能不同，判读结果时要按试剂盒说明书的判定规则综合考虑。</a:t>
            </a:r>
          </a:p>
          <a:p>
            <a:r>
              <a:t>整个流程可以概括为三步：灭活 → 提取核酸 → 逆转录加定量 PCR。加样、封板在相应分区内完成，扩增后的反应管不要随意打开，防止扩增产物污染（见 K17）。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展核酸扩增检测的实验室，按《医疗机构临床基因扩增检验实验室管理办法》（以现行文本为准）等要求分区，一般包括试剂准备区、样本制备区、扩增区和扩增产物分析区（具体分区以本实验室设计和规定为准），样本制备区按生物安全要求配备生物安全柜。</a:t>
            </a:r>
          </a:p>
          <a:p>
            <a:r>
              <a:t>人员和物品按“试剂准备 → 样本制备 → 扩增 → 分析”的方向单向流动，不走回头路；各区的工作服、移液器、耗材和记录用品专区专用，不混用、不带出。</a:t>
            </a:r>
          </a:p>
          <a:p>
            <a:r>
              <a:t>分区和单向流动的目的有两个：防止扩增产物和样本交叉污染造成假阳性，也防止感染性样本的污染扩散到其他区域，保护人员。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中出现阳性结果，特别是涉及法定传染病或高致病性病原微生物的，要按《中华人民共和国传染病防治法》等国家规定和本校程序及时报告：先报告实验室负责人，由负责人按程序报学院和学校主管部门，需要向卫生健康主管部门或疾病预防控制机构报告的，按规定执行（以现行规定为准）。</a:t>
            </a:r>
          </a:p>
          <a:p>
            <a:r>
              <a:t>阳性样本单独、加锁保存，按要求移交指定机构或按规定销毁，交接有记录。用完的样本和耗材按感染性废物处置（见第 077 课）。</a:t>
            </a:r>
          </a:p>
          <a:p>
            <a:r>
              <a:t>阳性结果和病人信息只按规定渠道报告，不私下传播、不发到社交网络。原片中的报告要求是当时的做法，以现行规定为准。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有的样本做完检测还要留着以后再分析。留存的样本按要求的条件（温度、容器、标识）存放在指定的冰箱或冻存设备中，设备上锁，专人管理。</a:t>
            </a:r>
          </a:p>
          <a:p>
            <a:r>
              <a:t>建立样本库存：每一管的编号、位置、数量、存入和取用记录都清楚，任何一管都能追溯到来源和去向；定期盘点，账物相符。</a:t>
            </a:r>
          </a:p>
          <a:p>
            <a:r>
              <a:t>不再保留的样本按规定销毁：按感染性废物先灭菌再处置（见第 077 课），不能随手扔进普通垃圾桶或倒入下水道。销毁要登记数量、方式、时间和经手人。毕业或离组时，个人保管的样本要清点交接（见第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答案：B。解析：病人样本可能含多种病原，且有无症状携带，一律按有传染性对待。</a:t>
            </a:r>
          </a:p>
          <a:p>
            <a:r>
              <a:t>第 2 题 答案：B。解析：漏了别硬拆，用防漏袋封好，报告负责人，按溢洒规程处理并通知送样方。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答案：B。解析：不合格样本拒收或隔离并登记，不能自己猜着做。</a:t>
            </a:r>
          </a:p>
          <a:p>
            <a:r>
              <a:t>第 4 题 答案：B。解析：柜内开管、先灭活、确认后出柜；核酸检测分区单向流动。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答案：B。解析：疑似高致病样本不得擅自培养，立即报告，须在相应级别实验室并经批准才能开展。</a:t>
            </a:r>
          </a:p>
          <a:p>
            <a:r>
              <a:t>第 6 题 答案：病人健康信息属敏感个人信息，用编号代替姓名，对照表锁好专人保管，电子数据放安全服务器，不外传不拍照；要留存的样本按条件存放、设备上锁、建立库存可追溯，不留的按感染性废物灭菌处置，数量和去向登记，账物相符。解析：保护患者隐私，样本全程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临床与环境样本的接收和处理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8 分钟（卡通视频 96 镜）　适用对象：接触临床样本（血液、血清、拭子、体液、组织等）和污水等环境样本的医学、生命科学、公共卫生、环境工程等专业本科生、研究生和教职工（必修）；样本接收人员、实验室负责人和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能说出临床样本和环境样本的特点：成分复杂、病原说不准，一律按有传染性对待，再查目录、做风险评估定级别。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能做到样本接收的规范步骤：先穿防护、查渗漏、外包装消毒，逐管核对登记，不合格样本拒收，编号代替姓名并保护患者信息。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能做到在生物安全柜内静置、垫纸、慢拧开管；能判断“要培养的”和“做核酸的”两条路的不同防护，疑似高致病样本不擅自培养。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能说出核酸检测的灭活—提取—定量流程、自动提取仪的安全操作、实验室分区单向流动，以及阳性结果报告和剩余样本存毁登记的要求。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《中华人民共和国生物安全法》：病原微生物实验室生物安全管理、样本的管理与报告义务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《病原微生物实验室生物安全管理条例》（以现行文本为准）：样本的采集、保存、登记和销毁，高致病性病原微生物实验活动须在相应级别实验室并经批准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《人间传染的病原微生物目录》（国家卫生健康委发布，以现行版本为准）：病原分类及培养、未经培养的感染材料、灭活材料等不同实验活动所需的实验室级别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生物安全通用要求》：样本接收、标识、运送、储存、销毁与记录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233（以现行文本为准）《病原微生物实验室生物安全通用准则》：样本操作、生物安全柜使用、消毒与废物处置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《中华人民共和国个人信息保护法》、《中华人民共和国人类遗传资源管理条例》（以现行文本为准）：患者健康信息属敏感个人信息；样本用于研究须依法合规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《医疗机构临床基因扩增检验实验室管理办法》（以现行文本为准）：核酸扩增检验实验室分区与单向流动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《中华人民共和国传染病防治法》（以现行文本为准）及本校实验室安全管理规定：阳性结果和疑似传染病的报告程序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临床样本：来源多，种类多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临床样本来自医院的病人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血液、血清、拭子、尿液、粪便、组织等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送来时一般泡在保存液或保存介质里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临床样本是从病人身上采集、送到实验室检测或研究的材料，在医院检验科、病理科和疾病检测实验室每天都要处理；高校的医学、公共卫生和生命科学实验室在合作研究中也会接收医院送来的样本。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以为只有“病原菌株”才危险，忽视普通临床样本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不清楚样本泡的是什么保存液就直接操作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培养物底细清楚，病人样本说不准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研究人员送来的纯培养物底细清楚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是什么、改过什么都清楚，风险好评估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病人样本可能不止一种病原，事先说不准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实验室收到的生物材料大体有两类。一类是研究人员送来的纯培养物：是哪种病原、哪个株、做过什么改造，都有记录，可以对照目录和资料做风险评估（见第 067、068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只按申请单上的检测项目估计风险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把病人样本当成“只含目标病原”的样品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一律按有传染性对待，再评估定级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每一管临床样本都按有传染性对待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再查病原目录、做风险评估，定实验室级别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国内第一类最危险，别和国际编号弄反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看采样单；没症状也可能带菌，别大意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血样防溅防扎；已知未知一样管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因为说不准，临床样本一律先按有传染性对待：戴手套等个人防护，在生物安全柜内开管，防溅、防扎，血样尤其如此。这是普遍防护的思路。原片“按最高可能风险对待”的说法，在国内要落实为：先按有传染性对待，再依据《人间传染的病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样本“看着正常”“申请单写的是普通项目”就放松防护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把国际风险组编号当成国内分类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污水等环境样本也按感染性对待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污水尤其医院污水可能含病原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戴手套取样，瓶盖拧紧，做完洗手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不在开放台面上直接倾倒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评估后一般在二级实验室操作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污水、污泥、医院污水以及其他可能受人畜排泄物污染的环境样本，可能含有多种病原菌和病毒，同样按有感染性的样本对待，不能当成“普通水样”。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把污水样本当普通水样在开放台面上倒来倒去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采样后不洗手就吃东西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保存液：生物、化学两头防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有的样本泡在化学保存液里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查随附的化学品安全技术说明书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生物风险、化学风险两头都防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有些样本泡在化学保存液或固定液里（例如组织固定液、含裂解或灭活成分的保存液），这时样本既有生物风险，也有化学风险（刺激、腐蚀、毒性等）。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只防生物风险，忽视保存液的化学危害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认为泡在保存液里的样本一定已经没有传染性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拆包：先防护，查渗漏，外包装消毒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拆包前先穿戴好防护，不光着手拆箱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在指定台面拆，备好吸水垫和消毒剂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开箱前查渗漏破损；漏了别硬拆，封好报告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外包装先消毒，等够作用时间再开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内层袋拿到生物安全柜里再开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样本箱送到后，拆包前先穿戴好实验服或隔离衣、手套和护目镜，在指定的接收台面上操作，铺好吸水垫，备好消毒剂、生物危害废物袋和溢洒处理包。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光着手在普通办公桌上拆样本箱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发现箱子湿了还继续拆开查看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核对登记，不合格样本拒收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逐管核对样本、申请单和送样清单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样本一到就登记，电脑纸本各一份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没标签、对不上、破损的拒收或隔离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单独隔离、登记，联系送检方，别自己猜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样本到达后第一步是编目登记：与送样单位一起核对送样清单，逐管核对样本标识与申请单（编号、样本类型、数量、采集时间、检测项目），确认无误后登记。登记可采用电子系统和纸质记录双份保存，记录接收时间、接收人、样本状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先做检测，事后再补登记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标签模糊时凭印象补写编号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编号代替姓名，信息保密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每份样本编号，代替病人姓名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编号对照表锁好，专人保管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电子数据放在安全的服务器上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病人信息不外传，不拍照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用于研究，按规定办好审查手续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病人的健康信息属于敏感个人信息，受《中华人民共和国个人信息保护法》保护。样本登记后，用实验室编号代替病人姓名，样本管和工作记录上只写编号。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在样本管上直接写病人姓名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把带病人信息的申请单拍照发到群里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柜内开管：静置、垫纸、慢拧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病人样本不在开放台面上开管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一律在生物安全柜里开，穿好防护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开盖前先静置一会儿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消毒液纸巾包住管盖，慢慢拧开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甩管、硬拔都会溅出气溶胶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打开临床样本管必须在生物安全柜内进行，穿好实验服或隔离衣、手套等防护，照操作规程一步步做（生物安全柜的使用见第 072 课）。不能在开放的台面上开管。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为了省事在台面上拔开管盖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管盖粘紧时用力猛拔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四类检测，各按风险定场所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主要四类：分离培养、血清学、核酸检测、显微镜检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离心用密封杯，停稳静置到柜里开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按目录在相应级别实验室做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高风险的须经批准，学生不能碰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临床样本的检测主要有四类：一是分离培养，把样本中的病原分离出来；二是血清学检测，看抗原抗体反应；三是核酸检测，提取核酸后扩增检测；四是显微镜检查。不同检测的风险不同，培养风险最高（见 K11）。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离心感染性样本用不带盖的离心管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离心停止后马上在台面上打开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要培养的：最严防护，疑似高致病不擅自做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样本进实验室分两条路：培养或做核酸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要培养的，病原会越养越多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按活培养物评估，防护做到最严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芽孢、经空气传播的，措施要选对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疑似高致病的不擅自培养，立即报告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样本进了实验室，大体分两条路：一条是要分离培养病原的，一条是直接做核酸等检测的。两条路的风险不同，国内病原目录也对“病原培养”和“未经培养的感染材料操作”“灭活材料操作”分别规定了所需的实验室级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把培养物当成和原始样本一样的风险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发现可疑结果后自行扩大培养“确认一下”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做核酸的：先灭活，确认后出柜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做核酸检测的，先灭活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怎么灭活，按规程和试剂说明书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既要灭活，又要保住检测成分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灭活方法要验证；贴标识、外壁消毒后出柜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每一步写进方案，步骤风险也评估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核酸检测的样本，开管后先灭活，让病原失去感染力，再往下做提取。怎么灭活（加热、化学裂解等），按该病原的操作规程和试剂说明书进行；原片中的具体条件是当时的做法，以现行规定和试剂说明书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灭活没完成就把样本拿出生物安全柜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照搬网上或旧文献的灭活条件，不做验证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核酸提取在柜内，防离心气溶胶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灭活后提取核酸，也在柜里做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提取要离心，会产生气溶胶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用自动化提取仪能减少气溶胶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提出的核酸本身风险很小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RNA 不稳定：尽快处理，提完上冰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提取病毒核酸已是常规工作，但同样必须遵守生物安全规程，在相应级别的实验室进行。灭活后的核酸提取也在生物安全柜内操作，开管、加样产生的气溶胶留在柜内。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认为“已经加了裂解液”就可以在柜外随便操作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离心后在柜外直接打开离心管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卡盒式自动提取：认识仪器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卡盒式提取仪全程在机器里完成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卡盒有样本孔、试剂孔和收集孔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磁力板把磁珠吸到底；内有磁棒和加热块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校准交给专业人员，别自己动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学会步骤，到相应实验室实际操作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卡盒式自动核酸提取仪使用预先封装好试剂的卡盒（样本板），裂解、磁珠捕获、洗涤和洗脱全过程都在机器内完成，减少手工操作和气溶胶。不同仪器的卡盒规格（每排孔数、排数、一次可放几块）不同，以说明书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自行打开仪器内部或调整校准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在普通办公室里用仪器处理真实样本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装板、选程序，确认到位再启动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专用条装进卡槽，每条都锁紧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在柜里加样，试剂孔用时再撕膜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选提取、选程序见对勾，再选对应试剂盒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装几块卡盒就开几块加热块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启动前确认放平到位，放歪会洒样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操作顺序：先把专用条装进各自的卡槽，每一条都锁紧；在生物安全柜内把样本加入样本孔，试剂孔预先用膜封好（运输时不洒），用时再撕膜；加好样后，把整块样本板平稳推进仪器。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专用条没锁紧、卡盒没放平就启动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运行中途打开前门查看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荧光定量检测与判读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提取物最后上荧光定量仪检测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RNA 先逆转录，再边扩增边读荧光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引物对准几段关键基因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各基因拷贝数不同，判读要考虑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提取好的核酸上荧光定量 PCR 仪检测，判断样本里有没有目标病原。仪器会给出扩增曲线，告诉我们目标是否存在。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只看一个靶标的曲线就下结论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扩增结束后在实验室里随意开盖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核酸检测分区，单向流动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核酸检测实验室分成几个区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人和物品单向走，不走回头路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各区工作服和用品不混用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既防污染结果，也保护人员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展核酸扩增检测的实验室，按《医疗机构临床基因扩增检验实验室管理办法》（以现行文本为准）等要求分区，一般包括试剂准备区、样本制备区、扩增区和扩增产物分析区（具体分区以本实验室设计和规定为准），样本制备区按生物安全要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从扩增区出来又回到样本制备区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穿着一个区的工作服到另一个区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阳性结果及时报告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出现阳性结果，按规定及时报告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按国家规定和本校程序逐级上报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阳性样本单独保存，按要求移交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结果不私下外传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测中出现阳性结果，特别是涉及法定传染病或高致病性病原微生物的，要按《中华人民共和国传染病防治法》等国家规定和本校程序及时报告：先报告实验室负责人，由负责人按程序报学院和学校主管部门，需要向卫生健康主管部门或疾病预防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发现阳性后只在组里说一声，不按程序报告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把阳性样本和其他样本混放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剩余样本：存要上锁，毁要登记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要留存的样本按条件存放，冰箱上锁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库存清楚，每一管都能追溯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不留的按感染性废物处置，不进普通垃圾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数量、去向都登记，账物相符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有的样本做完检测还要留着以后再分析。留存的样本按要求的条件（温度、容器、标识）存放在指定的冰箱或冻存设备中，设备上锁，专人管理。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样本放在不上锁的公共冰箱里，没人知道是谁的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用完的样本管直接丢进普通垃圾桶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关于临床样本，下列说法正确的是：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申请单写的是普通检测项目，可以按无传染性处理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一律先按有传染性对待，再查病原目录、做风险评估确定防护级别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看起来正常的样本一般不含病原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泡在保存液里的样本一定已经灭活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判断：样本箱送到后发现外包装潮湿渗漏，应立即打开查看是哪一管漏了。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接收样本时发现一管没有标签，正确的做法是：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按顺序推断编号补写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拒收或单独隔离，登记原因，联系送检方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先检测再说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直接丢弃，不登记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做核酸检测的临床样本，下列流程正确的是：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台面上开管，加热后提取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生物安全柜内静置、垫纸慢拧开管，按验证过的方法灭活，贴标识、外壁消毒后出柜，再提取和定量检测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先培养扩增病原再提取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开管后直接拿到扩增区操作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079 · 临床与环境样本的接收和处理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079 临床与环境样本的接收和处理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判断：检测中怀疑样本含高致病性病原微生物，可以先自行扩大培养确认后再报告。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简答：为什么样本要用编号代替病人姓名？剩余样本怎样管理？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临床样本：来源多，种类多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培养物底细清楚，病人样本说不准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一律按有传染性对待，再评估定级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污水等环境样本也按感染性对待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保存液：生物、化学两头防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拆包：先防护，查渗漏，外包装消毒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核对登记，不合格样本拒收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编号代替姓名，信息保密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柜内开管：静置、垫纸、慢拧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四类检测，各按风险定场所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要培养的：最严防护，疑似高致病不擅自做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做核酸的：先灭活，确认后出柜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核酸提取在柜内，防离心气溶胶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卡盒式自动提取：认识仪器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装板、选程序，确认到位再启动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荧光定量检测与判读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核酸检测分区，单向流动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阳性结果及时报告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剩余样本：存要上锁，毁要登记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