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放射性同位素和射线装置实行严格管理。</a:t>
            </a:r>
          </a:p>
          <a:p>
            <a:r>
              <a:t>对待辐射的正确态度是“不必害怕，但要尊重”：既不因为恐惧而绕道走、拒绝必要的检查和研究，也不因为看不见、摸不着而掉以轻心。辐射工作中的照射，在满足工作需要的前提下要尽量低（最优化原则见第 089 课）。</a:t>
            </a:r>
          </a:p>
          <a:p>
            <a:r>
              <a:t>想用好辐射，先学会保护自己：本章依次讲射线的性质、剂量单位、生物效应、防护原则、外照射和内照射防护、监测仪器、许可与人员管理、放射源与射线装置、核医学和事故应急。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  <a:p>
            <a:r>
              <a:t>“吃了多少”说“几块”不准，要称重；“受了多少辐射”也要有统一的量和单位。辐射防护的第一步，是弄清剂量是什么（吸收剂量、当量剂量、有效剂量，见第 087 课），再学会用仪器把它测出来（见第 092 课）。</a:t>
            </a:r>
          </a:p>
          <a:p>
            <a:r>
              <a:t>加速器、反应堆、放射性药物等都是核物理的应用；健康物理的任务是让这些应用安全。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人们早就在不了解危害的情况下使用放射性物质，例如用铀的化合物给玻璃和陶瓷上色。</a:t>
            </a:r>
          </a:p>
          <a:p>
            <a:r>
              <a:t>上世纪二十年代，一些工厂让女工给钟表表盘涂含镭的夜光漆，她们习惯用嘴抿尖笔尖，把镭一点点吃进了体内。镭在骨骼中长期沉积、持续照射，许多人后来出现颌骨坏死、骨病、贫血等严重疾病。这一事件推动了辐射防护和职业健康保护的发展。</a:t>
            </a:r>
          </a:p>
          <a:p>
            <a:r>
              <a:t>教训：放射性物质一旦进入体内（内照射），很难排出，会持续照射。辐射工作场所禁止饮食、吸烟、化妆，禁止用嘴吸移液管，不用嘴接触任何器具（非密封源操作见第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射线等光子和中子不带电，先与物质作用产生带电粒子，再由带电粒子电离，叫间接电离（射线的性质见第 086 课）。</a:t>
            </a:r>
          </a:p>
          <a:p>
            <a:r>
              <a:t>紫外线、可见光、红外线、微波和无线电波的能量不足以电离，叫非电离辐射。非电离辐射也会伤人，例如紫外线伤眼和皮肤、激光灼伤眼睛、强射频使组织发热，要按各自的专门规定防护（光辐射见第 111 课，激光见第 112 课），不能套用电离辐射的办法，也不要把它们和电离辐射混为一谈。</a:t>
            </a:r>
          </a:p>
          <a:p>
            <a:r>
              <a:t>电离辐射有专门的警告标志（黄底黑边三角形，中间是三叶形符号），按 GB 18871-2002 和 GB 2894-2025（均以现行文本为准）设置在辐射工作场所、放射源和射线装置上。看到它，意味着这里有电离辐射，未经许可不得进入或操作。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  <a:p>
            <a:r>
              <a:t>质子数相同、中子数（质量数）不同的原子互为同位素。有的同位素原子核稳定，如碳-12；有的不稳定，如碳-14、氢-3（氚）、磷-32，会自发地衰变，放出射线并变成另一种核素，这种性质叫放射性，这类同位素叫放射性同位素（衰变规律和半衰期见第 086 课）。</a:t>
            </a:r>
          </a:p>
          <a:p>
            <a:r>
              <a:t>放射性同位素按国家规定实行许可和台账管理，按规定购买、贮存、使用和处置（见第 093、094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人受到的电离辐射照射，来自天然辐射源和人工辐射源两部分，其中天然来源占大头。</a:t>
            </a:r>
          </a:p>
          <a:p>
            <a:r>
              <a:t>天然辐射源包括：从土壤、岩石中释放到空气里的氡及其子体（被吸入体内，是天然照射中最大的一项，健康风险见第 088 课）；来自太空的宇宙射线；土壤、岩石和建筑材料中的天然放射性核素（从体外照射，叫外照射）；食物和饮水中的钾-40 等天然放射性核素（进入体内，叫内照射）。</a:t>
            </a:r>
          </a:p>
          <a:p>
            <a:r>
              <a:t>人工辐射源中，大部分来自医疗：X 射线摄影和 CT 是外照射，注射或口服放射性药物是内照射；密封源（放射性物质密封在包壳中）正常使用时不会散开，内照射风险小。其余来自科研、工业、消费品和核设施等，核电站正常运行时对公众的贡献很小，但一旦发生事故泄漏就另当别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来就是本底。世界上没有完全没有辐射的地方。</a:t>
            </a:r>
          </a:p>
          <a:p>
            <a:r>
              <a:t>本底的高低随地区、地质和生活方式而不同，不同地点可以相差几倍；海拔越高，宇宙射线越强，常坐飞机的人受到的宇宙射线照射也更多。</a:t>
            </a:r>
          </a:p>
          <a:p>
            <a:r>
              <a:t>测量时要先测本底，读数减去本底才是被测样品或放射源的贡献（见第 092 课）。从事辐射工作带来的职业照射，要在本底之外另行计算、监测和控制；职业照射的剂量限值按 GB 18871-2002（以现行文本为准）执行，见第 089 课。本底是天然的、无法管控的，工作中的照射可以通过时间、距离、屏蔽等措施控制（见第 090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X 射线衍射仪、X 射线荧光仪、小动物成像设备和放射性标记实验等。</a:t>
            </a:r>
          </a:p>
          <a:p>
            <a:r>
              <a:t>在生命科学研究中，给分子挂上放射性标记（如氢-3、碳-14、磷-32 等），就能追踪它在细胞和生命体内的吸收、分布、代谢和排出，在原子水平上看清生命过程，这是很多别的方法难以做到的。心血管疾病、神经系统疾病、糖尿病等的研究和新药开发都离不开放射性物质。</a:t>
            </a:r>
          </a:p>
          <a:p>
            <a:r>
              <a:t>医学研究讲究“从实验台到病床”：实验室里的发现最终用于诊断和治疗疾病。用途越广，越要按规定使用、管理和防护。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辐射能打断细胞中分子（特别是 DNA）的化学键。放射治疗正是利用这一点对付肿瘤：一是让癌细胞失去分裂能力，肿瘤不再长大；二是直接杀死癌细胞。</a:t>
            </a:r>
          </a:p>
          <a:p>
            <a:r>
              <a:t>难点在于癌细胞和健康细胞挨在一起，治疗要尽量多打病灶、少伤周围的健康组织，这也说明辐射对健康细胞同样有伤害（生物效应见第 088 课）。</a:t>
            </a:r>
          </a:p>
          <a:p>
            <a:r>
              <a:t>核医学治疗时，靠放射性药物的生物靶向性把核素“送货上门”到病灶，像钥匙配锁；再选射程合适的射线：α 粒子射程极短、能量集中，β 粒子射程较长。治疗的选择性来自“送得准、射程合适”，而不是细胞对某种射线有“偏好”。用哪种射线、多大剂量，由医生和医学物理师按规定评估（核医学见第 095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18871-2002（以现行文本为准）做好防护。</a:t>
            </a:r>
          </a:p>
          <a:p>
            <a:r>
              <a:t>高校一般设有辐射安全管理机构和辐射安全负责人，实行学校—学院—实验室分级管理（见第 093 课）。从事辐射工作的师生，要按生态环境主管部门和学校的要求参加辐射安全与防护培训、考核合格后才能上岗，按规定佩戴个人剂量计并定期送检，接受职业健康检查（以现行规定和本校规定为准）。</a:t>
            </a:r>
          </a:p>
          <a:p>
            <a:r>
              <a:t>没有经过培训和授权的人员，不得进入辐射工作场所的控制区，不得操作放射源和射线装置。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答案：C。解析：α、β、γ、X 射线和中子能使物质电离，属于电离辐射；紫外、可见光、微波、无线电属于非电离辐射。</a:t>
            </a:r>
          </a:p>
          <a:p>
            <a:r>
              <a:t>第 2 题 答案：B。解析：二者互为同位素，但碳-12 是稳定同位素，只有原子核不稳定的同位素才有放射性。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答案：B。解析：天然来源占大头，其中从地下释放的氡最多；人工来源以医疗为主，核电正常运行贡献很小。</a:t>
            </a:r>
          </a:p>
          <a:p>
            <a:r>
              <a:t>第 4 题 答案：B。解析：本底管不了，职业照射要另外计算、监测，通过时间、距离、屏蔽等措施控制。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答案：放射性物质一旦进入体内会持续照射、难以排出；辐射工作场所禁止饮食、吸烟、化妆，不用嘴吸移液管，不用嘴接触任何器具。解析：内照射危害大，放射性物质绝不能进口。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辐射的基本概念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5.5 分钟（卡通视频 65 镜）　适用对象：使用放射性同位素（含放射性标记、示踪实验）、射线装置（X 射线衍射仪、X 射线荧光仪、小动物成像等）或在辐射工作场所附近学习工作的本科生、研究生和教职工（辐射类必修）；其他师生了解电离辐射的基本常识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能说出电离辐射与非电离辐射的区别，能举出 α、β、γ、X 射线、中子等电离辐射和紫外、可见光、微波、无线电等非电离辐射的例子，认出电离辐射警告标志。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能说出原子的组成、同位素的含义和“不稳定的原子核会衰变放出射线”的放射性概念。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能说出天然辐射源（氡、宇宙射线、土壤建材、食物中的钾-40）和人工辐射源（以医疗为主），理解本底辐射处处存在、因地而异，职业照射要另外计算和控制。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能举出辐射在科研（放射性示踪）、医学（诊断、治疗）和工业中的用途，能做到接触放射性同位素和射线装置前先参加培训、考核合格，“不必害怕，但要尊重”。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《中华人民共和国放射性污染防治法》（以现行文本为准）：核技术利用的辐射安全与放射性污染防治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《放射性同位素与射线装置安全和防护条例》（以现行文本为准）：使用单位的许可、辐射工作人员的培训与个人剂量监测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18871-2002（以现行文本为准）《电离辐射防护与辐射源安全基本标准》：电离辐射防护的基本要求、电离辐射标志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2894-2025（以现行文本为准）《安全色和安全标志》：“当心电离辐射”警告标志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号）：实验室安全培训与准入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辐射有利有弊，先学防护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辐射像一把双刃剑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用好了能看病、治病、发电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能量高，必须严格控制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不必害怕，但要尊重，照射尽量低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想用好辐射，先学会保护自己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看到电离辐射标志就恐慌，以为门外也“有辐射”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觉得射线看不见、摸不着，进出辐射场所随随便便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健康物理：测量辐射，保护人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健康物理让物理和生物握手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测量、计算辐射，保护人的健康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受照多少，要像称重一样量出来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先懂剂量和单位，再学仪器测量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凭感觉判断“没事”，不看仪器读数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不懂剂量和单位，看不懂个人剂量报告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历史的教训：放射性物质进入体内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很早以前有人用铀给玻璃上色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表盘女工用嘴抿笔尖，把镭吃进体内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后来出现颌骨坏死、骨病和贫血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放射性物质绝不能进口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人们早就在不了解危害的情况下使用放射性物质，例如用铀的化合物给玻璃和陶瓷上色。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在放射性操作区喝水、吃零食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用嘴舔标签、咬笔，或用嘴吸移液管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电离辐射与非电离辐射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能打出原子里电子的，叫电离辐射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α、β、γ、X射线和中子，都会电离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带电粒子直接电离，光子中子间接电离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紫外、可见光、微波、无线电是非电离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电离辐射有专门的警告标志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把微波炉、手机信号当成“核辐射”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用防 X 射线的铅衣去防紫外线和激光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原子由质子、中子和电子组成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左上写质量数，左下写质子数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质子数相同、中子数不同，是同位素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不稳定的核会衰变，放出射线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放射性同位素，要按规定管理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以为同位素都有放射性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把实验室里的放射性同位素和普通试剂混放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天然与人工辐射源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我们受的照射，天然来源占大头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天然来源里，地下冒出的氡最多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宇宙射线、土壤建材外照射，钾-40内照射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人工来源大部分来自医疗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核电正常运行，贡献很小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人受到的电离辐射照射，来自天然辐射源和人工辐射源两部分，其中天然来源占大头。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以为只有核电站和实验室才有辐射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以为人工辐射里核电最多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本底辐射：处处都有，因地而异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没放源，仪器读数也在涨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本底辐射处处有，没有零辐射的地方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本底随地点、海拔不同，可差好几倍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职业照射要另外计算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本底管不了，工作照射能控制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测样品时不扣本底，误以为样品有污染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把“本底也有辐射”当成工作中不防护的理由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辐射在科研和医学中的用途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能看透人体，也能检查零件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测年代、器械灭菌、烟感、食品保鲜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放射性标记能追踪分子在体内的去向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实验室里的发现，最终用来治病救人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以为只有核专业才会接触辐射，忽视学院里的射线装置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做放射性标记实验前不了解所用核素的性质和防护要求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放射治疗：多打病灶，少伤好细胞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辐射能打断癌细胞的化学键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让它停止分裂，或者直接杀死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要多打病灶，少伤好细胞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靠药物把核素送到病灶，选合适射程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用哪种射线由医生和物理师评估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辐射能打断细胞中分子（特别是 DNA）的化学键。放射治疗正是利用这一点对付肿瘤：一是让癌细胞失去分裂能力，肿瘤不再长大；二是直接杀死癌细胞。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以为射线只伤癌细胞、不伤正常细胞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以为能“防辐射”的药可以日常服用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依法管理：先培训，再上岗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辐射工作有法律和条例管着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学校有专门的辐射安全管理机构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接触放射性前，先培训、考核合格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按规定佩戴个人剂量计，定期检测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没培训，不能进辐射工作场所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跟着师兄先做起来，培训以后再补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嫌麻烦不戴个人剂量计，或把剂量计放在抽屉里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下列属于电离辐射的是：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微波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γ 射线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无线电波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判断：碳-12 和碳-14 质子数相同、中子数不同，互为同位素，而且同位素都有放射性。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天然辐射照射中贡献最大的一项通常是：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核电站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吸入的氡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手机信号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烟雾报警器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判断：既然本底辐射处处都有，辐射工作中的照射就不用另外监测和控制。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简答：上世纪表盘女工的事件给实验室带来什么教训？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辐射有利有弊，先学防护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健康物理：测量辐射，保护人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历史的教训：放射性物质进入体内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电离辐射与非电离辐射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天然与人工辐射源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本底辐射：处处都有，因地而异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辐射在科研和医学中的用途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K9  放射治疗：多打病灶，少伤好细胞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依法管理：先培训，再上岗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