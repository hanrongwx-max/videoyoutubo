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离辐射是科研、医学和工业中很有用的工具：医学影像能看清人体内部，放射治疗能杀伤肿瘤，核电站能发电，放射性标记能追踪分子在生命体内的去向。但电离辐射能量很高，能破坏细胞中的分子，用不好会伤害人体和污染环境，所以国家对放射性同位素和射线装置实行严格管理。</a:t>
            </a:r>
          </a:p>
          <a:p>
            <a:r>
              <a:t>对待辐射的正确态度是“不必害怕，但要尊重”：既不因为恐惧而绕道走、拒绝必要的检查和研究，也不因为看不见、摸不着而掉以轻心。辐射工作中的照射，在满足工作需要的前提下要尽量低（最优化原则见第 089 课）。</a:t>
            </a:r>
          </a:p>
          <a:p>
            <a:r>
              <a:t>想用好辐射，先学会保护自己：本章依次讲射线的性质、剂量单位、生物效应、防护原则、外照射和内照射防护、监测仪器、许可与人员管理、放射源与射线装置、核医学和事故应急。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健康物理（也叫辐射防护）是核物理、原子物理与生物学、医学交叉的学科：研究辐射怎样影响人体，测量和计算人受到的辐射，用来保护工作人员、公众和环境。</a:t>
            </a:r>
          </a:p>
          <a:p>
            <a:r>
              <a:t>“吃了多少”说“几块”不准，要称重；“受了多少辐射”也要有统一的量和单位。辐射防护的第一步，是弄清剂量是什么（吸收剂量、当量剂量、有效剂量，见第 087 课），再学会用仪器把它测出来（见第 092 课）。</a:t>
            </a:r>
          </a:p>
          <a:p>
            <a:r>
              <a:t>加速器、反应堆、放射性药物等都是核物理的应用；健康物理的任务是让这些应用安全。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人们早就在不了解危害的情况下使用放射性物质，例如用铀的化合物给玻璃和陶瓷上色。</a:t>
            </a:r>
          </a:p>
          <a:p>
            <a:r>
              <a:t>上世纪二十年代，一些工厂让女工给钟表表盘涂含镭的夜光漆，她们习惯用嘴抿尖笔尖，把镭一点点吃进了体内。镭在骨骼中长期沉积、持续照射，许多人后来出现颌骨坏死、骨病、贫血等严重疾病。这一事件推动了辐射防护和职业健康保护的发展。</a:t>
            </a:r>
          </a:p>
          <a:p>
            <a:r>
              <a:t>教训：放射性物质一旦进入体内（内照射），很难排出，会持续照射。辐射工作场所禁止饮食、吸烟、化妆，禁止用嘴吸移液管，不用嘴接触任何器具（非密封源操作见第 091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辐射按能否使物质电离分为两大类。能量足以把原子中的电子打出去、使原子变成带电离子的，叫电离辐射，包括 α 粒子、β 粒子、γ 射线、X 射线和中子。其中 α、β 等带电粒子直接使物质电离；γ、X 射线等光子和中子不带电，先与物质作用产生带电粒子，再由带电粒子电离，叫间接电离（射线的性质见第 086 课）。</a:t>
            </a:r>
          </a:p>
          <a:p>
            <a:r>
              <a:t>紫外线、可见光、红外线、微波和无线电波的能量不足以电离，叫非电离辐射。非电离辐射也会伤人，例如紫外线伤眼和皮肤、激光灼伤眼睛、强射频使组织发热，要按各自的专门规定防护（光辐射见第 111 课，激光见第 112 课），不能套用电离辐射的办法，也不要把它们和电离辐射混为一谈。</a:t>
            </a:r>
          </a:p>
          <a:p>
            <a:r>
              <a:t>电离辐射有专门的警告标志（黄底黑边三角形，中间是三叶形符号），按 GB 18871-2002 和 GB 2894-2025（均以现行文本为准）设置在辐射工作场所、放射源和射线装置上。看到它，意味着这里有电离辐射，未经许可不得进入或操作。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原子由原子核和核外电子组成，原子核由质子和中子组成。质子数决定是哪种元素，质子数加中子数是质量数。核素的写法是在元素符号左上角写质量数、左下角写质子数，例如碳-12 和碳-14。</a:t>
            </a:r>
          </a:p>
          <a:p>
            <a:r>
              <a:t>质子数相同、中子数（质量数）不同的原子互为同位素。有的同位素原子核稳定，如碳-12；有的不稳定，如碳-14、氢-3（氚）、磷-32，会自发地衰变，放出射线并变成另一种核素，这种性质叫放射性，这类同位素叫放射性同位素（衰变规律和半衰期见第 086 课）。</a:t>
            </a:r>
          </a:p>
          <a:p>
            <a:r>
              <a:t>放射性同位素按国家规定实行许可和台账管理，按规定购买、贮存、使用和处置（见第 093、094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人受到的电离辐射照射，来自天然辐射源和人工辐射源两部分，其中天然来源占大头。</a:t>
            </a:r>
          </a:p>
          <a:p>
            <a:r>
              <a:t>天然辐射源包括：从土壤、岩石中释放到空气里的氡及其子体（被吸入体内，是天然照射中最大的一项，健康风险见第 088 课）；来自太空的宇宙射线；土壤、岩石和建筑材料中的天然放射性核素（从体外照射，叫外照射）；食物和饮水中的钾-40 等天然放射性核素（进入体内，叫内照射）。</a:t>
            </a:r>
          </a:p>
          <a:p>
            <a:r>
              <a:t>人工辐射源中，大部分来自医疗：X 射线摄影和 CT 是外照射，注射或口服放射性药物是内照射；密封源（放射性物质密封在包壳中）正常使用时不会散开，内照射风险小。其余来自科研、工业、消费品和核设施等，核电站正常运行时对公众的贡献很小，但一旦发生事故泄漏就另当别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辐射探测仪开着放一夜，即使附近没有放射源，第二天也会记录到不少计数。这就是本底辐射：宇宙射线、岩石土壤、建筑材料（如水泥中的钾）、空气中的氡、人体自身的放射性，以及核设施、放射性废物、医学应用等，都会贡献一份，加起来就是本底。世界上没有完全没有辐射的地方。</a:t>
            </a:r>
          </a:p>
          <a:p>
            <a:r>
              <a:t>本底的高低随地区、地质和生活方式而不同，不同地点可以相差几倍；海拔越高，宇宙射线越强，常坐飞机的人受到的宇宙射线照射也更多。</a:t>
            </a:r>
          </a:p>
          <a:p>
            <a:r>
              <a:t>测量时要先测本底，读数减去本底才是被测样品或放射源的贡献（见第 092 课）。从事辐射工作带来的职业照射，要在本底之外另行计算、监测和控制；职业照射的剂量限值按 GB 18871-2002（以现行文本为准）执行，见第 089 课。本底是天然的、无法管控的，工作中的照射可以通过时间、距离、屏蔽等措施控制（见第 090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电离辐射的用途很广：医学上用于 X 射线检查、CT、核医学显像和放射治疗；工业上用于射线探伤检查零件焊缝、测厚和料位测量；还用于碳-14 测定年代、医疗器械辐照灭菌、部分烟雾报警器和食品辐照保鲜。高校实验室常见的有 X 射线衍射仪、X 射线荧光仪、小动物成像设备和放射性标记实验等。</a:t>
            </a:r>
          </a:p>
          <a:p>
            <a:r>
              <a:t>在生命科学研究中，给分子挂上放射性标记（如氢-3、碳-14、磷-32 等），就能追踪它在细胞和生命体内的吸收、分布、代谢和排出，在原子水平上看清生命过程，这是很多别的方法难以做到的。心血管疾病、神经系统疾病、糖尿病等的研究和新药开发都离不开放射性物质。</a:t>
            </a:r>
          </a:p>
          <a:p>
            <a:r>
              <a:t>医学研究讲究“从实验台到病床”：实验室里的发现最终用于诊断和治疗疾病。用途越广，越要按规定使用、管理和防护。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辐射能打断细胞中分子（特别是 DNA）的化学键。放射治疗正是利用这一点对付肿瘤：一是让癌细胞失去分裂能力，肿瘤不再长大；二是直接杀死癌细胞。</a:t>
            </a:r>
          </a:p>
          <a:p>
            <a:r>
              <a:t>难点在于癌细胞和健康细胞挨在一起，治疗要尽量多打病灶、少伤周围的健康组织，这也说明辐射对健康细胞同样有伤害（生物效应见第 088 课）。</a:t>
            </a:r>
          </a:p>
          <a:p>
            <a:r>
              <a:t>核医学治疗时，靠放射性药物的生物靶向性把核素“送货上门”到病灶，像钥匙配锁；再选射程合适的射线：α 粒子射程极短、能量集中，β 粒子射程较长。治疗的选择性来自“送得准、射程合适”，而不是细胞对某种射线有“偏好”。用哪种射线、多大剂量，由医生和医学物理师按规定评估（核医学见第 095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国按《中华人民共和国放射性污染防治法》和《放射性同位素与射线装置安全和防护条例》（均以现行文本为准）管理放射性同位素和射线装置：使用单位要取得辐射安全许可证，在许可的种类和范围内使用；按 GB 18871-2002（以现行文本为准）做好防护。</a:t>
            </a:r>
          </a:p>
          <a:p>
            <a:r>
              <a:t>高校一般设有辐射安全管理机构和辐射安全负责人，实行学校—学院—实验室分级管理（见第 093 课）。从事辐射工作的师生，要按生态环境主管部门和学校的要求参加辐射安全与防护培训、考核合格后才能上岗，按规定佩戴个人剂量计并定期送检，接受职业健康检查（以现行规定和本校规定为准）。</a:t>
            </a:r>
          </a:p>
          <a:p>
            <a:r>
              <a:t>没有经过培训和授权的人员，不得进入辐射工作场所的控制区，不得操作放射源和射线装置。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答案：C。解析：α、β、γ、X 射线和中子能使物质电离，属于电离辐射；紫外、可见光、微波、无线电属于非电离辐射。</a:t>
            </a:r>
          </a:p>
          <a:p>
            <a:r>
              <a:t>第 2 题 答案：B。解析：二者互为同位素，但碳-12 是稳定同位素，只有原子核不稳定的同位素才有放射性。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答案：B。解析：天然来源占大头，其中从地下释放的氡最多；人工来源以医疗为主，核电正常运行贡献很小。</a:t>
            </a:r>
          </a:p>
          <a:p>
            <a:r>
              <a:t>第 4 题 答案：B。解析：本底管不了，职业照射要另外计算、监测，通过时间、距离、屏蔽等措施控制。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答案：放射性物质一旦进入体内会持续照射、难以排出；辐射工作场所禁止饮食、吸烟、化妆，不用嘴吸移液管，不用嘴接触任何器具。解析：内照射危害大，放射性物质绝不能进口。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实验室和医学中常见的电离辐射分为两类：一类是高能光子，即 X 射线和 γ 射线，它们都是电磁波，区别主要在来源——γ 射线来自原子核，X 射线来自核外电子或电子被减速（如 X 射线管）；另一类是粒子，包括 α 粒子、β 粒子和中子。</a:t>
            </a:r>
          </a:p>
          <a:p>
            <a:r>
              <a:t>不同种类的射线电离本领、穿透本领和对人体的危害都不同，所以防护方法也不同。做实验前要先弄清所用核素或装置放出的是哪种射线、能量大致多高。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α 粒子由两个质子和两个中子组成（即氦原子核），带正电，质量大。它沿途与物质剧烈作用，电离本领很强，但能量很快耗尽，所以射程很短：在空气中只能走几厘米，一张纸就能把它挡住。</a:t>
            </a:r>
          </a:p>
          <a:p>
            <a:r>
              <a:t>用计数器演示时，α 源一靠近，计数猛增；拉开几厘米，几乎测不到了；中间插一张纸，计数也一下子降下来（注意扣除本底）。</a:t>
            </a:r>
          </a:p>
          <a:p>
            <a:r>
              <a:t>α 外照射危害小，但这不等于 α 源无害（见 K6）。演示和实验中要用镊子等工具，戴手套，不徒手接触放射源。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β 粒子是原子核衰变时放出的高能电子，带负电，质量很小。它的电离本领比 α 弱，穿透本领比 α 强得多：在空气中能走几十厘米甚至更远（与能量有关），拉开十几厘米还能测到不少计数。</a:t>
            </a:r>
          </a:p>
          <a:p>
            <a:r>
              <a:t>一张纸挡不住 β，薄铝片也挡不住多少，要用足够厚的铝板或有机玻璃、塑料板才能挡住。实验室常见的 β 核素有磷-32、碳-14、氢-3（氚）等，能量高低差别很大：氚的 β 能量很低，连皮肤表层都穿不透，但进入体内仍有危害；磷-32 的 β 能量高，要用有机玻璃屏蔽（屏蔽材料见 K7）。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γ 射线是原子核放出的高能光子，属于电磁波，不带电。它的电离本领最弱、穿透本领最强。</a:t>
            </a:r>
          </a:p>
          <a:p>
            <a:r>
              <a:t>用计数器演示时，γ 源拉远计数会下降，但降不到零；纸和铝片对 γ 几乎没有作用；厚铅片也只能使它减弱一部分，再加一块铅，仍然挡不完。γ 射线在物质中是按比例逐渐减弱的，没有一个“刚好全部挡住”的厚度，只能用足够厚的铅、混凝土等把它减弱到可接受的水平（半值层和屏蔽计算见第 090 课）。</a:t>
            </a:r>
          </a:p>
          <a:p>
            <a:r>
              <a:t>γ 射线与物质的作用主要有光电效应、康普顿散射和电子对效应，作用中产生的电子再使物质电离；原子序数高、密度大的材料（如铅）减弱 γ 的效果好。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比较三种射线，看两样本领：电离本领（沿途使物质电离的能力）和穿透本领（能穿过多厚的物质）。用纸、铝片、铅片三样简单的东西就能比较：纸挡住 α，铝挡住 β，铅只能减弱 γ。</a:t>
            </a:r>
          </a:p>
          <a:p>
            <a:r>
              <a:t>两种本领此消彼长：α 电离最强、穿透最弱；β 居中；γ 电离最弱、穿透最强。在空气中，α 射程最短，β 居中，γ 最远。</a:t>
            </a:r>
          </a:p>
          <a:p>
            <a:r>
              <a:t>α 带正电、β 带负电、γ 不带电，所以在电场和磁场中，α 和 β 向相反方向偏转，γ 不偏转。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从体外照射时：α 粒子连皮肤表面的死细胞层都很难穿过，几乎照不到内脏；β 粒子能进入皮下浅层，主要伤害皮肤和眼晶状体；γ 和 X 射线穿透力强，能照射到全身，是外照射的主要危害；中子穿透深，在人体中主要被氢原子核散射、被氮等原子核俘获，全身危害大，需要专门防护。</a:t>
            </a:r>
          </a:p>
          <a:p>
            <a:r>
              <a:t>进入体内（内照射）时情况不同：α 核素一旦被吸入、吃进或经伤口进入体内，它的全部能量集中沉积在很小范围的组织里，危害很大。所以操作 α 核素和其他非密封放射性物质，重点是防止摄入：在通风橱或手套箱中操作，戴手套，禁止饮食和用嘴吸移液管，有伤口时不操作（见第 091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按射线种类选屏蔽材料：α 用一张纸（或手套、容器壁）就能挡住；β 用有机玻璃、塑料、铝等原子序数低的材料；γ 和 X 射线用铅、钨或厚混凝土；中子用石蜡、聚乙烯、水、含硼材料和混凝土等含氢多的材料减速吸收。</a:t>
            </a:r>
          </a:p>
          <a:p>
            <a:r>
              <a:t>高能 β 粒子直接打在铅等原子序数高的材料上，会产生轫致辐射（X 射线），反而增加照射。所以屏蔽高能 β 源（如磷-32）要先用有机玻璃挡住 β，外面再根据需要加铅挡住产生的 X 射线，不能“全用铅最保险”。</a:t>
            </a:r>
          </a:p>
          <a:p>
            <a:r>
              <a:t>放射性药物和 γ 核素常装在铅罐或钨罐中贮存和转运；β 核素实验常用有机玻璃挡板和屏蔽盒。屏蔽要和时间、距离配合使用（外照射防护见第 090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不稳定的原子核会自发衰变，变成更稳定的核素，同时放出 α、β、γ 等射线，还有光和热。不同核素放出的射线种类和能量各不相同。</a:t>
            </a:r>
          </a:p>
          <a:p>
            <a:r>
              <a:t>使用时按用途选择合适的核素，例如部分烟雾报警器中用的镅-241 源放出 α 粒子，正好能使空气电离用于探测烟雾；示踪实验按需要选氢-3、碳-14、磷-32 等。选核素时也要考虑防护：在满足实验需要的前提下，优先选能量低、半衰期短、毒性低的核素和尽量少的用量（最优化见第 089 课）。</a:t>
            </a:r>
          </a:p>
          <a:p>
            <a:r>
              <a:t>同位素有的稳定，有的有放射性；放射性同位素放出的射线会损伤人体组织，可能导致确定性效应和随机性效应（见第 088 课）。放射性物质要锁在专用贮存场所，有人看管，建立台账，防止丢失、被盗（见第 094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被 X 射线、γ 射线照射过的物品和人，一般不会因此带上放射性：拍过片、做过 CT 的人，经过安检的行李，经过射线探伤的零件，经过辐照灭菌的医疗器械，都可以正常接触。射线装置断电后就不再产生 X 射线。</a:t>
            </a:r>
          </a:p>
          <a:p>
            <a:r>
              <a:t>只有在中子照射或高能粒子引起核反应等强照射条件下（如反应堆、加速器），物质才可能被“活化”而带上放射性，这类场所和物品按专门规定管理。</a:t>
            </a:r>
          </a:p>
          <a:p>
            <a:r>
              <a:t>注意区分“受照射”和“被污染”：放射性物质沾到皮肤、衣物或台面上（污染）才会带走放射性，要按规定检测和去污（见第 091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放射源有多“强”，用活度表示：活度是单位时间内发生衰变的原子核数。国际单位制和我国法定计量单位是贝可勒尔（贝可，Bq），1 Bq 表示每秒衰变 1 次。贝可很小，实验室常用千贝可（kBq）、兆贝可（MBq），医用和工业源常用吉贝可（GBq）。</a:t>
            </a:r>
          </a:p>
          <a:p>
            <a:r>
              <a:t>居里（Ci）是旧单位，国外资料和旧设备标牌上常见，1 Ci = 3.7×10¹⁰ Bq（370 亿贝可），1 mCi = 37 MBq。我国的记录、台账和报告一律使用贝可，遇到旧单位要先换算。</a:t>
            </a:r>
          </a:p>
          <a:p>
            <a:r>
              <a:t>辐射防护要“从源一路算到人”：源的活度→某处的照射量或剂量率→人受到的剂量（剂量和单位见第 087 课）。活度大不等于人一定受照多，还取决于射线种类、能量、距离、屏蔽和时间。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放射性核素即使放在瓶子里不动，也会不断衰变。原子核衰变掉一半（活度减为一半）所需的时间，叫物理半衰期。它只由核素本身决定，加热、加压、化学反应都改变不了。</a:t>
            </a:r>
          </a:p>
          <a:p>
            <a:r>
              <a:t>每过一个半衰期，活度减为原来的一半：两个半衰期剩 1/4，三个剩 1/8，n 个半衰期剩 (1/2)ⁿ，十个半衰期约剩千分之一。不同核素的半衰期相差极大，短的不到一秒，长的达几十亿年。</a:t>
            </a:r>
          </a:p>
          <a:p>
            <a:r>
              <a:t>半衰期是选核素、估算源强、安排实验和处理废物的重要依据：短半衰期的放射性废物可以在屏蔽条件下暂存，等它衰变到规定水平以下再按规定处置（放射性废物见第 091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放射源的活度随时间按半衰期不断减少。衰变表按经过的时间（天、月、年）列出剩余活度占初始活度的比例，或者直接列出各日期的活度。</a:t>
            </a:r>
          </a:p>
          <a:p>
            <a:r>
              <a:t>使用时，看源的标签或证书上的初始活度和标定日期，查衰变表（或按半衰期计算）就能知道源现在有多强。短半衰期核素（如磷-32、碘-131）几天、几周变化就很明显，实验用量、屏蔽和计数都要按当天的活度安排。</a:t>
            </a:r>
          </a:p>
          <a:p>
            <a:r>
              <a:t>台账中记录源的核素、初始活度、标定日期和当前估算活度，便于清点和管理（见第 094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进入体内的物质会通过代谢、排泄（尿、粪、汗、呼气）逐渐离开身体，像浴缸从排水口往外流。体内某种物质排出一半所需的时间，叫生物半衰期。它取决于元素的化学形态和人体的代谢，与放射性衰变无关。</a:t>
            </a:r>
          </a:p>
          <a:p>
            <a:r>
              <a:t>不同核素差别很大：含氚的水随体液交换，较快排出；碘被甲状腺摄取并留住，排出很慢；锶的化学性质像钙，会沉积在骨骼中，排出需要很多年；氡等惰性气体吸入后几分钟到几小时就随呼气排出。</a:t>
            </a:r>
          </a:p>
          <a:p>
            <a:r>
              <a:t>生物半衰期还随化学形态、器官、年龄和健康状况而不同，所以内照射剂量要由专业人员按规定方法估算。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体内的放射性核素有两条减少的路：一是自己衰变（物理半衰期），二是被身体排出（生物半衰期）。两条路同时走，就像浴缸开着两个出水口同时放水，体内活度减少得比任何一条路都快。这两条路合起来的减半时间，叫有效半衰期，它总比物理半衰期和生物半衰期都短；两者中较短的那个起主要作用。</a:t>
            </a:r>
          </a:p>
          <a:p>
            <a:r>
              <a:t>二者的关系可以写成：1/有效半衰期 = 1/物理半衰期 + 1/生物半衰期。例如碘-131 的物理半衰期约 8 天，在甲状腺中的生物半衰期约 80 天，有效半衰期约 7 天，这里物理半衰期说了算。</a:t>
            </a:r>
          </a:p>
          <a:p>
            <a:r>
              <a:t>有效半衰期随放射性药物、器官，甚至个人的病情而不同，用于估算内照射剂量和核医学检查后的防护安排（见第 095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放在桌上或贮源容器里的密封源，活度只按物理半衰期减少；进入身体的核素，同时在衰变和被排出，身体是一个流动的系统。</a:t>
            </a:r>
          </a:p>
          <a:p>
            <a:r>
              <a:t>但总可能有一部分留在体内。如果核素半衰期很长，又沉积在骨骼等器官中排出很慢，就会长期照射身体。所以长寿命的密封源（如钴-60）绝不能拆开，更不能拿来做药；核医学用的放射性药物都选半衰期合适的核素（见第 095 课）。</a:t>
            </a:r>
          </a:p>
          <a:p>
            <a:r>
              <a:t>估算体内剂量时，不能只看物理半衰期：例如镭的物理半衰期很长，但在骨中的有效半衰期主要由排出决定，只按物理半衰期算会把剂量算得过高。要用有效半衰期或专业的生物动力学模型，由专业人员按规定方法估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答案：B。解析：高能 β 打在铅上会产生 X 射线（轫致辐射），所以先用有机玻璃等轻材料，外面再加铅。</a:t>
            </a:r>
          </a:p>
          <a:p>
            <a:r>
              <a:t>第 2 题 答案：B。解析：α 外照射危害小，但一旦进入体内危害很大，操作时重点是防止摄入。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答案：B。解析：28 天是两个半衰期，活度剩 (1/2)² = 1/4。</a:t>
            </a:r>
          </a:p>
          <a:p>
            <a:r>
              <a:t>第 4 题 答案：C。解析：衰变和排出同时进行，有效半衰期总比两者都短，较短的那个起主要作用。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答案：1 Ci = 3.7×10¹⁰ Bq，1 mCi = 3.7×10⁷ Bq = 37 MBq。解析：活度单位用贝可，居里是旧单位，只作换算。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会用仪器探测辐射，是为了认识发出辐射的源；但做实验时人也站在辐射旁边，最终要回答的是“人受了多少照射、有什么影响”。人受到照射的多少，用剂量来衡量。剂量前面常加“吸收”“当量”“有效”等词，分别说的是沉积了多少能量，还是对人造成多大的损伤风险。</a:t>
            </a:r>
          </a:p>
          <a:p>
            <a:r>
              <a:t>剂量学是测量、计算和评估人体与材料吸收了多少电离辐射的学问。它既用于保护辐射工作人员和公众（个人剂量监测、场所监测），也用于放射治疗和核医学治疗的剂量计划。手机、基站等非电离辐射不用这些剂量量（见第 085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射线穿过物质时会使原子电离或激发。度量辐射的量，要么数产生了多少电离（电荷），要么算沉积了多少能量。</a:t>
            </a:r>
          </a:p>
          <a:p>
            <a:r>
              <a:t>常用的四个剂量量像台阶一样层层递进：照射量（X、γ 射线在空气中的电离）→ 吸收剂量（物质吸收的能量，戈瑞）→ 当量剂量（再考虑射线种类，希沃特）→ 有效剂量（再考虑器官敏感性，希沃特）。每一级都建立在前一级的基础上。</a:t>
            </a:r>
          </a:p>
          <a:p>
            <a:r>
              <a:t>当量剂量和有效剂量的单位都是希沃特（Sv），但含义不同：前者针对某一器官或组织，后者针对全身。读报告时要看清写的是哪个量。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照射量描述 X 射线和 γ 射线在空气中产生电离的多少：光子在单位质量空气中打出的电子全部停下来时，产生的某一种符号离子的总电荷除以空气质量。国际单位是库仑每千克（C/kg）；旧单位伦琴（R），国外资料和旧仪器上仍常见，1 R = 2.58×10⁻⁴ C/kg。空气的湿度等条件会影响测量结果。</a:t>
            </a:r>
          </a:p>
          <a:p>
            <a:r>
              <a:t>在空气中每产生一对离子平均要消耗大致固定的能量（约 34 电子伏），所以数清离子对，就能换算出空气吸收的能量。X 射线机的管电压越高、曝光量越大，照射量越大；离 X 射线管越远，照射量越小。</a:t>
            </a:r>
          </a:p>
          <a:p>
            <a:r>
              <a:t>照射量的局限：只适用于 X、γ 射线，只适用于空气；对中子、α、β 等粒子，对人体组织、水和屏蔽材料都不适用，所以需要吸收剂量等新的量。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剂量率是单位时间内受到的剂量，常用单位是微希沃特每小时（μSv/h）或毫希沃特每小时（mSv/h）。</a:t>
            </a:r>
          </a:p>
          <a:p>
            <a:r>
              <a:t>对一个点状 γ 源，剂量率与源的活度成正比，每次衰变放出的 γ 射线能量越高、数量越多，剂量率也越高。每种核素有自己的剂量率常数（也叫照射率常数、空气比释动能率常数，就像核素的“身份证”），可查资料得到；实验室常用核素的常数，用前要查清。</a:t>
            </a:r>
          </a:p>
          <a:p>
            <a:r>
              <a:t>射线从点源向四面八方散开，距离加倍，同样多的射线摊在四倍的面积上，剂量率降到原来的四分之一，这就是平方反比定律（应用和屏蔽计算见第 090 课）。估算只用于事先规划，实际剂量率要用经过检定或校准的仪器测量（见第 092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累积受到的剂量等于剂量率乘以受照时间，就像水龙头下的杯子，接得越久装得越满。例如在剂量率为 10 μSv/h 的位置停留 0.5 小时，累积约 5 μSv。</a:t>
            </a:r>
          </a:p>
          <a:p>
            <a:r>
              <a:t>由照射量算出的空气剂量，还要换算成人体软组织的剂量；对软组织，换算系数接近 1，随射线能量和材料略有变化。</a:t>
            </a:r>
          </a:p>
          <a:p>
            <a:r>
              <a:t>工作前可以先根据源的活度、剂量率常数、距离和时间估算一下，再用仪器实测核对。计算时单位换算最容易出错（微、毫，小时、分钟，旧单位、新单位），一定要核对两遍。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吸收剂量是单位质量物质吸收的电离辐射能量，是辐射防护最基本的量。单位是戈瑞（Gy），1 Gy = 1 J/kg（每千克物质吸收 1 焦耳）。旧单位拉德（rad），1 Gy = 100 rad。</a:t>
            </a:r>
          </a:p>
          <a:p>
            <a:r>
              <a:t>吸收剂量适用于任何种类的电离辐射、任何物质（空气、水、人体组织、屏蔽材料）。</a:t>
            </a:r>
          </a:p>
          <a:p>
            <a:r>
              <a:t>但吸收剂量本身说不清两件事：照射得有多快（剂量率），以及是哪种射线照的。这两点恰恰对生物效应很重要，所以在吸收剂量之上，还要引入当量剂量和有效剂量。要考虑对人体的生物效应时，用希沃特。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吸收剂量按质量计算，不按体积计算。同样一千克，空气体积最大，水居中，玻璃最小；只要它们吸收的能量相同，吸收剂量就相同。</a:t>
            </a:r>
          </a:p>
          <a:p>
            <a:r>
              <a:t>反过来，三种材料体积一样大、吸收同样多的能量，因为质量差别很大，吸收剂量就差得很远（质量越小，剂量越大）。</a:t>
            </a:r>
          </a:p>
          <a:p>
            <a:r>
              <a:t>理解这一点，就能明白为什么说“某器官的平均吸收剂量”：要把器官吸收的能量除以该器官的质量。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同样的吸收剂量，对不同材料效果也不同。即使是会对人体造成严重伤害的大剂量，它沉积的能量也只能让水温升高一点点，根本感觉不到热。所以不能靠“热不热”“有没有感觉”来判断受照多少。</a:t>
            </a:r>
          </a:p>
          <a:p>
            <a:r>
              <a:t>对人体来说，危害不在于发热，而在于电离：射线把细胞中的复杂分子（尤其是 DNA）打断、打散，造成细胞和基因损伤。在健康物理中，电离是“头号敌人”，电离越多越密集，损伤越重。</a:t>
            </a:r>
          </a:p>
          <a:p>
            <a:r>
              <a:t>细胞和基因损伤可能增加患癌、出生缺陷和遗传病的风险（随机性效应），大剂量还会直接造成组织损伤（确定性效应，见第 088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吸收剂量相同，生物效应不一定相同。γ 射线和电子像毛毛雨，沿很长的路径稀疏地沉积能量，造成的损伤多是简单、分散的，细胞大多能修复；α 粒子和重离子个头大、电荷多，像保龄球，在很短的路径里密集地沉积能量，造成成簇的断裂，细胞很难正确修复。</a:t>
            </a:r>
          </a:p>
          <a:p>
            <a:r>
              <a:t>单位路程上沉积的能量叫传能线密度（LET）：α、重离子是高传能线密度辐射，γ、X 射线和电子是低传能线密度辐射。电离越密集，生物损伤越大。</a:t>
            </a:r>
          </a:p>
          <a:p>
            <a:r>
              <a:t>达到同样生物效应，所需参考射线（如 γ 射线）剂量与某种射线剂量之比，叫相对生物效应（RBE）。它不是固定值，随剂量、剂量率、细胞种类和所看的效应而变化；人类的数据主要来自历史上受照人群的长期研究，不可能让人自愿受照做实验。所以防护中不用随条件变化的相对生物效应，而用固定的辐射权重因子（K10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为了防护的需要，标准对各类射线规定了固定、保守的辐射权重因子，它没有单位，就像不同货币之间的汇率，把不同射线的吸收剂量换算成可以比较、相加的量。光子（X、γ 射线）和电子（β）为 1，α 粒子为 20，中子的权重随能量变化，质子介于其间（具体数值以 GB 18871-2002 现行文本为准）。</a:t>
            </a:r>
          </a:p>
          <a:p>
            <a:r>
              <a:t>当量剂量 = 器官或组织的平均吸收剂量 × 辐射权重因子。几种射线一起照射时，分别计算再相加。单位是希沃特（Sv），旧单位雷姆（rem），1 Sv = 100 rem。同样 1 Gy，α 粒子的当量剂量是 γ 射线的 20 倍；反过来，1 Sv 的 α 和 1 Sv 的 γ，对人体的风险大致相当。</a:t>
            </a:r>
          </a:p>
          <a:p>
            <a:r>
              <a:t>当量剂量是算出来的量，不能直接测量。安全与否，还要看照射时间、距离和屏蔽。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身体各器官对辐射的敏感程度不同：细胞分裂越快、更新越快的组织往往越敏感，如骨髓等造血组织、结肠、肺、胃、乳腺属于高敏感组织，皮肤、骨表面等敏感性较低。同样剂量照到结肠，比照到皮肤风险高。局部照射时，需要一个反映全身风险的总数。</a:t>
            </a:r>
          </a:p>
          <a:p>
            <a:r>
              <a:t>有效剂量就像按学分算总评：把各器官、组织的当量剂量乘以各自的组织权重因子再相加。组织权重因子没有单位，按敏感程度分为高、中、低几档，所有组织的权重加起来正好等于 1；它来自几十年的人群研究数据，随认识更新会修订，具体数值以 GB 18871-2002（以现行文本为准）为准。辐射权重因子管射线类型，组织权重因子管器官敏感性，二者都是为了把吸收剂量换算成反映风险的剂量。</a:t>
            </a:r>
          </a:p>
          <a:p>
            <a:r>
              <a:t>有效剂量的单位也是希沃特，它与致癌等随机性效应的风险关系更紧密，用于防护最优化和剂量限值管理（见第 089 课）。它是算出来的，不能直接测量：个人剂量计和巡测仪读出的是用于监测的实用量（如个人剂量当量），用来估算有效剂量（见第 092 课）。只照到手、皮肤等局部时，要按规定方法折算，不能简单地把局部剂量乘权重当作全身风险；α 外照射基本穿不过皮肤表层，危害主要在内照射。得了某种癌症，也不能仅凭受过照射就断定是辐射引起的。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外照射是放射源在体外，射线从外面照到人。外照射剂量用个人剂量计、电离室等测量，取决于射线的穿透力、屏蔽和照射的几何条件：同样的源，人站在正面、侧面、背面，宽束照射还是局部照射，剂量都不同。个人剂量计要按规定佩戴在有代表性的位置（见第 092 课）。</a:t>
            </a:r>
          </a:p>
          <a:p>
            <a:r>
              <a:t>内照射是放射性物质通过吸入、食入、伤口或皮肤进入体内后从内部照射。内照射剂量更难确定，原因有四：源分散在不同组织里；它随代谢在体内“搬家”；射线射程和器官大小决定能量沉积在哪里；它会一直照射，直到被排出或衰变完。所以要靠尿样等生物样品分析、全身计数器等体外测量和生物动力学模型来估算，由专业机构按规定进行（GBZ 129，以现行文本为准）。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放射性核素摄入后，体内会持续受照很多年。把摄入后一段时间内将要受到的剂量加起来，一次记在摄入的当年，叫待积剂量（待积当量剂量、待积有效剂量）。积分期限：成人取 50 年，儿童算到 70 岁。</a:t>
            </a:r>
          </a:p>
          <a:p>
            <a:r>
              <a:t>实际估算常用捷径：待积有效剂量 = 摄入量（Bq）× 剂量系数（Sv/Bq）。剂量系数按核素、化学形态、摄入途径（吸入或食入）和年龄查标准中的表格。核医学中还会用“源器官照射靶器官”的方法计算器官剂量，像暖炉烤着旁边的人，由医学物理专业人员完成。</a:t>
            </a:r>
          </a:p>
          <a:p>
            <a:r>
              <a:t>吸入后沉积在骨中的 α 核素（如镭、钚等亲骨核素）能留存几十年，危害最大。查剂量系数时一定看清单位前缀：每贝可毫希沃特和每贝可微希沃特差一千倍，抄错一级结果就错千倍。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新旧单位对照（前为我国法定计量单位，后为旧单位）：活度用贝可（Bq），旧单位居里（Ci），1 Ci = 3.7×10¹⁰ Bq；照射量用库仑每千克（C/kg），旧单位伦琴（R），1 R = 2.58×10⁻⁴ C/kg；吸收剂量用戈瑞（Gy），旧单位拉德（rad），1 Gy = 100 rad；当量剂量和有效剂量用希沃特（Sv），旧单位雷姆（rem），1 Sv = 100 rem，即 1 rem = 10 mSv。</a:t>
            </a:r>
          </a:p>
          <a:p>
            <a:r>
              <a:t>居里是活度（源有多强）的旧单位，不是剂量；说人受了多少照射，用希沃特。阅读国外文献和旧仪器时常见旧单位，要先换算再比较。个人剂量报告、监测记录和台账一律使用法定单位，并写清是哪个量。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答案：C。解析：活度用贝可（旧单位居里），吸收剂量用戈瑞，当量剂量和有效剂量用希沃特。</a:t>
            </a:r>
          </a:p>
          <a:p>
            <a:r>
              <a:t>第 2 题 答案：B。解析：α 粒子传能线密度高、损伤密集，辐射权重因子为 20，γ 射线为 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答案：A。解析：累积剂量 = 剂量率 × 时间 = 20 μSv/h × 0.25 h = 5 μSv；注意 μSv 和 mSv 差一千倍。</a:t>
            </a:r>
          </a:p>
          <a:p>
            <a:r>
              <a:t>第 4 题 答案：B。解析：平方反比定律，距离加倍，剂量率降到四分之一。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答案：放射性物质摄入后体内持续受照，把今后一段时间（成人 50 年、儿童到 70 岁）的有效剂量累加，一次记在摄入当年；可用“摄入量 × 剂量系数”估算，查系数时核对单位前缀。解析：内照射看待积剂量，单位核对两遍。</a:t>
            </a:r>
          </a:p>
          <a:p>
            <a:r>
              <a:t>第 6 题 答案：B。解析：1 Sv = 100 rem，即 1 rem = 10 mSv，500 mrem = 0.5 rem = 5 mSv。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灯光照到人身上，一部分被吸收，只让分子振动稍稍加剧，能量太小，打不出电子，细胞完全承受得住。α、β、γ、X 射线等电离辐射能量大，能把原子里的电子打出去。同一件事有两种说法：物理上叫电离（电子被打出），化学上叫断键（少了电子，化学键随之改变或断开）。</a:t>
            </a:r>
          </a:p>
          <a:p>
            <a:r>
              <a:t>人体细胞有细胞膜、细胞核、细胞质和各种细胞器（没有细胞壁），里面有大量种类各异的分子。由成千上万个原子连成的大分子，哪怕只断一个键，细胞的运转也可能受影响，这就是辐射损伤的开始（为什么怕的不是发热而是电离，见第 087 课）。</a:t>
            </a:r>
          </a:p>
          <a:p>
            <a:r>
              <a:t>健康物理要回答的是一串问题：哪种辐射、照到哪个器官、受了多少剂量、会出现什么效应。把源放在细胞旁边“看看会怎样”只能是思想实验，真实操作必须按规程，有屏蔽和监测。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辐射损伤 DNA 有两条路。直接作用：射线（或它打出的电子）直接电离 DNA 分子，打断链条；高 LET 的 α 粒子等更常以这种方式造成损伤。</a:t>
            </a:r>
          </a:p>
          <a:p>
            <a:r>
              <a:t>间接作用：人体细胞的大部分是水。射线先使水分子电离、分解（水的辐射分解），生成羟基自由基（OH·，中性）等活泼的自由基；自由基扩散开来，再攻击 DNA。受 X 射线、γ 射线照射时，大部分损伤来自这条间接途径，这是体内最主要的作用方式。</a:t>
            </a:r>
          </a:p>
          <a:p>
            <a:r>
              <a:t>无论哪条路，如果细胞能把损伤修好，就不会留下影响；修不好，才会出现后面各知识点讲的效应。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 DNA 想成一架梯子：两侧扶手是骨架，横档是碱基对。只断一侧扶手叫单链断裂，数量多，但细胞可以照着另一条链当模板补好，几乎都能修复。两侧扶手在同一处一起断，叫双链断裂，数量少却难修，细胞死亡和突变多由它引起。</a:t>
            </a:r>
          </a:p>
          <a:p>
            <a:r>
              <a:t>DNA 的损伤不只是断链，还有碱基损伤、链与链之间的交联。高传能线密度（LET）的辐射（如 α 粒子）一路密集撞击，在很短一段 DNA 上挤着多处断口和损伤，叫成簇损伤，细胞很难修好，所以同样吸收剂量下 α 造成的 DNA 损伤最严重（LET 的概念见第 087 课）。</a:t>
            </a:r>
          </a:p>
          <a:p>
            <a:r>
              <a:t>染色体也会断裂、错误连接，形成染色体畸变；有的畸变使细胞死亡，有的能在细胞中长期保留。修错的细胞多数会死亡，少数存活下来可能发生癌变——电离辐射因此有致癌风险，照得越多风险越大。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细胞有修复系统，大多数辐射损伤都能修好。修不好时有三种结局：一是细胞死亡，死得多了，组织和器官的功能就出问题；二是躯体效应，发生在受照者本人身上，最主要的是癌症；三是遗传效应，生殖细胞的损伤可能传给后代。</a:t>
            </a:r>
          </a:p>
          <a:p>
            <a:r>
              <a:t>断键是化学变化，会像多米诺骨牌一样传开：细胞坏了，组织、器官跟着受损，大剂量照射可能伤及全身多个器官。不过大多数物体受照没事，细胞要出现明显的急性损伤，通常要同时具备几个条件：剂量大、反复受照、受照面积大、照到敏感组织。</a:t>
            </a:r>
          </a:p>
          <a:p>
            <a:r>
              <a:t>只受外照射的人，身上不会带放射性，不会“传染”辐射，可以正常接触（被照物体一般不带放射性，见第 086 课）；只有放射性物质沾在身上或进入体内（污染、内照射）时，才需要去污和专门处理（见第 091、096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用不同剂量照射细胞，数一数还能存活、继续增殖的细胞比例，画成细胞存活曲线：剂量越大，存活的细胞越少；曲线的形状因组织而不同，可用来预测不同剂量下的组织损伤。</a:t>
            </a:r>
          </a:p>
          <a:p>
            <a:r>
              <a:t>常用的线性二次模型把杀伤分成两部分：一部分是一次击中就致命（与剂量成正比的“线性项”），低剂量时占主导；另一部分是两处小损伤叠加成致命损伤（与剂量平方相关的“二次项”），高剂量时占主导。</a:t>
            </a:r>
          </a:p>
          <a:p>
            <a:r>
              <a:t>组织有早反应和晚反应之分：皮肤、肠道黏膜受照后较快出现损伤；脊髓、肺等的损伤要几个月甚至几年才显现，而且更怕单次大剂量。α/β 比就是衡量这种差别的参数。线性二次模型、α/β 比主要用于临床放疗的分次设计，实验室安全只需了解概念，不用它来估算个人风险。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细胞里有没有氧，受照后的伤害大不一样。氧和自由基造成的损伤结合，把伤口“定型”，就修不回去了；缺氧时，部分断口还可能自己接回。要造成同样的损伤，缺氧细胞需要的 X、γ 射线剂量要高出约两到三倍（氧增强比）；高 LET 辐射造成的损伤本来就难修，有氧没氧差别不大。肿瘤中心常常缺氧，因此更耐受放疗——这是放疗研究的问题，实验室安全了解即可。</a:t>
            </a:r>
          </a:p>
          <a:p>
            <a:r>
              <a:t>影响细胞辐射敏感性的因素还有：年龄（越年轻越敏感）；剂量不足以杀死细胞时，细胞能自我修复（同样剂量分次或低剂量率照射，效应往往较轻）；某些化学物质能增强或减弱辐射反应。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体的反应与受到的剂量有关，不同细胞怕辐射的程度不一样：细胞分裂越快、越不成熟、组织生长越旺盛，对辐射越敏感。淋巴细胞、骨髓造血细胞、生殖细胞（精原细胞、卵母细胞）、肠道上皮最敏感；神经、肌肉、骨骼等成熟组织相对不敏感。所以胎儿和生殖细胞要格外保护，孕早期能不做射线检查就尽量不做（医疗照射遵医嘱）。</a:t>
            </a:r>
          </a:p>
          <a:p>
            <a:r>
              <a:t>外照射时，各软组织单位质量吸收的能量相差不大，器官之间的差别主要在敏感性不同（组织权重因子见第 087 课）。内照射时，有的核素会聚集在特定器官，例如碘聚集在甲状腺、亲骨核素沉积在骨骼，该器官受照就特别多（见第 091 课）。弄清哪种辐射伤哪里，才能防得准。</a:t>
            </a:r>
          </a:p>
          <a:p>
            <a:r>
              <a:t>辐射效应有的在受照后几分钟到几天出现，有的要几个月甚至多年后才显现。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辐射对健康的效应分为两类。确定性效应（也称有害组织反应）源于大量细胞死亡或功能丧失，组织修补不过来，大剂量超过阈值才会出现；随机性效应源于单个细胞发生变异后存活、增殖，可能导致癌症或遗传效应，它是概率问题，所以剂量再小也不能大意。</a:t>
            </a:r>
          </a:p>
          <a:p>
            <a:r>
              <a:t>先认识两个术语：短时间内受到大剂量叫急性照射，长期反复受到小剂量叫慢性照射。急性大剂量主要担心确定性效应，长期低剂量主要担心随机性效应。</a:t>
            </a:r>
          </a:p>
          <a:p>
            <a:r>
              <a:t>辐射防护的目标正是针对这两类效应：防止确定性效应的发生，并把随机性效应的发生概率降到可以合理达到的尽量低水平（GB 18871-2002，以现行文本为准；三原则见第 089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确定性效应像水漫过堤坝、像火柴要到燃点：剂量低于阈值时不出现；超过阈值后，剂量越大，损伤越严重。皮肤红斑、脱发、白内障、血细胞减少、不育、急性放射病都属于这一类。短时大剂量首先伤害正在分裂的细胞，血细胞、骨髓、肠道最先受影响，症状会经历几个阶段。</a:t>
            </a:r>
          </a:p>
          <a:p>
            <a:r>
              <a:t>把一群人的反应画出来，是一条 S 形的剂量—反应曲线：低于阈值没人出现；剂量升高，出现症状的人越来越多；高到一定程度，人人都会出现。判断确定性效应要用器官的吸收剂量（戈瑞），而不是用于随机性风险的当量剂量或有效剂量。</a:t>
            </a:r>
          </a:p>
          <a:p>
            <a:r>
              <a:t>阈值因人、因器官、因照射方式（一次还是分次）而不同，不能把阈值当成“安全剂量”拿来冒险，教学中也不记具体阈值数值。按规程开展的工作和规范的普通医学检查，受照剂量远低于这些阈值，不会出现确定性效应；它只在事故或严重违规时才会发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确定性效应的门槛因器官而异。眼晶状体受照累积多了会变浑浊，形成白内障（潜伏期可达多年），长期做透视、介入或在射线装置旁近距离工作的人，要特别注意眼晶状体防护（如佩戴铅防护眼镜，按本校规定配备）。皮肤受照先是发红（红斑），再重会脱皮甚至溃破、脱发；手指离源太近最容易受伤，所以操作放射源要用长柄工具，不徒手接触（见第 090 课）。</a:t>
            </a:r>
          </a:p>
          <a:p>
            <a:r>
              <a:t>性腺中的生殖干细胞（精原细胞、卵母细胞）最怕辐射，较大剂量可导致暂时或永久不育。孕早期的胚胎同样特别敏感（见 K15）。</a:t>
            </a:r>
          </a:p>
          <a:p>
            <a:r>
              <a:t>射线探伤等场所的源很强：长期受照可能脱发、致癌；无关人员闯入警戒区、无证人员操作，可能在很短时间内受到大剂量照射，造成皮肤放射性烧伤，甚至危及生命。警戒区和门机联锁等管理措施见第 094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身或身体大部分在短时间内受到大剂量照射，会发生急性放射病。病程大致分为几个阶段：初期在受照后数小时内出现恶心、呕吐、乏力；接着是假愈期，症状减轻，好像好了，其实没有；之后进入极期，几周内骨髓衰竭、血细胞减少，出现感染和出血；最后是恢复期，或因病情过重死亡，结局取决于剂量和救治。</a:t>
            </a:r>
          </a:p>
          <a:p>
            <a:r>
              <a:t>按受照剂量由低到高，国内诊断标准分为骨髓型（造血功能受损）、肠型（肠道上皮被破坏）和脑型（剂量最高，几乎无法救治）（GBZ 104，以现行文本为准）。这些认识多来自历史上的核事故和核爆幸存者研究，本课不写各型的剂量数值。</a:t>
            </a:r>
          </a:p>
          <a:p>
            <a:r>
              <a:t>实验室正常工作不会接近这样的剂量，但放射源失控、丢失被捡拾、违规进入强辐射区可能导致此类事故。疑似受到大剂量照射，要立即离开、报告并就医，剂量计随人送检（见第 096 课）。大剂量照射必须杜绝。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随机性效应像抽奖：受的剂量越大，“中签”的概率越高；但一旦发生，严重程度并不随剂量而变。受照的人发生癌症的概率比没受照的略高，例如辐射诱发的白血病、甲状腺癌等实体癌。低剂量照射时，主要担心的就是癌症和遗传效应。</a:t>
            </a:r>
          </a:p>
          <a:p>
            <a:r>
              <a:t>随机性效应和白内障等晚期效应要在受照后数月甚至多年才出现，潜伏期长，很难与吸烟、遗传、环境等其他原因区分开。防护上认为它没有阈值，看的是累积的总剂量：剂量会累积，一点点也会攒起来，所以别把小剂量当成没剂量。</a:t>
            </a:r>
          </a:p>
          <a:p>
            <a:r>
              <a:t>衡量随机性风险要用当量剂量和有效剂量（希沃特，见第 087 课）。风险虽低，也要按规矩防护，个人剂量计按规定佩戴、定期送检（见第 092、093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剂量和效应的关系常用几种模型描述：有阈模型（剂量过了门槛才出现效应，适用于确定性效应）；线性无阈模型（从零开始的一条直线，任何剂量都可能有效应）；非线性模型（弯曲的曲线）。</a:t>
            </a:r>
          </a:p>
          <a:p>
            <a:r>
              <a:t>低剂量下的风险很难直接观察，辐射防护采用谨慎的线性无阈假设：随机性风险与剂量成正比，再小的剂量也不当作零风险。风险系数用来估算人群的癌症风险，本课不写具体数值。这是为了防护决策而做的保守假设，不等于“一点点辐射就一定致病”，不必恐慌，但也不能大意。</a:t>
            </a:r>
          </a:p>
          <a:p>
            <a:r>
              <a:t>由此得出的结论是：照得越多风险越大，能少则少——在满足工作需要的前提下，把受照剂量控制在合理可行尽量低的水平（最优化原则，见第 089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发生在受照者本人身上的是躯体效应，通过生殖细胞传给子女的是遗传效应。遗传效应按无阈处理，任何剂量都认为有一定风险；但在人群中，辐射诱发的遗传效应很少见，风险比致癌低，相关估计主要从动物实验数据推断。</a:t>
            </a:r>
          </a:p>
          <a:p>
            <a:r>
              <a:t>“辐射会影响以后生孩子吗？”——辐射可能损伤生殖细胞的 DNA，但遗传影响的机会很小；按规程开展的长期低剂量工作，一般不影响生育力。女性的卵细胞出生后不再更新，受到的影响会累积，所以照射仍要尽量低。有疑问时向导师、学院辐射安全管理人员或职业健康检查医生咨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不同人群对辐射的敏感程度不同，胚胎和胎儿最敏感。孕早期，尤其是最初几周最敏感；器官形成期受照，可能影响器官发育、导致畸形；宫内受照还会使儿童期白血病等癌症的风险略有上升。</a:t>
            </a:r>
          </a:p>
          <a:p>
            <a:r>
              <a:t>女性辐射工作人员（含学生）知道自己怀孕后，应及时告知导师和学院辐射安全管理人员，以便调整工作安排、加强剂量控制，保护胚胎和胎儿（孕期剂量控制要求按 GB 18871-2002，以现行文本为准，见第 089 课）。告知是自愿的，学校应保护个人隐私。孕期做医学检查前，要主动告诉医生可能怀孕。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氡是土壤、岩石和建材中镭衰变产生的放射性气体，是天然照射中最大的一项（天然辐射源见第 085 课）。通风差的地下实验室、密闭房间，以及存放铀矿石等天然放射性样品的场所，氡浓度可能很高。氡本身吸入后大部分又被呼出，危险的是它的短寿命子体：它们附着在空气中的尘埃上，吸入后沉积在支气管上皮，放出的 α 粒子造成成簇损伤，难以修复。氡是肺癌的重要诱因之一，吸烟会使风险成倍放大。</a:t>
            </a:r>
          </a:p>
          <a:p>
            <a:r>
              <a:t>降氡措施：加强通风是最有效的一招；封堵地面和墙体裂缝；必要时在地板下减压抽气。整改后要持续监测，确认措施真的有效。室内氡浓度的控制要求以 GB/T 16146-2015（以现行文本为准）和本校规定为准；工作场所的氡按“参考水平”管理，不能直接套用公众剂量限值。用系数估算氡剂量时，要看清系数的定义和假设、停留时间怎么算。</a:t>
            </a:r>
          </a:p>
          <a:p>
            <a:r>
              <a:t>浓度超过参考水平、整改达标前，不在这里长期工作；即使没有超标，也要尽量降低（最优化）。学生对工作场所的危险因素有知情权，发现异常有权提出整改。本底辐射一直都在，不必恐慌，工作带来的额外照射才是要管住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把辐射工作和其他常见职业的风险比一比：按规程工作、受照剂量控制良好的辐射工作人员，风险很小，不高于许多常见职业。正常的辐射工作和规范的医学检查，不会出现确定性效应。</a:t>
            </a:r>
          </a:p>
          <a:p>
            <a:r>
              <a:t>真正的危险来自违规：未经培训考核和授权操作放射源或射线装置、擅自闯入控制区和警戒区、源用完不清点归位、拆改屏蔽和联锁。辐射工作人员要先培训、考核合格再上岗，按规定佩戴个人剂量计、接受职业健康检查（见第 093 课），用时间、距离、屏蔽控制外照射（见第 090 课）。</a:t>
            </a:r>
          </a:p>
          <a:p>
            <a:r>
              <a:t>既不恐慌，也不大意：懂防护、守规程，才最安全。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答案：B。解析：细胞里大部分是水，低 LET 的 X、γ 射线以间接作用为主。</a:t>
            </a:r>
          </a:p>
          <a:p>
            <a:r>
              <a:t>第 2 题 答案：A。解析：确定性效应有阈值，超过阈值后严重程度随剂量增加；随机性效应则是概率随剂量增加、严重程度与剂量无关。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答案：C。解析：癌症和遗传效应是随机性效应；皮肤红斑、白内障、急性放射病是确定性效应。</a:t>
            </a:r>
          </a:p>
          <a:p>
            <a:r>
              <a:t>第 4 题 答案：A。解析：细胞分裂越快越敏感，淋巴、造血、生殖细胞最敏感。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答案：B。解析：线性无阈假设认为再小的剂量也有一定风险，低于限值也要合理可行尽量低（最优化）。</a:t>
            </a:r>
          </a:p>
          <a:p>
            <a:r>
              <a:t>第 6 题 答案：地下、密闭场所氡容易积聚，其子体附在尘埃上被吸入，α 粒子损伤支气管上皮，是肺癌诱因之一，吸烟使风险成倍放大；应加强通风、封堵裂缝、必要时地板下抽气，并持续监测，达标前不长期驻留。解析：通风是最有效的降氡措施。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辐射的基本概念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第7章 辐射安全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5.5 分钟（卡通视频 65 镜）　适用对象：使用放射性同位素（含放射性标记、示踪实验）、射线装置（X 射线衍射仪、X 射线荧光仪、小动物成像等）或在辐射工作场所附近学习工作的本科生、研究生和教职工（辐射类必修）；其他师生了解电离辐射的基本常识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能说出电离辐射与非电离辐射的区别，能举出 α、β、γ、X 射线、中子等电离辐射和紫外、可见光、微波、无线电等非电离辐射的例子，认出电离辐射警告标志。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能说出原子的组成、同位素的含义和“不稳定的原子核会衰变放出射线”的放射性概念。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能说出天然辐射源（氡、宇宙射线、土壤建材、食物中的钾-40）和人工辐射源（以医疗为主），理解本底辐射处处存在、因地而异，职业照射要另外计算和控制。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能举出辐射在科研（放射性示踪）、医学（诊断、治疗）和工业中的用途，能做到接触放射性同位素和射线装置前先参加培训、考核合格，“不必害怕，但要尊重”。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《中华人民共和国放射性污染防治法》（以现行文本为准）：核技术利用的辐射安全与放射性污染防治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《放射性同位素与射线装置安全和防护条例》（以现行文本为准）：使用单位的许可、辐射工作人员的培训与个人剂量监测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18871-2002（以现行文本为准）《电离辐射防护与辐射源安全基本标准》：电离辐射防护的基本要求、电离辐射标志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2894-2025（以现行文本为准）《安全色和安全标志》：“当心电离辐射”警告标志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号）：实验室安全培训与准入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本校辐射安全管理规定（以本校规定为准）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辐射有利有弊，先学防护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辐射像一把双刃剑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用好了能看病、治病、发电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能量高，必须严格控制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不必害怕，但要尊重，照射尽量低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想用好辐射，先学会保护自己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离辐射是科研、医学和工业中很有用的工具：医学影像能看清人体内部，放射治疗能杀伤肿瘤，核电站能发电，放射性标记能追踪分子在生命体内的去向。但电离辐射能量很高，能破坏细胞中的分子，用不好会伤害人体和污染环境，所以国家对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看到电离辐射标志就恐慌，以为门外也“有辐射”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觉得射线看不见、摸不着，进出辐射场所随随便便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健康物理：测量辐射，保护人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健康物理让物理和生物握手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测量、计算辐射，保护人的健康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受照多少，要像称重一样量出来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先懂剂量和单位，再学仪器测量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健康物理（也叫辐射防护）是核物理、原子物理与生物学、医学交叉的学科：研究辐射怎样影响人体，测量和计算人受到的辐射，用来保护工作人员、公众和环境。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凭感觉判断“没事”，不看仪器读数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不懂剂量和单位，看不懂个人剂量报告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历史的教训：放射性物质进入体内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很早以前有人用铀给玻璃上色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表盘女工用嘴抿笔尖，把镭吃进体内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后来出现颌骨坏死、骨病和贫血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放射性物质绝不能进口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人们早就在不了解危害的情况下使用放射性物质，例如用铀的化合物给玻璃和陶瓷上色。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在放射性操作区喝水、吃零食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用嘴舔标签、咬笔，或用嘴吸移液管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电离辐射与非电离辐射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能打出原子里电子的，叫电离辐射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α、β、γ、X射线和中子，都会电离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带电粒子直接电离，光子中子间接电离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紫外、可见光、微波、无线电是非电离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电离辐射有专门的警告标志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辐射按能否使物质电离分为两大类。能量足以把原子中的电子打出去、使原子变成带电离子的，叫电离辐射，包括 α 粒子、β 粒子、γ 射线、X 射线和中子。其中 α、β 等带电粒子直接使物质电离；γ、X 射线等光子和中子不带……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把微波炉、手机信号当成“核辐射”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用防 X 射线的铅衣去防紫外线和激光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原子、同位素与放射性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原子由质子、中子和电子组成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左上写质量数，左下写质子数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质子数相同、中子数不同，是同位素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不稳定的核会衰变，放出射线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放射性同位素，要按规定管理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原子由原子核和核外电子组成，原子核由质子和中子组成。质子数决定是哪种元素，质子数加中子数是质量数。核素的写法是在元素符号左上角写质量数、左下角写质子数，例如碳-12 和碳-14。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以为同位素都有放射性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把实验室里的放射性同位素和普通试剂混放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天然与人工辐射源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我们受的照射，天然来源占大头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天然来源里，地下冒出的氡最多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宇宙射线、土壤建材外照射，钾-40内照射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人工来源大部分来自医疗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核电正常运行，贡献很小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人受到的电离辐射照射，来自天然辐射源和人工辐射源两部分，其中天然来源占大头。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以为只有核电站和实验室才有辐射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以为人工辐射里核电最多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本底辐射：处处都有，因地而异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没放源，仪器读数也在涨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本底辐射处处有，没有零辐射的地方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本底随地点、海拔不同，可差好几倍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职业照射要另外计算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本底管不了，工作照射能控制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把辐射探测仪开着放一夜，即使附近没有放射源，第二天也会记录到不少计数。这就是本底辐射：宇宙射线、岩石土壤、建筑材料（如水泥中的钾）、空气中的氡、人体自身的放射性，以及核设施、放射性废物、医学应用等，都会贡献一份，加起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测样品时不扣本底，误以为样品有污染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把“本底也有辐射”当成工作中不防护的理由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辐射在科研和医学中的用途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能看透人体，也能检查零件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测年代、器械灭菌、烟感、食品保鲜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放射性标记能追踪分子在体内的去向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实验室里的发现，最终用来治病救人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电离辐射的用途很广：医学上用于 X 射线检查、CT、核医学显像和放射治疗；工业上用于射线探伤检查零件焊缝、测厚和料位测量；还用于碳-14 测定年代、医疗器械辐照灭菌、部分烟雾报警器和食品辐照保鲜。高校实验室常见的有 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以为只有核专业才会接触辐射，忽视学院里的射线装置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做放射性标记实验前不了解所用核素的性质和防护要求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放射治疗：多打病灶，少伤好细胞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辐射能打断癌细胞的化学键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让它停止分裂，或者直接杀死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要多打病灶，少伤好细胞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靠药物把核素送到病灶，选合适射程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用哪种射线由医生和物理师评估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辐射能打断细胞中分子（特别是 DNA）的化学键。放射治疗正是利用这一点对付肿瘤：一是让癌细胞失去分裂能力，肿瘤不再长大；二是直接杀死癌细胞。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以为射线只伤癌细胞、不伤正常细胞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以为能“防辐射”的药可以日常服用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依法管理：先培训，再上岗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辐射工作有法律和条例管着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学校有专门的辐射安全管理机构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接触放射性前，先培训、考核合格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按规定佩戴个人剂量计，定期检测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没培训，不能进辐射工作场所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我国按《中华人民共和国放射性污染防治法》和《放射性同位素与射线装置安全和防护条例》（均以现行文本为准）管理放射性同位素和射线装置：使用单位要取得辐射安全许可证，在许可的种类和范围内使用；按 GB 18871-2002……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跟着师兄先做起来，培训以后再补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嫌麻烦不戴个人剂量计，或把剂量计放在抽屉里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下列属于电离辐射的是：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微波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可见光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γ 射线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无线电波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判断：碳-12 和碳-14 质子数相同、中子数不同，互为同位素，而且同位素都有放射性。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天然辐射照射中贡献最大的一项通常是：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核电站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吸入的氡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手机信号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烟雾报警器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判断：既然本底辐射处处都有，辐射工作中的照射就不用另外监测和控制。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简答：上世纪表盘女工的事件给实验室带来什么教训？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K1  辐射有利有弊，先学防护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K2  健康物理：测量辐射，保护人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K3  历史的教训：放射性物质进入体内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K4  电离辐射与非电离辐射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K5  原子、同位素与放射性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K6  天然与人工辐射源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K7  本底辐射：处处都有，因地而异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K8  辐射在科研和医学中的用途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K9  放射治疗：多打病灶，少伤好细胞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S1  依法管理：先培训，再上岗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086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射线的性质与衰变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第7章 辐射安全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7 分钟（卡通视频 86 镜）　适用对象：使用放射性同位素（含放射性标记、示踪和核医学相关实验）、密封放射源或射线装置的本科生、研究生和教职工（辐射类必修）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 α、β、γ（X）射线和中子的本质、电离本领和穿透本领的差别，以及它们从体外照射和进入体内时危害的不同。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能按射线种类选择屏蔽材料：α 用纸，β 先用有机玻璃等轻材料、外面再加铅，γ 和 X 射线用铅或混凝土，中子用含氢多的材料。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能说出活度的含义和单位贝可（Bq），知道居里（Ci）是旧单位；能用半衰期和衰变表估算放射源现在的活度。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能区分物理半衰期、生物半衰期和有效半衰期，理解“有效半衰期比两者都短”，以及长寿命核素进入体内的危害。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18871-2002（以现行文本为准）《电离辐射防护与辐射源安全基本标准》：辐射防护的量和要求、放射源的安全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《放射性同位素与射线装置安全和防护条例》（以现行文本为准）：放射性同位素的贮存、使用、台账和安全保卫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《中华人民共和国计量法》及国家法定计量单位（以现行文本为准）：活度用贝可（Bq），居里等旧单位只作换算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本校辐射安全管理规定（以本校规定为准）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电离辐射有哪几种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电离辐射分两类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高能光子：X射线和γ射线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粒子：α、β和中子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实验室和医学中常见的电离辐射分为两类：一类是高能光子，即 X 射线和 γ 射线，它们都是电磁波，区别主要在来源——γ 射线来自原子核，X 射线来自核外电子或电子被减速（如 X 射线管）；另一类是粒子，包括 α 粒子、……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以为“辐射”都是一回事，用一种办法防所有射线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不了解所用核素放出哪种射线就开始实验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α粒子：电离强，射程短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α粒子由两个质子、两个中子组成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带正电，沿途电离本领很强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拉开几厘米，几乎测不到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一张纸就能挡住α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α 粒子由两个质子和两个中子组成（即氦原子核），带正电，质量大。它沿途与物质剧烈作用，电离本领很强，但能量很快耗尽，所以射程很短：在空气中只能走几厘米，一张纸就能把它挡住。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 α 一张纸就挡住，所以 α 核素“没什么危险”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徒手拿取演示源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β粒子：走得更远，厚铝板才挡住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β粒子是原子核放出的高能电子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比α走得远得多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一张纸、薄铝片都挡不住多少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换成厚铝板或有机玻璃才挡住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β 粒子是原子核衰变时放出的高能电子，带负电，质量很小。它的电离本领比 α 弱，穿透本领比 α 强得多：在空气中能走几十厘米甚至更远（与能量有关），拉开十几厘米还能测到不少计数。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用纸或薄塑料袋当 β 的屏蔽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 β 核素都一样，不看能量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γ射线：穿透最强，铅也只能减弱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γ射线不是粒子，是高能光子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拉远了会下降，但降不到零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纸和铝对γ几乎没作用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厚铅也只是减弱，挡不完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γ 射线是原子核放出的高能光子，属于电磁波，不带电。它的电离本领最弱、穿透本领最强。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以为加一块铅就“完全没有辐射”了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以为离开一点距离 γ 就测不到了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电离与穿透，此消彼长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比两样：电离本领和穿透本领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工具很简单：纸、铝片、铅片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纸挡α，铝挡β，铅减弱γ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α电离最强穿透最弱，γ正好相反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磁场里α、β偏向相反，γ不偏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比较三种射线，看两样本领：电离本领（沿途使物质电离的能力）和穿透本领（能穿过多厚的物质）。用纸、铝片、铅片三样简单的东西就能比较：纸挡住 α，铝挡住 β，铅只能减弱 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把“电离强”当成“穿透强”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认为穿透最强的 γ 对体内危害一定最大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射线进入人体：穿透不同，危害不同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α在体外，死皮就能挡住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α一旦吃进、吸进体内，危害很大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β能进皮肤浅层，伤皮肤和眼睛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γ和X射线穿透全身，是外照射主要危害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中子钻得深，危害大，要专门防护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从体外照射时：α 粒子连皮肤表面的死细胞层都很难穿过，几乎照不到内脏；β 粒子能进入皮下浅层，主要伤害皮肤和眼晶状体；γ 和 X 射线穿透力强，能照射到全身，是外照射的主要危害；中子穿透深，在人体中主要被氢原子核散射……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 α 外照射弱，就可以不戴手套、不用通风橱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只防外照射，不管吸入和沾污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不同射线，不同屏蔽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α一张纸就能挡住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β用有机玻璃，外面再加铅防X射线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γ和X射线用铅或厚混凝土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中子用石蜡等含氢多的材料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放射性药物常装在铅罐里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按射线种类选屏蔽材料：α 用一张纸（或手套、容器壁）就能挡住；β 用有机玻璃、塑料、铝等原子序数低的材料；γ 和 X 射线用铅、钨或厚混凝土；中子用石蜡、聚乙烯、水、含硼材料和混凝土等含氢多的材料减速吸收。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用铅直接屏蔽磷-32 等高能 β 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用铅屏蔽中子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衰变放出能量，按用途选核素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核素衰变，会变得更稳定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同时放出射线和热，能量各不相同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按用途选核素，比如烟感用α源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放射性同位素的射线会损伤组织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放射性物质，要锁好、看好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不稳定的原子核会自发衰变，变成更稳定的核素，同时放出 α、β、γ 等射线，还有光和热。不同核素放出的射线种类和能量各不相同。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拆开烟雾报警器把里面的源取出来玩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放射性物质随手放在普通试剂柜里，不登记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被照过的东西，一般不带放射性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被X射线照过的东西，一般不带放射性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拍过片的人和检测过的零件，可放心接触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中子等核反应强照射，才可能活化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被 X 射线、γ 射线照射过的物品和人，一般不会因此带上放射性：拍过片、做过 CT 的人，经过安检的行李，经过射线探伤的零件，经过辐照灭菌的医疗器械，都可以正常接触。射线装置断电后就不再产生 X 射线。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怕接触刚拍过片的同学或病人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把“被照射”和“被放射性物质污染”混为一谈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活度：每秒衰变多少次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活度是每秒衰变的次数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单位贝可，每秒衰变一次是1贝可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实验室常用千贝可、兆贝可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居里是旧单位，1居里等于370亿贝可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辐射的量，从源一路算到人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放射源有多“强”，用活度表示：活度是单位时间内发生衰变的原子核数。国际单位制和我国法定计量单位是贝可勒尔（贝可，Bq），1 Bq 表示每秒衰变 1 次。贝可很小，实验室常用千贝可（kBq）、兆贝可（MBq），医用和工……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台账里混用居里和贝可，不注明单位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把活度当成人受到的剂量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物理半衰期：自己衰变一半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核素放在瓶里，也会自己衰变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活度减半的时间，叫物理半衰期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只由原子核决定，谁也改变不了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过十个半衰期，约剩千分之一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短到不到一秒，长到几十亿年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放射性核素即使放在瓶子里不动，也会不断衰变。原子核衰变掉一半（活度减为一半）所需的时间，叫物理半衰期。它只由核素本身决定，加热、加压、化学反应都改变不了。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以为加热、稀释或化学处理能让放射性消失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以为过两个半衰期就“没有放射性了”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衰变表：查源现在有多强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放射源的活度一天天在减少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衰变表按日期列出剩余活度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看出厂活度和日期，查表就知道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先查清现在多强，再定防护和用量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放射源的活度随时间按半衰期不断减少。衰变表按经过的时间（天、月、年）列出剩余活度占初始活度的比例，或者直接列出各日期的活度。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一直按出厂活度安排实验，不考虑衰变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源的标定日期没记录，算不出现在的活度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生物半衰期：身体排出一半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身体像个浴缸，会往外排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排出一半的时间，叫生物半衰期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靠排泄和代谢，和衰变无关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碘留在甲状腺，锶像钙一样进骨头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惰性气体几分钟到几小时就出去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进入体内的物质会通过代谢、排泄（尿、粪、汗、呼气）逐渐离开身体，像浴缸从排水口往外流。体内某种物质排出一半所需的时间，叫生物半衰期。它取决于元素的化学形态和人体的代谢，与放射性衰变无关。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以为放射性物质进了体内很快都会排掉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以为多喝水就能把所有核素排出去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有效半衰期：两条路一起走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衰变和排出，两个出水口同时放水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有效半衰期比两者都短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谁更短，谁说了算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碘-131：物理8天，甲状腺约80天，合起来约7天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随药物、器官和人而不同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进入体内的放射性核素有两条减少的路：一是自己衰变（物理半衰期），二是被身体排出（生物半衰期）。两条路同时走，就像浴缸开着两个出水口同时放水，体内活度减少得比任何一条路都快。这两条路合起来的减半时间，叫有效半衰期，它总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只看物理半衰期估计体内活度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以为有效半衰期是物理和生物半衰期的平均值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桌上的源与身体里的源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桌上的密封源只按物理半衰期减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身体是流动的，会往外排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长寿命核素留在体内，会长期照射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长寿命的密封源，绝不能拿来做药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算体内剂量，要用有效半衰期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放在桌上或贮源容器里的密封源，活度只按物理半衰期减少；进入身体的核素，同时在衰变和被排出，身体是一个流动的系统。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以为密封源和放射性药物可以互相替代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自己凭物理半衰期估算体内剂量，下结论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屏蔽磷-32 等高能 β 源，正确的做法是：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直接用铅砖围起来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先用有机玻璃挡住 β，外面再根据需要加铅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用一张纸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不需要屏蔽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判断：α 粒子一张纸就能挡住，所以操作 α 核素不用担心吸入和摄入。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某核素的物理半衰期为 14 天，经过 28 天后，它的活度约为原来的：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1/2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1/4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1/8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下列关于有效半衰期的说法，正确的是：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等于物理半衰期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是物理和生物半衰期的平均值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比物理半衰期和生物半衰期都短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比两者都长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简答：一份旧资料写某源活度为 1 mCi，换成我国法定计量单位是多少？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电离辐射有哪几种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α粒子：电离强，射程短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β粒子：走得更远，厚铝板才挡住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γ射线：穿透最强，铅也只能减弱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电离与穿透，此消彼长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射线进入人体：穿透不同，危害不同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不同射线，不同屏蔽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衰变放出能量，按用途选核素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被照过的东西，一般不带放射性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活度：每秒衰变多少次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物理半衰期：自己衰变一半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衰变表：查源现在有多强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生物半衰期：身体排出一半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K14  有效半衰期：两条路一起走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K15  桌上的源与身体里的源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087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辐射剂量与单位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第7章 辐射安全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6.5 分钟（卡通视频 79 镜）　适用对象：使用放射性同位素、密封放射源或射线装置，需要佩戴个人剂量计、阅读个人剂量报告或做简单剂量估算的本科生、研究生和教职工（辐射类必修）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能说出照射量、吸收剂量、当量剂量、有效剂量四个量层层递进的关系和各自的单位（C/kg、Gy、Sv），知道伦琴、拉德、雷姆、居里是旧单位并会换算（1 Gy = 100 rad，1 Sv = 100 rem）。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能说出同样的吸收剂量、射线种类不同伤害不同（传能线密度、相对生物效应），辐射权重因子和组织权重因子分别考虑什么。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能做到用“剂量率 × 时间”估算累积剂量，知道剂量率随活度增大、随距离平方减小，换算单位核对两遍。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能说出外照射与内照射剂量的不同，待积剂量的含义（成人 50 年、儿童到 70 岁）和“摄入量 × 剂量系数”的估算方法。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18871-2002（以现行文本为准）《电离辐射防护与辐射源安全基本标准》：剂量学量（吸收剂量、当量剂量、有效剂量、待积剂量）、辐射权重因子和组织权重因子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《放射性同位素与射线装置安全和防护条例》（以现行文本为准）：辐射工作人员的个人剂量监测和档案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GBZ 128（以现行文本为准）《职业性外照射个人监测规范》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GBZ 129（以现行文本为准）《职业性内照射个人监测规范》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《中华人民共和国计量法》及国家法定计量单位（以现行文本为准）：剂量用戈瑞（Gy）、希沃特（Sv），伦琴、拉德、雷姆只作换算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本校辐射安全管理规定（以本校规定为准）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什么是剂量：受照多少的量度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人受了多少照射，用剂量来衡量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测辐射，最终是为了保护人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剂量学：测量、计算、评估剂量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既保护工作人员，也为治疗做计划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学会用仪器探测辐射，是为了认识发出辐射的源；但做实验时人也站在辐射旁边，最终要回答的是“人受了多少照射、有什么影响”。人受到照射的多少，用剂量来衡量。剂量前面常加“吸收”“当量”“有效”等词，分别说的是沉积了多少能量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把仪器的计数直接当成人受到的剂量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把手机、微波的“辐射”和电离辐射剂量混为一谈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剂量量层层递进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剂量量像台阶，一级建在一级上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射线穿过物质，会电离或激发原子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剂量单位，要么数电离，要么算能量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后两级都叫希沃特，含义却不同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射线穿过物质时会使原子电离或激发。度量辐射的量，要么数产生了多少电离（电荷），要么算沉积了多少能量。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看到 Sv 就以为是有效剂量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把戈瑞和希沃特随意互换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照射量：X、γ在空气里的电离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照射量：X、γ在空气里电离多少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一种符号的电荷除以空气质量，单位C/kg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旧单位伦琴，国外资料还常见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打出一对离子，要花固定的能量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只管X、γ和空气，人体要用新的量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照射量描述 X 射线和 γ 射线在空气中产生电离的多少：光子在单位质量空气中打出的电子全部停下来时，产生的某一种符号离子的总电荷除以空气质量。国际单位是库仑每千克（C/kg）；旧单位伦琴（R），国外资料和旧仪器上仍常……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用照射量去描述 β、中子的照射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把伦琴读数直接当成人体的有效剂量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剂量率：看活度，也看距离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点源的射线向四面八方散开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源越强、γ能量越高，剂量率越高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每种核素有自己的剂量率常数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距离加倍，剂量率降到四分之一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剂量率是单位时间内受到的剂量，常用单位是微希沃特每小时（μSv/h）或毫希沃特每小时（mSv/h）。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以为离远一倍，剂量率只减一半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只凭估算，不实测就安排工作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累积剂量：剂量率乘时间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累积剂量等于剂量率乘时间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站得越久，受照越多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照射量换成软组织剂量，系数接近一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测量之前，可以先估一估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换算单位，一定要核对两遍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累积受到的剂量等于剂量率乘以受照时间，就像水龙头下的杯子，接得越久装得越满。例如在剂量率为 10 μSv/h 的位置停留 0.5 小时，累积约 5 μSv。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只看剂量率，不管停留时间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微希沃特和毫希沃特混用，结果差一千倍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吸收剂量与戈瑞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吸收剂量：每千克物质吸收的能量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每千克吸收一焦耳，就是一戈瑞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适用于任何辐射、任何物质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旧单位拉德，一戈瑞等于一百拉德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说不清照得多快、是哪种射线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吸收剂量是单位质量物质吸收的电离辐射能量，是辐射防护最基本的量。单位是戈瑞（Gy），1 Gy = 1 J/kg（每千克物质吸收 1 焦耳）。旧单位拉德（rad），1 Gy = 100 rad。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以为戈瑞已经反映了对人体的风险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 rad 当成 rem 使用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剂量按质量算，不按体积算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同样一千克，空气、水、玻璃大小差很多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质量一样、能量一样，剂量就一样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体积一样，质量不同，剂量就差很远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吸收剂量按质量计算，不按体积计算。同样一千克，空气体积最大，水居中，玻璃最小；只要它们吸收的能量相同，吸收剂量就相同。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按体积来比较剂量大小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以为体积大的物体吸收剂量一定大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怕的不是发热，而是细胞损伤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很大的剂量，水温才升一点点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对人体，怕的是细胞和基因损伤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电离是头号敌人，会打散复杂分子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可能增加患癌等风险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同样的吸收剂量，对不同材料效果也不同。即使是会对人体造成严重伤害的大剂量，它沉积的能量也只能让水温升高一点点，根本感觉不到热。所以不能靠“热不热”“有没有感觉”来判断受照多少。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以为受照会有发热、刺痛的感觉，没感觉就没事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以为辐射伤害只是“烫伤”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同样1戈瑞，伤害不一样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同样一戈瑞，α和γ伤害不一样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γ像毛毛雨，损伤稀疏，细胞多能修好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α像保龄球，砸得密，很难修好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单位路程沉积的能量叫传能线密度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同样效果所需剂量之比叫相对生物效应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吸收剂量相同，生物效应不一定相同。γ 射线和电子像毛毛雨，沿很长的路径稀疏地沉积能量，造成的损伤多是简单、分散的，细胞大多能修复；α 粒子和重离子个头大、电荷多，像保龄球，在很短的路径里密集地沉积能量，造成成簇的断裂……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以为同样戈瑞数，任何射线伤害都一样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以为高传能线密度的损伤“完全不能修复”（应为很难正确修复）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辐射权重因子与当量剂量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辐射权重因子像货币的汇率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光子、电子为1，α为20，中子随能量变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器官吸收剂量乘权重，得当量剂量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几种射线一起照，分别算再相加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单位希沃特，同样希沃特效果相当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为了防护的需要，标准对各类射线规定了固定、保守的辐射权重因子，它没有单位，就像不同货币之间的汇率，把不同射线的吸收剂量换算成可以比较、相加的量。光子（X、γ 射线）和电子（β）为 1，α 粒子为 20，中子的权重随能……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不分射线种类，把各种射线的戈瑞数直接相加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以为当量剂量能用仪器直接测出来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有效剂量：全身风险一个数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同样剂量照到不同器官，风险不同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细胞分裂快的器官，往往更敏感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各器官按组织权重相加，权重总和为一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用于防护优化和剂量限值管理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有效剂量要算，仪器读数用来估算它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身体各器官对辐射的敏感程度不同：细胞分裂越快、更新越快的组织往往越敏感，如骨髓等造血组织、结肠、肺、胃、乳腺属于高敏感组织，皮肤、骨表面等敏感性较低。同样剂量照到结肠，比照到皮肤风险高。局部照射时，需要一个反映全身风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把某个器官的当量剂量直接当作有效剂量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把局部手部受照乘皮肤权重就当作主要的全身风险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外照射与内照射剂量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外照射：源在体外，用剂量计来测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站的位置、方向不同，剂量也不同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内照射：放射性物质留在体内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靠样品、体外测量和模型来算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会一直照，直到排出或衰变完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外照射是放射源在体外，射线从外面照到人。外照射剂量用个人剂量计、电离室等测量，取决于射线的穿透力、屏蔽和照射的几何条件：同样的源，人站在正面、侧面、背面，宽束照射还是局部照射，剂量都不同。个人剂量计要按规定佩戴在有代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以为个人剂量计能测出内照射剂量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以为放射性物质进入体内后马上就排掉了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待积剂量与剂量系数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今后多年的剂量，一次记在摄入当年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成人算五十年，儿童算到七十岁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摄入量乘剂量系数，就是待积剂量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钻进骨头的α核素最危险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单位前缀差一级，结果错千倍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放射性核素摄入后，体内会持续受照很多年。把摄入后一段时间内将要受到的剂量加起来，一次记在摄入的当年，叫待积剂量（待积当量剂量、待积有效剂量）。积分期限：成人取 50 年，儿童算到 70 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只算摄入当年的剂量，忽视以后多年的持续照射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查剂量系数时把 μSv/Bq 写成 mSv/Bq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单位速查：新旧单位对照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居里是活度的旧单位，不是剂量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吸收剂量用戈瑞，人受照多少用希沃特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1戈瑞等于100拉德，1希沃特等于100雷姆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照射量旧单位伦琴，现用库仑每千克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报告和台账，一律用法定单位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新旧单位对照（前为我国法定计量单位，后为旧单位）：活度用贝可（Bq），旧单位居里（Ci），1 Ci = 3.7×10¹⁰ Bq；照射量用库仑每千克（C/kg），旧单位伦琴（R），1 R = 2.58×10⁻⁴ C/k……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把源的活度（Bq、Ci）当成人受到的剂量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记录中只写数字不写单位，或新旧单位混写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下列单位中，用于表示人体受照有效剂量的是：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贝可（Bq）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戈瑞（Gy）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希沃特（Sv）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居里（Ci）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判断：同样 1 Gy 的吸收剂量，α 粒子和 γ 射线对人体的伤害相同。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某处剂量率为 20 μSv/h，在此停留 15 分钟，累积剂量约为：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5 μSv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20 μSv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300 μSv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5 mSv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点源距离从 1 米增加到 2 米，剂量率约变为原来的：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1/2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1/4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2 倍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不变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简答：什么是待积有效剂量？怎样估算？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旧资料中写某人受照 500 mrem，换成法定单位是：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0.5 mSv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5 mSv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50 mSv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500 mSv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什么是剂量：受照多少的量度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剂量量层层递进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照射量：X、γ在空气里的电离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剂量率：看活度，也看距离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累积剂量：剂量率乘时间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吸收剂量与戈瑞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剂量按质量算，不按体积算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怕的不是发热，而是细胞损伤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同样1戈瑞，伤害不一样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辐射权重因子与当量剂量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有效剂量：全身风险一个数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外照射与内照射剂量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待积剂量与剂量系数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K14  单位速查：新旧单位对照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088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辐射的生物效应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第7章 辐射安全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6 分钟（卡通视频 73 镜）　适用对象：使用放射性同位素、密封放射源或射线装置的本科生、研究生和教职工（辐射类必修），以及在地下室、含天然放射性样品场所工作的人员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088 · 辐射的生物效应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088 辐射的生物效应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能说出电离辐射怎样损伤细胞：电离断键、直接作用与间接作用、DNA 双链断裂最难修复，以及修复失败的三种结局。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能区分确定性效应（有阈值、超过阈值后越大越重）和随机性效应（无阈值、概率随剂量增加、严重程度与剂量无关），举出各自的例子。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能说出对辐射最敏感的组织和人群（造血、淋巴、生殖细胞，眼晶状体，胚胎和胎儿），知道孕期要及时告知。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能判断为什么防护按“线性无阈”假设、小剂量也要尽量降低，知道地下场所的氡风险和降氡措施。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088 · 辐射的生物效应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088 辐射的生物效应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18871-2002（以现行文本为准）《电离辐射防护与辐射源安全基本标准》：防止确定性效应、把随机性效应限制到可合理达到的尽量低水平（剂量限值见第 089 课）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《中华人民共和国放射性污染防治法》（以现行文本为准）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《放射性同位素与射线装置安全和防护条例》（以现行文本为准）：辐射工作人员培训、个人剂量监测和职业健康检查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《放射工作人员职业健康管理办法》（以现行文本为准）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GBZ 98（以现行文本为准）《放射工作人员健康要求及监护规范》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GBZ 104（以现行文本为准）《职业性外照射急性放射病诊断》：骨髓型、肠型、脑型的分型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16146-2015（以现行文本为准）《室内氡及其子体控制要求》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78727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61607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1687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本校辐射安全管理规定（以本校规定为准）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088 · 辐射的生物效应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电离辐射打断分子化学键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088 辐射的生物效应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可见光能量小，打不出电子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电离辐射能打出电子、打断化学键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大分子只断一个键，细胞就会受影响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要问清：哪种辐射、哪个器官、多少剂量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灯光照到人身上，一部分被吸收，只让分子振动稍稍加剧，能量太小，打不出电子，细胞完全承受得住。α、β、γ、X 射线等电离辐射能量大，能把原子里的电子打出去。同一件事有两种说法：物理上叫电离（电子被打出），化学上叫断键（……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以为所有“辐射”（灯光、手机信号）都会断键伤细胞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好奇心驱使，拿真实放射源随意照样品“看看效果”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088 · 辐射的生物效应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直接作用与间接作用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088 辐射的生物效应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射线直接打断 DNA，叫直接作用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细胞里大部分是水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水被打碎成自由基，再去攻击 DNA，叫间接作用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X、γ 照射，以间接作用为主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辐射损伤 DNA 有两条路。直接作用：射线（或它打出的电子）直接电离 DNA 分子，打断链条；高 LET 的 α 粒子等更常以这种方式造成损伤。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以为射线必须正好打中 DNA 才会伤人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把羟基自由基说成带负电的离子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088 · 辐射的生物效应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DNA损伤：双链断裂最难修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088 辐射的生物效应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只断一条链，照着另一条就能补好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两条链同处一起断，难修，最危险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 LET 辐射造成成簇损伤，很难修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染色体也会断裂、错接，形成畸变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把 DNA 想成一架梯子：两侧扶手是骨架，横档是碱基对。只断一侧扶手叫单链断裂，数量多，但细胞可以照着另一条链当模板补好，几乎都能修复。两侧扶手在同一处一起断，叫双链断裂，数量少却难修，细胞死亡和突变多由它引起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 DNA 一受损就必然致癌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 α 粒子穿透力弱，所以危害一定小（进入体内后恰恰相反，见第 086 课）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088 · 辐射的生物效应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修不好的三种结局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088 辐射的生物效应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大多数损伤，细胞自己能修好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修不好：细胞死亡、躯体效应（主要是癌症）、遗传效应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剂量大、反复、面积大、部位敏感，损伤才明显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只受外照射，人不会带上放射性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细胞有修复系统，大多数辐射损伤都能修好。修不好时有三种结局：一是细胞死亡，死得多了，组织和器官的功能就出问题；二是躯体效应，发生在受照者本人身上，最主要的是癌症；三是遗传效应，生殖细胞的损伤可能传给后代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不敢接近做过 X 射线检查或受过外照射的人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认为“没感觉”就是没有损伤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088 · 辐射的生物效应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细胞存活曲线：一次击中与两次叠加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088 辐射的生物效应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剂量越大，存活的细胞越少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一次击中就致命的部分，低剂量时为主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两处小伤叠成大伤的部分，高剂量时为主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皮肤肠道反应快，脊髓和肺反应慢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用不同剂量照射细胞，数一数还能存活、继续增殖的细胞比例，画成细胞存活曲线：剂量越大，存活的细胞越少；曲线的形状因组织而不同，可用来预测不同剂量下的组织损伤。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用放疗的模型参数自行估算自己的受照风险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认为晚期没症状就说明没损伤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088 · 辐射的生物效应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影响敏感性的因素：氧效应等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088 辐射的生物效应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有氧的细胞，对射线更敏感（氧效应）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氧把损伤“定型”，就修不回去了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缺氧的肿瘤中心更耐受放疗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年龄、修复能力和某些化学物也有影响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细胞里有没有氧，受照后的伤害大不一样。氧和自由基造成的损伤结合，把伤口“定型”，就修不回去了；缺氧时，部分断口还可能自己接回。要造成同样的损伤，缺氧细胞需要的 X、γ 射线剂量要高出约两到三倍（氧增强比）；高 LET……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相信有日常服用就能“防辐射”的药或保健品（碘化钾只在核事故应急时按政府指令服用）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以为分几次照就可以不计剂量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088 · 辐射的生物效应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分裂越快，越怕辐射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088 辐射的生物效应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细胞分裂越快、组织越旺盛，越怕辐射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淋巴、造血、生殖细胞最敏感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神经、肌肉、骨骼相对不敏感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进入体内的核素，会聚到某些器官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人体的反应与受到的剂量有关，不同细胞怕辐射的程度不一样：细胞分裂越快、越不成熟、组织生长越旺盛，对辐射越敏感。淋巴细胞、骨髓造血细胞、生殖细胞（精原细胞、卵母细胞）、肠道上皮最敏感；神经、肌肉、骨骼等成熟组织相对不敏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说“某些器官吸收辐射更多”，混淆了吸收与敏感性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认为成年人的神经和肌肉不敏感，所以大剂量也无所谓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088 · 辐射的生物效应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两类效应：确定性与随机性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088 辐射的生物效应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辐射健康效应分为两类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大量细胞死亡，引起确定性效应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单个细胞变异，引起随机性效应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短时大剂量叫急性，长期小剂量叫慢性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辐射对健康的效应分为两类。确定性效应（也称有害组织反应）源于大量细胞死亡或功能丧失，组织修补不过来，大剂量超过阈值才会出现；随机性效应源于单个细胞发生变异后存活、增殖，可能导致癌症或遗传效应，它是概率问题，所以剂量再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把两类效应都当成“超过某个剂量才会有”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认为长期小剂量只要不出症状就没有风险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088 · 辐射的生物效应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确定性效应：过阈值才出现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088 辐射的生物效应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像水漫堤坝，超过阈值才出现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过了阈值，剂量越大越严重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剂量高到一定程度，人人都会出现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阈值因人而异，不能拿来冒险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确定性效应像水漫过堤坝、像火柴要到燃点：剂量低于阈值时不出现；超过阈值后，剂量越大，损伤越严重。皮肤红斑、脱发、白内障、血细胞减少、不育、急性放射病都属于这一类。短时大剂量首先伤害正在分裂的细胞，血细胞、骨髓、肠道最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把阈值当成可以放心接近的“安全线”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用有效剂量（希沃特）去判断皮肤、晶状体是否会出现损伤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088 · 辐射的生物效应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器官各有门槛：晶状体、皮肤、性腺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088 辐射的生物效应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眼晶状体受照多了，会得白内障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皮肤先发红，重了脱皮、溃破，还会脱发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性腺里的生殖干细胞最怕辐射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误入探伤区，可能被大剂量灼伤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确定性效应的门槛因器官而异。眼晶状体受照累积多了会变浑浊，形成白内障（潜伏期可达多年），长期做透视、介入或在射线装置旁近距离工作的人，要特别注意眼晶状体防护（如佩戴铅防护眼镜，按本校规定配备）。皮肤受照先是发红（红斑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操作源时用手直接拿取、近距离观察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认为戴了铅衣就不必护眼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088 · 辐射的生物效应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急性放射病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088 辐射的生物效应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全身短时间受大剂量，会得急性放射病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初期恶心呕吐，随后有“假愈期”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几周后骨髓衰竭、感染、出血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剂量由低到高：骨髓型、肠型、脑型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全身或身体大部分在短时间内受到大剂量照射，会发生急性放射病。病程大致分为几个阶段：初期在受照后数小时内出现恶心、呕吐、乏力；接着是假愈期，症状减轻，好像好了，其实没有；之后进入极期，几周内骨髓衰竭、血细胞减少，出现感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呕吐缓解后以为没事，不去就医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疑似受照后自行处理、不报告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088 · 辐射的生物效应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随机性效应：看概率，潜伏期长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088 辐射的生物效应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像抽奖：剂量越大，发生概率越高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一旦发生，严重程度与剂量无关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常潜伏多年，如白血病、甲状腺癌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小剂量会累积，别当成没剂量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随机性效应像抽奖：受的剂量越大，“中签”的概率越高；但一旦发生，严重程度并不随剂量而变。受照的人发生癌症的概率比没受照的略高，例如辐射诱发的白血病、甲状腺癌等实体癌。低剂量照射时，主要担心的就是癌症和遗传效应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认为剂量越大，得的癌就越“重”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每次剂量小，就不戴剂量计、不记录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088 · 辐射的生物效应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线性无阈：防护上的谨慎假设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088 辐射的生物效应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剂量—效应关系常用几种模型描述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防护上假定：风险与剂量成正比、没有阈值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再小的剂量也不当作零风险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所以照射要合理可行尽量低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剂量和效应的关系常用几种模型描述：有阈模型（剂量过了门槛才出现效应，适用于确定性效应）；线性无阈模型（从零开始的一条直线，任何剂量都可能有效应）；非线性模型（弯曲的曲线）。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以为“低于剂量限值就绝对安全”，不再优化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反过来以为“任何辐射都会得癌”，过度恐慌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088 · 辐射的生物效应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遗传效应与生育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088 辐射的生物效应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遗传效应按无阈处理，但很少见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人类遗传风险主要从动物数据推断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规范的低剂量工作一般不影响生育力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卵细胞不会更新，照射要尽量低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发生在受照者本人身上的是躯体效应，通过生殖细胞传给子女的是遗传效应。遗传效应按无阈处理，任何剂量都认为有一定风险；但在人群中，辐射诱发的遗传效应很少见，风险比致癌低，相关估计主要从动物实验数据推断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因担心遗传影响而拒绝一切必要的医学检查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认为只有女性才需要考虑生殖细胞防护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088 · 辐射的生物效应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胚胎和胎儿最敏感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088 辐射的生物效应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胚胎最敏感，尤其孕早期最初几周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器官形成期受照，可能导致畸形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宫内受照，白血病风险略有上升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知道怀孕，要及时告知导师和学院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不同人群对辐射的敏感程度不同，胚胎和胎儿最敏感。孕早期，尤其是最初几周最敏感；器官形成期受照，可能影响器官发育、导致畸形；宫内受照还会使儿童期白血病等癌症的风险略有上升。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怀孕后担心影响学业，隐瞒不报继续操作放射源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以为只有孕晚期才需要注意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088 · 辐射的生物效应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氡：天然照射里的头号风险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088 辐射的生物效应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地下室、密闭房间，氡容易积聚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氡子体吸进肺，α 粒子伤支气管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氡是肺癌诱因之一，吸烟成倍放大风险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通风、封堵裂缝、地下抽气，持续监测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氡是土壤、岩石和建材中镭衰变产生的放射性气体，是天然照射中最大的一项（天然辐射源见第 085 课）。通风差的地下实验室、密闭房间，以及存放铀矿石等天然放射性样品的场所，氡浓度可能很高。氡本身吸入后大部分又被呼出，危险……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地下实验室长期门窗紧闭、关掉排风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含铀、钍矿石样品随意堆放在通风差的房间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088 · 辐射的生物效应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守规程，风险就很低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088 辐射的生物效应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按规程工作，辐射风险并不高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无证操作、擅自闯入，才真危险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懂防护、守规程，才最安全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把辐射工作和其他常见职业的风险比一比：按规程工作、受照剂量控制良好的辐射工作人员，风险很小，不高于许多常见职业。正常的辐射工作和规范的医学检查，不会出现确定性效应。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因为“风险低”就不戴剂量计、不守规程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因为害怕辐射而拒绝参加必要的培训和体检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088 · 辐射的生物效应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088 辐射的生物效应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受 X 射线、γ 射线照射时，人体细胞的 DNA 损伤主要来自：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射线直接击中 DNA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水分子辐射分解产生的自由基攻击 DNA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射线使人体发热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人体带上了放射性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判断：确定性效应超过阈值后，剂量越大，损伤越严重。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088 · 辐射的生物效应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088 辐射的生物效应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下列属于随机性效应的是：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皮肤红斑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白内障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辐射诱发的白血病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急性放射病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下列组织中，对辐射最敏感的是：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骨髓造血细胞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神经组织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肌肉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成人骨骼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088 · 辐射的生物效应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088 辐射的生物效应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判断：辐射防护采用线性无阈假设，所以只要剂量低于限值，就不需要再降低。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简答：地下实验室为什么要关注氡？怎样降低？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电离辐射打断分子化学键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直接作用与间接作用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DNA损伤：双链断裂最难修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修不好的三种结局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细胞存活曲线：一次击中与两次叠加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影响敏感性的因素：氧效应等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分裂越快，越怕辐射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两类效应：确定性与随机性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确定性效应：过阈值才出现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器官各有门槛：晶状体、皮肤、性腺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急性放射病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随机性效应：看概率，潜伏期长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线性无阈：防护上的谨慎假设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K14  遗传效应与生育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K15  胚胎和胎儿最敏感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K16  氡：天然照射里的头号风险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K17  守规程，风险就很低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《高校实验室安全》学习课件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