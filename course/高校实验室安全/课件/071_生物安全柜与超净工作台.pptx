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生物安全柜是生物实验室最关键的工程控制设备：用设备把危险隔开，挡住移液、混匀、开盖、接种等操作时产生的感染性气溶胶和飞溅。</a:t>
            </a:r>
          </a:p>
          <a:p>
            <a:r>
              <a:t>常用的生物安全柜同时保护三方面：保护操作人员不吸入、不接触病原；保护实验室环境不被污染；保护样品不被外界微生物污染。</a:t>
            </a:r>
          </a:p>
          <a:p>
            <a:r>
              <a:t>处理有生物危害的材料，如病原微生物培养物、临床标本（血液、体液等）、感染性样品，以及可能产生有毒或感染性颗粒的操作，都应在生物安全柜内进行。生物安全柜广泛用于医学研究、临床诊断和生物技术领域。认识柜子的主要部件：前窗（可升降的玻璃视窗）、前格栅、工作台面、后格栅和显示控制面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气流看不见，用发烟器放出的白烟就能看出方向：烟往哪走，空气就往哪走。以常用的Ⅱ级柜为例，正常工作时室内空气从前窗开口被吸进去，再向下钻进前格栅；前窗开口处的吸入气流与下降气流一起形成一道"气幕"，把柜内空气和室内空气隔开，保护操作者。</a:t>
            </a:r>
          </a:p>
          <a:p>
            <a:r>
              <a:t>柜顶的高效过滤器把空气滤干净，从上往下吹过工作区（下降气流），保护样品；气流落到台面后大致一半流向前格栅、一半流向后格栅。排出柜外的空气也要先经过高效过滤器，这一点与化学通风柜不同。</a:t>
            </a:r>
          </a:p>
          <a:p>
            <a:r>
              <a:t>归纳起来，生物安全柜靠三样东西防护：定向气流、高效过滤和围护结构。具体风速、风量以产品说明书和检测报告为准，本课不给数值。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效空气过滤器由多层交错的细纤维组成，气流通过时速度放慢，细小的颗粒、微生物和气溶胶被纤维拦截，过滤效率很高（具体效率以现行标准和产品说明为准）。生物安全柜的进风、下降气流和排风都靠它净化，它还要把病原拦在柜内。</a:t>
            </a:r>
          </a:p>
          <a:p>
            <a:r>
              <a:t>但高效过滤器只截颗粒，挡不住化学气体和蒸气。实验中既有感染性颗粒又有挥发性有害化学品时，要先问清实验室负责人该用哪种柜子（见 K9）。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柜按提供的防护水平分为Ⅰ级、Ⅱ级、Ⅲ级，风险越高，柜子的密闭程度越高；常用的Ⅱ级柜按排风方式又分不同类型。不同柜型能保护的对象各不相同，用哪种柜由风险评估结合实验活动来定，拿不准时先问老师，不能自己决定。</a:t>
            </a:r>
          </a:p>
          <a:p>
            <a:r>
              <a:t>选柜时要按国内的病原分类和《人间传染的病原微生物目录》判断：我国病原微生物第一类危害最大、第四类最低，与国际"风险组"编号方向相反，不能弄反（见第 058 课）。高致病性病原的实验活动，必须在相应级别的实验室内、经批准后进行（见第 060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Ⅰ级生物安全柜前面敞开，室内空气从前窗被吸入柜内，流过工作区后经高效过滤器排出。向里吸的气流保护操作者，排风过滤保护环境。</a:t>
            </a:r>
          </a:p>
          <a:p>
            <a:r>
              <a:t>由于进入柜内的是未经过滤的室内空气，直接流过样品，所以Ⅰ级柜不保护样品，样品可能被污染。它一般用于低到中度风险、对样品无菌要求不高的工作。能否用于少量挥发性化学品或放射性物质，要看排风方式并经评估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Ⅱ级生物安全柜是高校实验室最常用的柜型，人、环境、样品三方面都能保护：前窗吸入气流护人，柜顶过滤后的洁净下降气流护样品，排风经高效过滤护环境，柜内保持洁净。</a:t>
            </a:r>
          </a:p>
          <a:p>
            <a:r>
              <a:t>Ⅱ级柜内部空气一部分经过滤后循环，一部分经过滤后排出。按气流怎么走、排风排到哪里，Ⅱ级柜又分为不同类型：有的把过滤后的排风送回室内，有的通过管道全部排到室外。涉及少量挥发性有毒化学品时，只能在经评估、外排到室外的类型中进行（以产品说明和本校规定为准）。</a:t>
            </a:r>
          </a:p>
          <a:p>
            <a:r>
              <a:t>Ⅱ级柜适用于中到较高风险的工作，具体能做哪些病原的哪些实验，查《人间传染的病原微生物目录》并按风险评估确定。生物安全柜安装后、移位后和定期都要由有资质的机构检测，合格标签在有效期内才能使用（检测见第 073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Ⅲ级生物安全柜是防护水平最高的一种，对人、环境和样品的防护都最高。它是全密闭、气密的箱体，柜内与外界完全隔离，进风和排风都经高效过滤。</a:t>
            </a:r>
          </a:p>
          <a:p>
            <a:r>
              <a:t>操作时，人的手伸进与柜体密封连接的手套里操作；物品经传递窗（或配套的灭菌装置）进出，两道门不能同时打开。柜内的材料和废物都要封装并经消毒灭菌处理后才能拿出来。Ⅲ级柜用于最危险的病原，通常安装在高等级生物安全实验室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要外排的生物安全柜，柜内空气过滤后通过管道排出。连接方式有两种：一种是排风管直接硬连接到大楼排风系统；另一种是在柜子排风口上方罩一个集气罩（留有缝隙），便于风量平衡。风阀可随风速自动调节，有的还设备用连接。</a:t>
            </a:r>
          </a:p>
          <a:p>
            <a:r>
              <a:t>采用哪种方式由设施工程人员根据柜型和产品要求确定并调试，使用者不得自行改动排风管、风阀或集气罩（设施见第 064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柜和化学通风柜长得很像，但用途不同，不能混用。常见的Ⅱ级柜有部分空气经过滤后循环或回到室内，而高效过滤器挡不住化学蒸气，在柜内使用挥发性有毒化学品，蒸气会在柜内积聚或被吹回室内，还可能有燃爆风险。</a:t>
            </a:r>
          </a:p>
          <a:p>
            <a:r>
              <a:t>原则是：化学品操作进通风柜，生物样品操作进生物安全柜。生物安全柜防感染性气溶胶，不一定防化学品；要在安全柜内用挥发性化学品，先问清柜型是否允许、用量多少，经评估同意后才能用。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化学通风柜保护操作者不吸入有害的蒸气、气体和粉尘：它从实验室吸入空气，经管道直接排到室外，有害物质不会在室内积聚。</a:t>
            </a:r>
          </a:p>
          <a:p>
            <a:r>
              <a:t>通风柜常用于化学反应、蒸发溶剂以及其他使用有害化学品的操作。它不提供洁净气流，不保护样品，一般排风也不经高效过滤，不能用于感染性材料（通风柜原理和使用见第 051、052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超净工作台（洁净工作台、层流台）的作用是营造洁净环境：风机把室内空气推过高效过滤器，灰尘和微生物被拦下，干净的空气以平行、单向、稳定的层流吹过工作区，把污染物吹离样品，降低空气中的颗粒和微生物。</a:t>
            </a:r>
          </a:p>
          <a:p>
            <a:r>
              <a:t>超净台适合无菌操作，如配制培养基、处理无菌器材、植物组织培养、无致病性材料的细胞培养准备；在制药、电子等行业也常用。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超净台（尤其是水平层流型）的洁净风从里向外吹，直接吹向操作者；即使是垂直层流型，也没有吸入气流和排风过滤来保护人。所以它只保护样品，不保护人。</a:t>
            </a:r>
          </a:p>
          <a:p>
            <a:r>
              <a:t>病原微生物和感染性、可能有生物危害的材料，绝不能在超净台内操作，只能进生物安全柜。挥发性溶剂、有毒粉末也不能在超净台使用，风会把蒸气和粉末直接吹到操作者脸上。用什么设备，按风险评估和本校规定确定。</a:t>
            </a:r>
          </a:p>
          <a:p>
            <a:r>
              <a:t>无论超净台还是生物安全柜，使用前都要开机预运行一段时间、确认气流正常，前后格栅不要遮挡（详见第 072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超净台和生物安全柜都提供受控的环境，都用高效过滤器，但目的不同：超净台重在洁净，不管围护；生物安全柜重在把危险围住，同时兼顾洁净。</a:t>
            </a:r>
          </a:p>
          <a:p>
            <a:r>
              <a:t>气流方向不同：超净台的风平行吹过工作区、吹向外面；安全柜在前窗把风往里吸，护住操作者。围护结构也不同：超净台没有专门的围护，安全柜有前窗、侧壁屏障和过滤排风。因此，超净台用于制药、电子、无菌培养等洁净操作，安全柜用于感染性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三种柜子都有玻璃窗、都有风，常被搞混，用三句话记住：化学通风柜护人，防有害化学品；超净工作台护样品，不护人；生物安全柜人、样品、环境都护（Ⅰ级柜除外，不护样品）。</a:t>
            </a:r>
          </a:p>
          <a:p>
            <a:r>
              <a:t>选用时先看操作对象：有害化学品用通风柜；无致病性的无菌操作可用超净台；病原微生物和感染性材料用生物安全柜，柜型按风险评估确定。拿不准时先问实验室负责人。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答案：B。解析：超净台的洁净风吹向操作者，只护样品不护人。</a:t>
            </a:r>
          </a:p>
          <a:p>
            <a:r>
              <a:t>第 2 题 答案：B。解析：高效过滤器只截颗粒，挡不住气体和蒸气；常见柜型还有部分空气回到室内。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答案：B。解析：Ⅰ级柜吸入未过滤的室内空气流过样品，所以不护样品。</a:t>
            </a:r>
          </a:p>
          <a:p>
            <a:r>
              <a:t>第 4 题 答案：C。解析：病原和感染性材料只能在生物安全柜内操作，柜型按风险评估确定。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答案：B。解析：两道门不同时开，柜内材料和废物封装处理后才能出柜。</a:t>
            </a:r>
          </a:p>
          <a:p>
            <a:r>
              <a:t>第 6 题 答案：通风柜护人，防有害化学品；超净台护样品，不护人；生物安全柜人、样品、环境都护。解析：选用时按操作对象和风险评估确定。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生物安全柜与超净工作台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72 镜）　适用对象：使用生物安全柜、超净工作台的生命科学、医学、农学、环境等专业高校本科生、研究生和教职工（必修，上机操作前完成）；实验室负责人和设备管理人员重点学习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能说出生物安全柜靠定向气流、高效过滤器和围护结构保护人、环境和样品，知道高效过滤器只截颗粒、不挡气体。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能说出Ⅰ、Ⅱ、Ⅲ级生物安全柜的结构特点和保护对象，知道选哪种柜由风险评估决定。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能判断超净工作台只护样品不护人，病原和感染性材料、挥发性有毒物质不得在超净台内操作。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能区分生物安全柜、超净工作台、化学通风柜三者的用途并正确选用，知道生物安全柜不能当化学通风柜用。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《病原微生物实验室生物安全管理条例》（以现行文本为准）：病原微生物实验活动应在相应级别的实验室进行，实验室应配备与级别相适应的防护设备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生物安全通用要求》：可能产生气溶胶的操作在生物安全柜内进行，安全柜的选型、安装、检测和维护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233（以现行文本为准）《病原微生物实验室生物安全通用准则》：各级实验室对生物安全柜的配备要求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YY 0569（以现行文本为准）《Ⅱ级 生物安全柜》等生物安全柜现行国家/行业标准：结构、气流、过滤和检测要求（具体数值以现行文本、产品说明和检测报告为准）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《人间传染的病原微生物目录》（国家卫生健康委 2023 年版，以现行文本为准）：病原的危害程度分类和实验活动所需的防护级别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号，以现行文本为准）：安全设施设备的配备、使用和定期检测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本校生物安全柜和超净工作台使用管理规定（以本校规定为准）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生物安全柜：护人、护环境、护样品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生物安全柜是关键的工程控制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挡住操作产生的气溶胶和飞溅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保护操作者、环境，也保护样品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感染性材料、临床标本在柜内操作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生物安全柜是生物实验室最关键的工程控制设备：用设备把危险隔开，挡住移液、混匀、开盖、接种等操作时产生的感染性气溶胶和飞溅。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在开放台面上打开临床标本或培养物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不认识前格栅，把物品压在上面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气流原理：前窗吸入、下降气流、过滤排出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室内空气从前窗吸入，钻进前格栅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吸入气流形成气幕，隔开柜内外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柜顶过滤后的洁净风从上往下吹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排出的空气也先经高效过滤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气流看不见，用发烟器放出的白烟就能看出方向：烟往哪走，空气就往哪走。以常用的Ⅱ级柜为例，正常工作时室内空气从前窗开口被吸进去，再向下钻进前格栅；前窗开口处的吸入气流与下降气流一起形成一道"气幕"，把柜内空气和室内空气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以为柜子开着风机就一定安全，不看气流是否正常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以为安全柜排风不过滤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高效过滤器：截颗粒，不挡气体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高效过滤器能截住极细颗粒和微生物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多层纤维加慢速，更小的也被拦住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挡不住有害气体和蒸气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颗粒气体都有，先问清用哪种柜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高效空气过滤器由多层交错的细纤维组成，气流通过时速度放慢，细小的颗粒、微生物和气溶胶被纤维拦截，过滤效率很高（具体效率以现行标准和产品说明为准）。生物安全柜的进风、下降气流和排风都靠它净化，它还要把病原拦在柜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以为高效过滤器能吸附有毒气体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自行拆卸或碰撞过滤器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分三级，按风险评估选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按防护水平分Ⅰ、Ⅱ、Ⅲ级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风险越高，柜子越密闭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用哪种柜由风险评估定，拿不准先问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国内病原第一类最危险，别和国际弄反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柜按提供的防护水平分为Ⅰ级、Ⅱ级、Ⅲ级，风险越高，柜子的密闭程度越高；常用的Ⅱ级柜按排风方式又分不同类型。不同柜型能保护的对象各不相同，用哪种柜由风险评估结合实验活动来定，拿不准时先问老师，不能自己决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有柜子就用，不看柜型是否匹配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把国际风险组编号当成国内分类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Ⅰ级柜：护人和环境，不护样品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前面敞开，室内空气向里吸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经过高效过滤后再排出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护人、护环境，不护样品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一般用于低到中度风险的工作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Ⅰ级生物安全柜前面敞开，室内空气从前窗被吸入柜内，流过工作区后经高效过滤器排出。向里吸的气流保护操作者，排风过滤保护环境。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在Ⅰ级柜里做要求无菌的细胞培养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以为所有生物安全柜都护样品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Ⅱ级柜：最常用，分不同类型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最常用，人、环境、样品都护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部分空气循环，部分过滤排出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按气流和排风去向分不同类型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检测合格、标签有效才能使用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Ⅱ级生物安全柜是高校实验室最常用的柜型，人、环境、样品三方面都能保护：前窗吸入气流护人，柜顶过滤后的洁净下降气流护样品，排风经高效过滤护环境，柜内保持洁净。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不管是哪种类型，都在柜里用挥发性溶剂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检测过期的柜子继续使用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Ⅲ级柜：完全密闭，手套操作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防护最高，柜内与外界完全隔离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手伸进固定手套口操作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物品走传递窗，两道门不同时开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材料和废物封装处理后才能出柜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Ⅲ级生物安全柜是防护水平最高的一种，对人、环境和样品的防护都最高。它是全密闭、气密的箱体，柜内与外界完全隔离，进风和排风都经高效过滤。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传递窗两道门同时打开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未经处理就把柜内物品取出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排风连接由工程人员按柜型定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有的排风管直接接入大楼风管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有的上方罩集气罩，便于风量平衡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怎么连接由工程人员按柜型定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需要外排的生物安全柜，柜内空气过滤后通过管道排出。连接方式有两种：一种是排风管直接硬连接到大楼排风系统；另一种是在柜子排风口上方罩一个集气罩（留有缝隙），便于风量平衡。风阀可随风速自动调节，有的还设备用连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自行拆改排风管或集气罩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大楼排风停运时继续使用外排型柜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生物安全柜不是化学通风柜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两种柜长得像，用途不同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常见柜型有部分空气回到室内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滤网挡不住有毒蒸气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化学品进通风柜，生物样品进安全柜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柜和化学通风柜长得很像，但用途不同，不能混用。常见的Ⅱ级柜有部分空气经过滤后循环或回到室内，而高效过滤器挡不住化学蒸气，在柜内使用挥发性有毒化学品，蒸气会在柜内积聚或被吹回室内，还可能有燃爆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把生物安全柜当通风柜做有机溶剂实验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在通风柜里开盖处理感染性样品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化学通风柜：护人，排到室外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保护人不吸入有害蒸气、气体和粉尘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吸入室内空气，经管道排到室外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用于化学反应、蒸发溶剂等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不护样品，也不过滤病原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化学通风柜保护操作者不吸入有害的蒸气、气体和粉尘：它从实验室吸入空气，经管道直接排到室外，有害物质不会在室内积聚。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把通风柜当成可以做病原实验的地方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以为通风柜能保持样品无菌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超净工作台：单向气流，护样品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给怕污染的材料一个洁净空间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风机把空气推过高效过滤器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气流平行单向，几乎没有乱流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洁净风把污染物吹离样品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超净工作台（洁净工作台、层流台）的作用是营造洁净环境：风机把室内空气推过高效过滤器，灰尘和微生物被拦下，干净的空气以平行、单向、稳定的层流吹过工作区，把污染物吹离样品，降低空气中的颗粒和微生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以为超净台是"小号生物安全柜"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超净台不开机预运行就开始无菌操作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超净台不护人：禁病原、禁有毒挥发物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超净台的风是吹向人的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只护样品，不护人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病原和感染性材料不得进超净台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挥发性和有毒物也不得在超净台操作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超净台（尤其是水平层流型）的洁净风从里向外吹，直接吹向操作者；即使是垂直层流型，也没有吸入气流和排风过滤来保护人。所以它只保护样品，不保护人。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在超净台里接种、涂布细菌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在超净台里称量有毒粉末或用有机溶剂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洁净还是围护：两者的根本区别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超净台重洁净，安全柜重围护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超净台风往外吹，安全柜风往里吸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安全柜有前窗、屏障和过滤排风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超净台用于洁净操作，安全柜管感染性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超净台和生物安全柜都提供受控的环境，都用高效过滤器，但目的不同：超净台重在洁净，不管围护；生物安全柜重在把危险围住，同时兼顾洁净。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看都有玻璃窗和风，就认为可以互换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以为有高效过滤器就能防病原外泄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三句话记区别，按评估选用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三种柜子长得像，保护对象不同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通风柜：护人，防有害化学品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超净台：护样品，不护人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生物安全柜：人、样品、环境都护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三种柜子都有玻璃窗、都有风，常被搞混，用三句话记住：化学通风柜护人，防有害化学品；超净工作台护样品，不护人；生物安全柜人、样品、环境都护（Ⅰ级柜除外，不护样品）。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凭位置方便随便选一台柜子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病原实验去超净台"图干净"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下列哪种设备只保护样品、不保护操作者？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Ⅱ级生物安全柜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超净工作台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Ⅲ级生物安全柜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化学通风柜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判断：高效过滤器能截住有毒化学蒸气，所以生物安全柜可以当通风柜用。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关于Ⅰ级生物安全柜，正确的是：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人、环境、样品都护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护人和环境，不护样品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完全密闭，手套操作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只护样品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阿杰要涂布细菌平板，应在哪里操作？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超净工作台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开放台面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生物安全柜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化学通风柜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071 · 生物安全柜与超净工作台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071 生物安全柜与超净工作台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判断：Ⅲ级生物安全柜的传递窗两道门可以同时打开，以提高效率。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简答：用三句话说出化学通风柜、超净工作台、生物安全柜的区别。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生物安全柜：护人、护环境、护样品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气流原理：前窗吸入、下降气流、过滤排出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高效过滤器：截颗粒，不挡气体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分三级，按风险评估选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Ⅰ级柜：护人和环境，不护样品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Ⅱ级柜：最常用，分不同类型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Ⅲ级柜：完全密闭，手套操作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排风连接由工程人员按柜型定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生物安全柜不是化学通风柜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化学通风柜：护人，排到室外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超净工作台：单向气流，护样品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超净台不护人：禁病原、禁有毒挥发物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洁净还是围护：两者的根本区别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三句话记区别，按评估选用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