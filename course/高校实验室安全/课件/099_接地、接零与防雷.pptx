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接地，就是用电阻很小的导体，把电气设备的某一部分（如金属外壳）或电力系统的某一点与大地可靠连接。设备一旦漏电，不该有的电就可以经接地导体流入大地，而不是经过人体（见 K4）。</a:t>
            </a:r>
          </a:p>
          <a:p>
            <a:r>
              <a:t>接地是防止间接接触触电的基本保护措施（见第 098 课），同时也保护设备和建筑。有人认为“接地可有可无”，这是错误的：外壳漏电时，正是靠接地把电流导走并使保护装置动作。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地按目的分为两类。保护接地：把电气设备正常不带电的外露金属部分（外壳、框架、支架）与接地装置相连，设备内部绝缘损坏、外壳带电时，故障电流经接地导体流走，降低人体接触时的电压，并使保护开关动作。和实验室使用者关系最近的就是保护接地。</a:t>
            </a:r>
          </a:p>
          <a:p>
            <a:r>
              <a:t>系统接地（工作接地）：把电源（变压器、发电机）的中性点与大地相连，使系统对地电压稳定，发生接地故障时故障电流有安全通路、保护装置可靠动作。</a:t>
            </a:r>
          </a:p>
          <a:p>
            <a:r>
              <a:t>“接地”在不同国家、不同标准中的叫法和分类不尽相同，国外视频中的术语和做法不一定适用。国内实际工作按国家标准、本校电气设计和电工的要求执行。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在我国常见的 TN 系统中，设备金属外壳通过插座的保护导体（PE 线）与电源中性点相连，习惯上叫“保护接零”（与外壳直接接接地极的“保护接地”相对）。外壳一旦漏电，相线经外壳、PE 线形成单相短路，电流很大，使断路器或熔断器迅速切断电源；配合漏电保护器，保护更可靠（见第 100 课）。</a:t>
            </a:r>
          </a:p>
          <a:p>
            <a:r>
              <a:t>中性线（N）是工作回路的一部分，平时有工作电流流过，并不是“没电的线”；保护导体（PE）平时没有电流，只在故障时导走故障电流。两者作用不同，不能混用：不能用 N 线代替 PE 线给外壳接地，不能在插头或插座里把 N 和 PE 短接，PE 线上不能装开关或熔断器，不能断开（导体颜色按现行国家标准和本校规定）。</a:t>
            </a:r>
          </a:p>
          <a:p>
            <a:r>
              <a:t>接线错误（如相线与 N、PE 接反）会使外壳直接带电，非常危险。插座、配电线路的安装和改动只能由持证电工进行（见第 101、105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低压配电系统按电源中性点和设备外壳的接地方式，分为 TN、TT、IT 三类（概念了解即可）。TN 系统电源中性点直接接地，设备外壳经保护导体接到中性点：其中 TN-S 系统 N 线和 PE 线全程分开，安全性较好，常用于实验楼等新建建筑；TN-C-S 系统在进入建筑前 N 和 PE 合为一根（PEN 线），进入建筑后在总配电箱处分开，此后不得再合并。</a:t>
            </a:r>
          </a:p>
          <a:p>
            <a:r>
              <a:t>TT 系统电源中性点接地，设备外壳单独接到自己的接地极，接地故障电流较小，往往不足以使断路器动作，必须装设漏电保护器（GB/T 13955-2017，以现行文本为准）。IT 系统电源中性点不接地或经高阻抗接地，用于对供电连续性要求很高的特殊场所。</a:t>
            </a:r>
          </a:p>
          <a:p>
            <a:r>
              <a:t>采用哪种系统由电气设计确定；同一供电系统中，不能一部分设备保护接地、另一部分保护接零地混接，也不能私自改变接地方式。具体要求以现行国家标准和本校电气管理规定为准。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接地的作用可以归纳为五点：一是为漏电流提供一条低电阻的入地通路；二是降低触电风险，保护人身安全（见 K4）；三是建筑物防雷，接闪器接住的雷电流要靠接地装置泄入大地（见 K12）；四是使雷电流、短路故障电流安全泄放，保护系统和设备不被损坏；五是为精密电子仪器提供稳定的参考电位，减少干扰，使设备工作更稳。</a:t>
            </a:r>
          </a:p>
          <a:p>
            <a:r>
              <a:t>接地减少了触电、电气火灾和设备损坏。配电柜外壳带电时，如果接地断了，人一碰就会触电；接地完好，故障电流有路可走，开关跳闸切断电源。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对比两种情况：设备没有接地，内部绝缘损坏后外壳带电，人一碰外壳，电流就经过人体流入大地，这就是触电。设备可靠接地（接 PE 线），外壳照样漏电，但故障电流主要沿电阻很小的接地线流走，外壳对地电压降低，同时较大的故障电流使断路器、熔断器动作切断电源，人就安全得多。</a:t>
            </a:r>
          </a:p>
          <a:p>
            <a:r>
              <a:t>例如电焊机、加热炉等设备内部绝缘损坏、外壳带电，接地良好时故障电流有安全通路，人碰到机壳的触电风险大大降低。前提是接地完好：接地线断了、松了、接错了，就失去保护。</a:t>
            </a:r>
          </a:p>
          <a:p>
            <a:r>
              <a:t>接地有时不足以快速切断电源（如故障电流不大时），因此还要配合漏电保护器，漏电时立即断电（见第 100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带金属外壳的仪器、灯具和电动工具（Ⅰ类设备）都要可靠接地：通过三极插头的接地极接入三孔插座的保护导体，或通过仪器的专用接地端子接到接地系统（GB 4793.1-2007，以现行文本为准）。购买符合国家标准的合格设备。</a:t>
            </a:r>
          </a:p>
          <a:p>
            <a:r>
              <a:t>不能掰掉接地极，不能把三极插头换成两极插头，不能用没有接地的插座或两孔转换插头；插头插不进，就请电工更换合格的三孔插座。仪器专用接地线不得私自拆除，接地线松了、断了，报告老师由电工维修。</a:t>
            </a:r>
          </a:p>
          <a:p>
            <a:r>
              <a:t>需要特别留意接地的设备有：临时配电箱、发电机、电焊机、电动工具，以及实验室的配电箱和金属外壳仪器。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接地线不能随手夹在水管、暖气管或燃气管上：管道接头可能不导电，接地效果不可靠，还会使管道带电，人接触时触电，甚至引燃燃气。接地要接到专用的接地端子或插座保护导体，由电工施工。</a:t>
            </a:r>
          </a:p>
          <a:p>
            <a:r>
              <a:t>不能为了消除信号干扰而拆掉接地：外壳一旦漏电就没有保护了。干扰问题请老师和工程师用正确方法解决（如改善屏蔽、单点接地，由专业人员确定）。</a:t>
            </a:r>
          </a:p>
          <a:p>
            <a:r>
              <a:t>自己搭建的实验装置，金属框架也可能因导线破损而带电，通电前请电工检查并可靠接地。仪器新装或换了位置，先请电工确认插座接地可靠再插电开机。仪器维修后，接地线要装回并测量导通，清点工具和螺钉，机内不留异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等电位联结是把建筑物或场所内可同时触及的金属部件（设备外壳、金属台架、金属管道、建筑钢筋等）用导线连接在一起并接地，使它们电位基本一致。这样即使发生故障，人同时接触两处金属时，两者之间也没有危险的电压差。</a:t>
            </a:r>
          </a:p>
          <a:p>
            <a:r>
              <a:t>建筑总配电处有总等电位联结，潮湿场所、特殊实验场所还可能设置局部等电位联结（以设计和现行标准为准）。联结线和端子由电工按设计安装，使用者不得拆除、改动；发现联结线断开、松脱及时报告。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地装置由接地极（埋入土壤中的导体）和接地线组成。常见的接地极有：管式（把金属管埋入地下）、板式（埋入金属板）、棒式（把导电棒打入土中）；建筑物还常利用基础钢筋作自然接地极。接地极常用镀锌钢等耐腐蚀材料。</a:t>
            </a:r>
          </a:p>
          <a:p>
            <a:r>
              <a:t>选用哪种接地极、用什么材料和规格、接地电阻应达到多少，由设计和专业人员根据土壤条件和用途，按现行国家标准确定；国外视频中的接地坑做法和数值不适用。接地装置的施工和改动由有资质的单位和持证电工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接地检查一步一步来。外观：接地端子、接地测试点位置清楚，有接地标识，便于检查，有防护；接地检查井盖板完好，不能破损。周边环境：有没有积水、施工开挖或机械损坏。</a:t>
            </a:r>
          </a:p>
          <a:p>
            <a:r>
              <a:t>连接：接头要紧固、不松动，没有严重锈蚀，导线接到正确的端子上。配电箱内保护导体要接到箱体和接地排上；电源端要做好接地；接地线要连续不断，接头拧紧；检查表上注明接地线的规格（安全检查清单见第 104 课）。</a:t>
            </a:r>
          </a:p>
          <a:p>
            <a:r>
              <a:t>实验室人员日常能做的是：看设备接地线、插头接地极是否完好，配电箱和仪器接地标识是否清楚，发现问题报告；打开配电箱、测试和维修由电工进行。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地好不好，光看外观判断不了，要测量接地电阻并查看测试记录。测量由合格的电工使用经过校准的接地电阻测试仪进行，测出的数值记入检查表或台账，并对照现行国家标准和设计要求核对（具体限值以现行标准和设计为准）。理解为什么要接地、怎样降低接地电阻，是电气专业实验的内容，实验在教师指导下按规程进行。</a:t>
            </a:r>
          </a:p>
          <a:p>
            <a:r>
              <a:t>有了漏电保护，插座接地也得靠得住：接地孔“空的”，外壳漏电就没有出路。插座接地由电工定期检测并做好记录；插座松动、发烫、发黑，停用报修（见第 101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检查中发现接头松动、锈蚀、接地线断开、盖板损坏，不能忽视，要记录下来，报告实验室负责人并通知电工整改；修好后再复查确认，整改闭环后才算完成（隐患整改见第 005 课）。</a:t>
            </a:r>
          </a:p>
          <a:p>
            <a:r>
              <a:t>检查人员的本职是检查、核实、报告、跟进，不亲自维修和测试，交给有资质的电工来做。接地检查不光看检查井，还要看连接、设备和记录；用电的小疏忽，可能变成大事故。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建筑物防雷装置主要由接闪器（避雷针、避雷带、避雷网）、引下线和接地装置组成，按 GB 50057（以现行文本为准）设计安装。雷击时，接闪器接住雷电流，沿引下线泄入大地，保护建筑和人员；电源和信号线路还可能装有电涌保护器，防止雷电波沿线路侵入损坏仪器。</a:t>
            </a:r>
          </a:p>
          <a:p>
            <a:r>
              <a:t>防雷装置要按规定由具备资质的单位定期检测，并留存检测报告（检测周期和要求以《防雷减灾管理办法》等现行规定为准）。日常发现楼顶接闪器损坏、引下线锈断或松脱、断接卡丢失，及时报告学校后勤或设施管理部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雷雨天气，雷电波可能沿电源线、信号线侵入，损坏精密仪器。雷雨来临前，按本实验室规定关闭不必要运行的精密仪器并断电，拔掉暂时不用的插头；冰箱、培养箱、超低温冰箱等不能断电的设备按本实验室规定处理。</a:t>
            </a:r>
          </a:p>
          <a:p>
            <a:r>
              <a:t>雷雨时不要在户外、楼顶进行用电作业或搬运金属长杆，不要靠近防雷引下线、楼顶金属栏杆、金属旗杆；不在室外使用电动工具。雷雨过后发现仪器异常，停用并报告，由专业人员检查。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答案：C。解析：N 平时有工作电流；PE 专连外壳，不得与 N 混用、短接，不得装开关或熔断器。</a:t>
            </a:r>
          </a:p>
          <a:p>
            <a:r>
              <a:t>第 2 题 答案：B。解析：拆接地使外壳漏电时失去保护；水管燃气管不是可靠接地，还会使管道带电。干扰找老师和工程师解决。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答案：B。解析：前提是接地完好，并配合漏电保护器。</a:t>
            </a:r>
          </a:p>
          <a:p>
            <a:r>
              <a:t>第 4 题 答案：B。解析：A 为 TN-S，C 为 TN-C-S，D 为 IT 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答案：B。解析：光看外观判断不了，要由合格电工用校准过的仪器测量接地电阻并记录。</a:t>
            </a:r>
          </a:p>
          <a:p>
            <a:r>
              <a:t>第 6 题 答案：雷雨前按规定关闭不必要运行的精密仪器并断电，拔掉不用的插头，不能断电的设备按本实验室规定处理；雷雨时不在户外和楼顶用电作业，不靠近引下线和金属栏杆；雷雨后仪器异常停用并报告。解析：雷电波可沿电源和信号线侵入损坏仪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接地、接零与防雷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第8章 电气安全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68 镜）　适用对象：进入实验室的全体本科生、研究生和教职工，实验室负责人、实验室安全员和负责安全检查的人员；接地、防雷装置的施工、测量和维修由持证电工和有资质的检测单位进行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能说出接地的含义和作用，区分保护接地与系统接地、保护接地与保护接零，知道中性线（N）和保护导体（PE）的区别。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 TN-S、TN-C-S、TT 等低压配电系统接地形式的基本概念，知道接法由设计和电工确定、不能混接。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能做到金属外壳设备使用三极插头和合格的三孔插座，不掰接地极、不拆接地线、不借水管燃气管接地，仪器新装移位先确认接地。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能判断接地和防雷装置检查的要点（外观、环境、连接、接地电阻测试记录、定期检测），知道雷雨天气的用电要求。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13869-2017（以现行文本为准，GB/T 13869-2026 即将实施）《用电安全导则》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50054（以现行文本为准）《低压配电设计规范》：系统接地形式、保护接地与等电位联结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13955-2017（以现行文本为准）《剩余电流动作保护装置安装和运行》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4793.1-2007（以现行文本为准，GB 4793-2024 已发布、即将实施）《测量、控制和实验室用电气设备的安全要求 第1部分：通用要求》：保护接地端子与保护导体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50057（以现行文本为准）《建筑物防雷设计规范》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《防雷减灾管理办法》（以现行文本为准）：防雷装置定期检测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号）：用电安全与安全检查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电工作业人员持特种作业操作证上岗（以现行规定为准）；导体颜色按现行国家标准和本校规定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接地：把不该有的电引入大地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接地：用电阻很小的导线把导电部分连到大地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把不该有的电引进大地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接地是防触电的重要保护，不能忽视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接地，就是用电阻很小的导体，把电气设备的某一部分（如金属外壳）或电力系统的某一点与大地可靠连接。设备一旦漏电，不该有的电就可以经接地导体流入大地，而不是经过人体（见 K4）。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认为仪器能正常工作，接地线有没有都无所谓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把接地当成电工的事，从不留意自己仪器的接地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保护接地与系统接地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设备不带电的金属外壳接地，叫保护接地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电源系统中性点接地，叫系统接地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保护接地防触电，系统接地让系统稳定可靠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叫法各国不同，按国家标准和设计执行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接地按目的分为两类。保护接地：把电气设备正常不带电的外露金属部分（外壳、框架、支架）与接地装置相连，设备内部绝缘损坏、外壳带电时，故障电流经接地导体流走，降低人体接触时的电压，并使保护开关动作。和实验室使用者关系最近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把国外视频中的接地做法直接搬到国内实验室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以为系统接地了，设备外壳就不用再接保护导体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保护接零：外壳接PE线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插座里有相线 L、中性线 N 和保护导体 PE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中性线平时走工作电流，保护导体平时无电流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外壳接 PE 线，漏电时保护开关迅速跳闸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N 和 PE 不能混用、不能接错、不能短接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在我国常见的 TN 系统中，设备金属外壳通过插座的保护导体（PE 线）与电源中性点相连，习惯上叫“保护接零”（与外壳直接接接地极的“保护接地”相对）。外壳一旦漏电，相线经外壳、PE 线形成单相短路，电流很大，使断路器……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认为中性线“零线”没电，可以随便碰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自己改接插座，把 N 线和 PE 线接在一起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低压配电系统的接地形式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TN-S：N 和 PE 全程分开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TN-C-S：进楼前合一，进楼后分开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TT：设备外壳单独接地，必须装漏电保护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接法由设计和电工确定，同一系统不能混接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低压配电系统按电源中性点和设备外壳的接地方式，分为 TN、TT、IT 三类（概念了解即可）。TN 系统电源中性点直接接地，设备外壳经保护导体接到中性点：其中 TN-S 系统 N 线和 PE 线全程分开，安全性较好，常……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自己给仪器另打接地桩，与原有系统混接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 TN-C-S 系统的分开点之后又把 N 和 PE 并在一起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接地的五个作用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一是给漏电流另开一条入地的通路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二是减少触电，保护人身安全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三是建筑防雷，四是泄放雷电和短路电流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五是让精密电子设备工作更稳定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接地的作用可以归纳为五点：一是为漏电流提供一条低电阻的入地通路；二是降低触电风险，保护人身安全（见 K4）；三是建筑物防雷，接闪器接住的雷电流要靠接地装置泄入大地（见 K12）；四是使雷电流、短路故障电流安全泄放，保……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只把接地理解为防干扰，为了“信号好”随意改接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以为接地只和防雷有关，与日常仪器无关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有接地和没接地：电流走哪里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没接地：外壳漏电，人一碰电流从人身上走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有接地：故障电流沿接地线走，人安全得多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大的故障电流还能让保护开关跳闸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前提是接地完好，并配合漏电保护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对比两种情况：设备没有接地，内部绝缘损坏后外壳带电，人一碰外壳，电流就经过人体流入大地，这就是触电。设备可靠接地（接 PE 线），外壳照样漏电，但故障电流主要沿电阻很小的接地线流走，外壳对地电压降低，同时较大的故障电……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有了接地就不装漏电保护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接地线断了也没人发现，照样使用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金属外壳设备要接地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金属外壳的仪器、灯具都要可靠接地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用三极插头，插合格的三孔插座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不掰接地极，不把三孔改成两孔用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有专用接地线的仪器，不得私拆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临时配电箱、电焊机等更要盯紧接地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带金属外壳的仪器、灯具和电动工具（Ⅰ类设备）都要可靠接地：通过三极插头的接地极接入三孔插座的保护导体，或通过仪器的专用接地端子接到接地系统（GB 4793.1-2007，以现行文本为准）。购买符合国家标准的合格设备。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用两孔转换插头给三极插头的仪器供电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搬运仪器时把接地线拆下后忘了装回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接地不能省、不能凑合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接地不能夹在水管、燃气管上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不能为了消除干扰拆掉接地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自制装置的金属框架也要接地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仪器新装、移位，先确认接地再通电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维修后装回接地线，测导通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接地线不能随手夹在水管、暖气管或燃气管上：管道接头可能不导电，接地效果不可靠，还会使管道带电，人接触时触电，甚至引燃燃气。接地要接到专用的接地端子或插座保护导体，由电工施工。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为了“去噪声”把仪器接地线剪断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把地线夹在水龙头上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等电位联结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等电位联结：把金属部件连在一起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电位一致，人同时碰两处也没有电压差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联结线由电工按设计安装，不得拆除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等电位联结是把建筑物或场所内可同时触及的金属部件（设备外壳、金属台架、金属管道、建筑钢筋等）用导线连接在一起并接地，使它们电位基本一致。这样即使发生故障，人同时接触两处金属时，两者之间也没有危险的电压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装修或移动台架时拆掉联结线不恢复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认为联结线“没用”剪掉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接地装置：接地极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常见接地极有管式、板式、棒式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常用镀锌钢等耐腐蚀材料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用哪种由专业人员按标准和设计确定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接地装置由接地极（埋入土壤中的导体）和接地线组成。常见的接地极有：管式（把金属管埋入地下）、板式（埋入金属板）、棒式（把导电棒打入土中）；建筑物还常利用基础钢筋作自然接地极。接地极常用镀锌钢等耐腐蚀材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自己在楼外打一根钢钎当仪器接地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用国外视频里的接地电阻数值作为判断标准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接地检查：外观、环境与连接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位置清楚、有标识、能接近、有保护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检查井盖板完好，周边无积水和开挖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连接紧固，没有严重锈蚀，导线接对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接地线连续不断，规格写明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接地检查一步一步来。外观：接地端子、接地测试点位置清楚，有接地标识，便于检查，有防护；接地检查井盖板完好，不能破损。周边环境：有没有积水、施工开挖或机械损坏。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只看外观就认定接地合格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学生自己打开配电箱检查接地排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接地电阻的测量与记录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光看外观，判断不了接地好坏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由合格电工用校准过的仪器测量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结果记入台账，对照标准和设计核对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插座接地也要定期检测并记录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接地好不好，光看外观判断不了，要测量接地电阻并查看测试记录。测量由合格的电工使用经过校准的接地电阻测试仪进行，测出的数值记入检查表或台账，并对照现行国家标准和设计要求核对（具体限值以现行标准和设计为准）。理解为什么要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接地电阻从来没测过，也没有记录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学生自行用万用表在插座里测试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发现问题：报告、整改、复查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发现松动、锈蚀，记下来，不忽视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检查人员不动手修，交电工整改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整改后复查确认，形成闭环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小疏忽会变成大事故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检查中发现接头松动、锈蚀、接地线断开、盖板损坏，不能忽视，要记录下来，报告实验室负责人并通知电工整改；修好后再复查确认，整改闭环后才算完成（隐患整改见第 005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发现问题只口头说一句，没有记录和跟进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检查人员自己动手拧接地端子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建筑防雷与定期检测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建筑防雷由接闪器、引下线、接地装置组成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雷电流沿引下线泄入大地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防雷装置按规定定期检测，留好报告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引下线锈断、松脱，及时报告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建筑物防雷装置主要由接闪器（避雷针、避雷带、避雷网）、引下线和接地装置组成，按 GB 50057（以现行文本为准）设计安装。雷击时，接闪器接住雷电流，沿引下线泄入大地，保护建筑和人员；电源和信号线路还可能装有电涌保护……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楼顶加装设备时拆掉或碰断避雷带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防雷检测报告过期没人过问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雷雨天气的用电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雷雨前，按规定关闭精密仪器、断电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不用的插头拔下来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雷雨时不在户外和楼顶进行用电作业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不靠近引下线和楼顶金属栏杆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雷雨天气，雷电波可能沿电源线、信号线侵入，损坏精密仪器。雷雨来临前，按本实验室规定关闭不必要运行的精密仪器并断电，拔掉暂时不用的插头；冰箱、培养箱、超低温冰箱等不能断电的设备按本实验室规定处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雷雨中上楼顶检修室外设备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雷雨时还在户外拖着电缆作业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关于中性线（N）和保护导体（PE），下列说法正确的是：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中性线没有电，可以随便碰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可以在插头里把 N 和 PE 短接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PE 平时无电流，只在故障时导走故障电流，不能与 N 混用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PE 线上应装开关方便检修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判断：仪器信号干扰大，可以拆掉接地线或把地线夹到水管上解决。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金属外壳设备漏电时，可靠接地起什么作用？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让外壳电压升高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故障电流沿接地线流走，降低接触电压并使保护开关动作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让设备继续工作不受影响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没有作用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下列关于 TT 系统的说法正确的是：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N 和 PE 全程分开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设备外壳单独接地，必须装设漏电保护器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进楼前合一、进楼后分开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电源中性点不接地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099 · 接地、接零与防雷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099 接地、接零与防雷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判断：接地是否良好，只要看接地端子外观没锈就可以确定，不需要测量。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简答：雷雨天气实验室用电应注意什么？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接地：把不该有的电引入大地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保护接地与系统接地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保护接零：外壳接PE线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S2  低压配电系统的接地形式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接地的五个作用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有接地和没接地：电流走哪里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金属外壳设备要接地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接地不能省、不能凑合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等电位联结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接地装置：接地极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接地检查：外观、环境与连接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接地电阻的测量与记录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发现问题：报告、整改、复查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建筑防雷与定期检测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雷雨天气的用电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