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一个生物安全实验室能否安全运行，首先看组织：谁决策、谁把关、谁执行。高校实行学校—学院—实验室三级管理（通用讲法见第 004 课），实验室负责人是本实验室生物安全的第一责任人。</a:t>
            </a:r>
          </a:p>
          <a:p>
            <a:r>
              <a:t>生物安全的组织结构可以分三层：上层是学校和学院领导，负责决策和资源保障；中层是生物安全委员会和生物安全员，负责审查和把关；下层是技术人员、研究人员和辅助人员，按规程执行。周边还有设施工程（电、通风、空调）、保卫（门禁和数据安全）、职业健康（体检和医学监护）、实验动物管理以及外部专家顾问。</a:t>
            </a:r>
          </a:p>
          <a:p>
            <a:r>
              <a:t>体系里最关键的是人。每一层的人员都要经过培训，而且培训不是一次性的，要随着任务、设备和规定的变化持续进行（见第 069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校、科研院所和医院一般都设有单位生物安全委员会，成员包括管理人员和生物安全、微生物、医学、工程等方面的技术专家。委员会位于组织的顶端，制定本单位、本实验室的生物安全政策，并通过设施经理、生物安全员和相关职能部门监督落实。</a:t>
            </a:r>
          </a:p>
          <a:p>
            <a:r>
              <a:t>委员会的核心工作是审查：涉及病原微生物、转基因等的研究，新课题开题或方法有重大改变时，先做风险评估（见第 067、068 课），再提交委员会审查；风险评估结论和应采用的防护级别由委员会把关。</a:t>
            </a:r>
          </a:p>
          <a:p>
            <a:r>
              <a:t>国内对实验室和实验活动有法定程序：一级、二级生物安全实验室按规定向主管部门备案；三级、四级实验室须通过国家认可，从事高致病性病原微生物实验活动须经批准（具体程序以现行法规为准）。学生不能自己决定开展新实验，更不能自己给病原或实验活动"定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设施经理（设施工程师）负责生物安全实验室的"硬件"：供电、通风和定向气流、空调、给排水、高压灭菌器等设施设备的运行和日常维护，设备出故障时组织抢修。他应当是合格的工程技术人员。</a:t>
            </a:r>
          </a:p>
          <a:p>
            <a:r>
              <a:t>设施经理进入实验室维修时同样面临生物风险，所以除了懂工程，还必须懂生物安全规程：维修前与实验室负责人沟通、按要求消毒和穿戴防护、做好记录（设施的设计与运行见第 064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生物安全员（有的单位称生物安全负责人、安全监督员）是生物安全体系中"人"的关键一环：读懂单位的生物安全政策，并把它落实到每一间实验室。他应受过专门培训，懂生物学、懂法规、也懂操作。</a:t>
            </a:r>
          </a:p>
          <a:p>
            <a:r>
              <a:t>安全员的主要工作是三步循环：评估风险、落实控制措施、检查控制成效。在实验室现场，安全员有权监督日常运行；发现防护被破坏或违规操作，有权当场指出并制止。按 GB 19489-2008（以现行文本为准）的要求，单位应指定安全负责人，并赋予其监督实验室活动、制止不安全行为的职责和权力。</a:t>
            </a:r>
          </a:p>
          <a:p>
            <a:r>
              <a:t>各单位对这一岗位的叫法可能不同，但职责是相近的。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负责"有三层含义：一是职责，分内的事必须去管，不能推；二是问责，做了什么、怎么做的，要负得起责，而这要靠完整的记录来证明；三是授权，安全员要有独立决定的权力，发现严重风险时能够叫停实验，而不必等待层层批准。</a:t>
            </a:r>
          </a:p>
          <a:p>
            <a:r>
              <a:t>单位要通过书面文件明确安全员的职责和权力，并在组织上给予支持，否则"有责无权"，监督就会落空。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项目负责人（课题负责人、导师）最了解自己的实验：用什么病原或材料、做哪些操作、风险在哪里。因此，具体的防护措施由项目负责人在风险评估基础上提出，经委员会审查后落实。</a:t>
            </a:r>
          </a:p>
          <a:p>
            <a:r>
              <a:t>项目负责人带领团队对实验本身负责：组织风险评估、编写操作规程、保证组内人员培训合格和健康监护到位、监督规程执行，出现事故及时报告。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合起来看：生物安全委员会统管全局，设施经理保证设施设备正常运转，生物安全员负责评估、控制和检查，项目负责人对实验本身负责。</a:t>
            </a:r>
          </a:p>
          <a:p>
            <a:r>
              <a:t>各方像一组咬合的齿轮，任何一方缺位，整个体系都会停转。例如设施停电检修，要提前通知项目负责人暂停实验；安全员发现问题，要同时告知项目负责人和设施经理。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员首先要懂微生物学和细胞生物学。例如有老师想在普通教学实验室培养某种病原，安全员要先问：是什么病原？在国内分类中属于第几类？需要几级生物安全实验室？然后组织风险评估、确定控制措施、检查效果。实验室条件不够、没有经过审批的，不能开工。</a:t>
            </a:r>
          </a:p>
          <a:p>
            <a:r>
              <a:t>要特别注意：我国《病原微生物实验室生物安全管理条例》把病原微生物分为四类，第一类危害最大、第四类最低，与国际上按"风险组"从低到高编号的方向正好相反，不能弄反（见第 058 课）。</a:t>
            </a:r>
          </a:p>
          <a:p>
            <a:r>
              <a:t>安全员也要懂基因工程和生物技术：基因改造可能改变病原的致病性、宿主范围等特性，这类研究必须先评估、经审查批准（见第 081 课）。此外，实验室里除了生物风险，还有化学品、锐器、用电等风险，也要一并评估。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生物安全不只保护实验人员，还要保护实验室外的公众和环境。人兽共患病原、转基因动植物和微生物、实验动物和媒介昆虫一旦逃逸到外界，可能造成传播或生态影响，安全员要督促落实防逃逸措施（见第 082、084 课）。</a:t>
            </a:r>
          </a:p>
          <a:p>
            <a:r>
              <a:t>遇到自己不熟悉的领域或拿不准的问题，要及时请教专家或上报委员会，不能凭感觉决定。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员要懂实验室的关键设备。以生物安全柜为例：选型要符合实验活动的防护需要，安装位置要避开门口和人员走动的气流干扰，安装后、移位后和定期都要由有资质的机构检测合格才能使用，出现故障要及时维修（生物安全柜见第 071–073 课）。</a:t>
            </a:r>
          </a:p>
          <a:p>
            <a:r>
              <a:t>安全员自己会正确使用设备，才能培训和指导别人使用。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有人觉得安全是负担：花钱、费时间、影响进度。这时硬压规定没有用。推动改变要分三步：先让领导和大家明白为什么要管（提高意识），再在全单位充分沟通，最后通过培训和制度真正落实。</a:t>
            </a:r>
          </a:p>
          <a:p>
            <a:r>
              <a:t>合规就是遵从规则、标准和法律，但"法律逼我才遵守"是不够的。只有明白了道理，知道这是在保护自己和他人，才会主动去做。</a:t>
            </a:r>
          </a:p>
          <a:p>
            <a:r>
              <a:t>安全员沟通时要讲清楚、说得服人，对领导、同事和外单位都一样；要对事不对人、不带偏见，体察不同背景的人对风险的不同看法。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新上任的安全员可以从四方面入手：政策、法律、社会责任和人。先推动把生物安全写进单位的发展目标和政策；政策必须在国家法律法规的范围之内；生物安全也是单位对社会应负的责任。</a:t>
            </a:r>
          </a:p>
          <a:p>
            <a:r>
              <a:t>最关键的是找到各层级愿意带头推动安全的人，支持他们，让他们影响身边的人。安全计划由制度、设施、培训、健康监护、应急等许多部分组成，安全员要让这些部分和人环环相扣、一起运转。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实验动物、植物（封闭温室）、昆虫和媒介生物、临床检验等特殊领域风险更高，各有专门的法规和标准，安全员需要的本领也更多（见第 079、082、084 课）。</a:t>
            </a:r>
          </a:p>
          <a:p>
            <a:r>
              <a:t>安全员的能力是一点点积累起来的。法规、标准和技术都在更新，安全员要持续学习、参加培训，把自己当成一份需要常更新的"活文件"。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可以先做个小练习：写下你认为安全员应该做什么，学完后再对照补充。</a:t>
            </a:r>
          </a:p>
          <a:p>
            <a:r>
              <a:t>安全员能否发挥作用，取决于六点：领导支持（第一条）、懂生物学、懂法规、懂工程控制和个人防护用品、会培训、能推动改变。政策要靠沟通和培训才能真正落地。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每个实验室都要有书面的生物安全政策，写明单位对生物安全和生物安保的承诺，由管理层批准发布。</a:t>
            </a:r>
          </a:p>
          <a:p>
            <a:r>
              <a:t>政策不能空喊口号，要具体、可衡量、做得到、有时限，例如"每年组织一次全员培训和考核""安全柜每年检测一次"。安全员和各岗位的职责也要写成文字，纳入生物安全手册。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政策之下是生物安全手册（以及程序文件、操作规程等管理体系文件）。手册必须依据国家和地方的法律法规、国家标准编写，国际指南可以参考，但以国内规定为准。</a:t>
            </a:r>
          </a:p>
          <a:p>
            <a:r>
              <a:t>手册只写本实验室的内容：布局、人员职责、准入、操作规程、消毒和废物处理、应急处置等，要具体、可操作，不能照抄别人的。</a:t>
            </a:r>
          </a:p>
          <a:p>
            <a:r>
              <a:t>建实验室时，先确定谁负责、配备多少人员、是否需要设施经理；就像买车要配说明书，实验室楼建好时，生物安全手册和管理制度也要同时建好，不能"先用起来再说"。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作为学生，首先要认清本实验室的负责人、导师和生物安全员，看懂门口安全信息牌上的联系方式。</a:t>
            </a:r>
          </a:p>
          <a:p>
            <a:r>
              <a:t>新课题、新方法先交导师，经风险评估和单位审查批准后才能开展；接受安全员的监督检查，被指出问题立即改正。发生溢洒、暴露、丢失等事件时，先按应急程序处置，同时报告实验室负责人，再逐级报学院和保卫处（实验室管理部门），需要急救时拨打 120（见第 078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答案：B。解析：按《病原微生物实验室生物安全管理条例》和高校三级管理要求，实验室负责人是第一责任人。</a:t>
            </a:r>
          </a:p>
          <a:p>
            <a:r>
              <a:t>第 2 题 答案：B。解析：新课题、改方法要先评估，再经单位生物安全委员会审查；学生不能自己定级。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答案：B。解析：安全员负责评估、控制、检查，有权监督和制止不安全行为。</a:t>
            </a:r>
          </a:p>
          <a:p>
            <a:r>
              <a:t>第 4 题 答案：B。解析：国内第一类危害最大、第四类最低，与国际风险组编号方向相反。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答案：C。解析：手册依国内法规，具体可用，与设施同建。</a:t>
            </a:r>
          </a:p>
          <a:p>
            <a:r>
              <a:t>第 6 题 答案：委员会制定政策、审查项目和防护级别；设施经理管设施运行、维护和抢修；安全员管风险评估、控制落实和现场监督检查；项目负责人对实验本身负责、制定具体防护措施并管好团队。解析：各方协同一致，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生物安全组织与负责人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83 镜）　适用对象：进入生命科学、医学、农学、环境等涉及生物材料实验室的高校本科生、研究生和教职工（必修）；实验室负责人、项目负责人、生物安全员和设施管理人员重点学习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能说出高校生物安全的组织架构：三级管理、单位生物安全委员会、实验室负责人（第一责任人）、生物安全员、设施经理和项目负责人。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能说出生物安全委员会、生物安全员、设施经理、项目负责人各自的职责与权限，知道安全员有权制止违规、必要时叫停。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能说出书面生物安全政策和生物安全手册的要求：政策具体可落实，手册依国内法规编写、只写本实验室、与设施同步建立。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能做到新实验先经评估和审批再开展，服从安全员监督，出事按“实验室负责人→学院→保卫处/实验室管理部门”逐级报告。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《中华人民共和国生物安全法》（以现行文本为准）：病原微生物实验室设立单位负责实验室生物安全管理，制定并落实管理制度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设立单位及其主管部门负责实验室日常活动的管理，实验室负责人为实验室生物安全的第一责任人；一级、二级实验室备案，三级、四级实验室认可，高致病性病原微生物实验活动经批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生物安全通用要求》：管理责任、生物安全委员会、安全负责人（有权制止不安全行为）、管理体系文件（政策、手册、程序文件）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233（以现行文本为准）《病原微生物实验室生物安全通用准则》：实验室生物安全管理组织和人员职责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《中华人民共和国生物安全法》《农业转基因生物安全管理条例》（以现行文本为准）：转基因研究的评估与审查（详见第 081 课）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号，以现行文本为准）：学校—学院—实验室三级管理，实验室负责人第一责任，安全信息牌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本校实验室生物安全委员会章程、实验室生物安全管理办法和生物安全手册（以本校规定为准）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三级管理：生物安全靠组织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学校、学院、实验室三级管理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实验室负责人是第一责任人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上层决策，中间把关，下层执行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工程、保卫、健康、动物管理都参与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体系里最关键的是人，培训要持续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一个生物安全实验室能否安全运行，首先看组织：谁决策、谁把关、谁执行。高校实行学校—学院—实验室三级管理（通用讲法见第 004 课），实验室负责人是本实验室生物安全的第一责任人。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认为生物安全只是安全员一个人的事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培训考过一次就一劳永逸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生物安全委员会：定政策、审项目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单位设生物安全委员会，成员有管理和专家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制定实验室生物安全政策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新课题、改方法，先评估再审查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一二级备案，三四级认可，高致病须批准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学生不得自己做主，更不能自己定级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校、科研院所和医院一般都设有单位生物安全委员会，成员包括管理人员和生物安全、微生物、医学、工程等方面的技术专家。委员会位于组织的顶端，制定本单位、本实验室的生物安全政策，并通过设施经理、生物安全员和相关职能部门监督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方案改了一步，觉得不必再报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学生自行判断"风险不大"就开工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设施经理：管设施运行与抢修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设施经理应是合格的工程师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管电、风、空调运行和日常维护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设备出故障，由他组织抢修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工程出身，也要懂生物安全规程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设施经理（设施工程师）负责生物安全实验室的"硬件"：供电、通风和定向气流、空调、给排水、高压灭菌器等设施设备的运行和日常维护，设备出故障时组织抢修。他应当是合格的工程技术人员。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维修人员不经消毒和防护直接进入防护区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设施故障自行处理，不通知设施管理人员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生物安全员：评估、控制、监督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把单位政策落到每间实验室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评估风险，落实控制，检查成效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在现场有权监督日常运行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发现违规或防护破坏，有权制止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叫法可能不同，职责相同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生物安全员（有的单位称生物安全负责人、安全监督员）是生物安全体系中"人"的关键一环：读懂单位的生物安全政策，并把它落实到每一间实验室。他应受过专门培训，懂生物学、懂法规、也懂操作。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把安全员当成"挑刺的"，敷衍应付检查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安全员只管纸面材料，不到现场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责任三层含义：有事管、可问责、能拍板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第一层：分内的事必须去管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第二层：能问责，做了什么靠记录说话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第三层：有授权，必要时独立叫停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"负责"有三层含义：一是职责，分内的事必须去管，不能推；二是问责，做了什么、怎么做的，要负得起责，而这要靠完整的记录来证明；三是授权，安全员要有独立决定的权力，发现严重风险时能够叫停实验，而不必等待层层批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只有职责、没有授权，发现问题叫不停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工作不留记录，出了事说不清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项目负责人：对自己的实验负责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项目负责人对实验本身负责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具体病原怎么防，由他定措施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带好团队，培训到位，监督落实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项目负责人（课题负责人、导师）最了解自己的实验：用什么病原或材料、做哪些操作、风险在哪里。因此，具体的防护措施由项目负责人在风险评估基础上提出，经委员会审查后落实。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导师只管科研进度，把安全全推给安全员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学生没培训就让上手做病原实验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各管一摊，协同一致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委员会统全局，设施经理管设施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安全员管评估检查，负责人管实验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各方互相配合，步调一致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合起来看：生物安全委员会统管全局，设施经理保证设施设备正常运转，生物安全员负责评估、控制和检查，项目负责人对实验本身负责。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各方互不通气，设施检修时实验照常进行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出了问题互相推诿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安全员要懂生物，会评估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懂微生物学、细胞生物学和生物技术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先问：什么病原、第几类、几级实验室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条件不够、没有审批，不能开工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国内第一类最危险，与国际分组相反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生物之外，还有化学、锐器、用电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员首先要懂微生物学和细胞生物学。例如有老师想在普通教学实验室培养某种病原，安全员要先问：是什么病原？在国内分类中属于第几类？需要几级生物安全实验室？然后组织风险评估、确定控制措施、检查效果。实验室条件不够、没有经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把国际风险组的编号当成国内分类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只看生物风险，忽视化学、锐器和用电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保护环境，防止逃逸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安全员也要保护环境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人兽共患病原、转基因生物防逃逸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拿不准的，及时请专家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生物安全不只保护实验人员，还要保护实验室外的公众和环境。人兽共患病原、转基因动植物和微生物、实验动物和媒介昆虫一旦逃逸到外界，可能造成传播或生态影响，安全员要督促落实防逃逸措施（见第 082、084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认为生物安全只关乎实验室内部人员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拿不准时自作主张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懂设备，能教人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设备从选型、安装到检测维修都把关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新安全柜检测合格才能使用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自己会用，才能教别人用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员要懂实验室的关键设备。以生物安全柜为例：选型要符合实验活动的防护需要，安装位置要避开门口和人员走动的气流干扰，安装后、移位后和定期都要由有资质的机构检测合格才能使用，出现故障要及时维修（生物安全柜见第 071–……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新设备装好不经检测就投入使用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安全员自己不会用设备，培训只念说明书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沟通说服，推动变革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有人嫌安全花钱费时，当成负担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硬压规定没用：先明白，再沟通，后落实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知道为什么，才会主动遵守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对事不对人，讲清楚，也体谅人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有人觉得安全是负担：花钱、费时间、影响进度。这时硬压规定没有用。推动改变要分三步：先让领导和大家明白为什么要管（提高意识），再在全单位充分沟通，最后通过培训和制度真正落实。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只靠罚款和通报推动安全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把检查当成对人不对事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新任安全员从哪下手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先把安全写进单位目标和政策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政策在法律范围内，也是社会责任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找到各层愿意带头的人，支持他们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让安全计划各部分一起运转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新上任的安全员可以从四方面入手：政策、法律、社会责任和人。先推动把生物安全写进单位的发展目标和政策；政策必须在国家法律法规的范围之内；生物安全也是单位对社会应负的责任。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只写制度，不找人推动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各项措施各自为政，互不衔接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持续学习，特殊领域多补课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动物、植物、昆虫、临床检验要求更高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各领域有专门规定，要不断补课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本事一点点积累，知识更新要跟上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实验动物、植物（封闭温室）、昆虫和媒介生物、临床检验等特殊领域风险更高，各有专门的法规和标准，安全员需要的本领也更多（见第 079、082、084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用普通实验室的经验管理动物实验室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上岗后不再学习新法规新标准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安全员靠什么发挥作用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先写下心中安全员的职责，再对照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领导支持是第一条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懂生物、懂法规、懂工程和防护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会培训，肯推动改变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可以先做个小练习：写下你认为安全员应该做什么，学完后再对照补充。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单位只设岗位不给支持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安全员只懂法规，不懂实验和设备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书面生物安全政策：具体可落实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每个实验室都要有书面生物安全政策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写明对生物安全和安保的承诺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具体、可衡量、做得到、有时限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各岗位职责写进安全手册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每个实验室都要有书面的生物安全政策，写明单位对生物安全和生物安保的承诺，由管理层批准发布。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政策只有"安全第一"之类口号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职责口头约定，没有书面文件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生物安全手册：依法编写，与设施同建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政策之下是生物安全手册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依国内法规编写，国际指南只作参考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只写本实验室，具体可用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先定谁负责、配几人，与设施同步建好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政策之下是生物安全手册（以及程序文件、操作规程等管理体系文件）。手册必须依据国家和地方的法律法规、国家标准编写，国际指南可以参考，但以国内规定为准。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照搬外单位或国外的手册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实验室投入使用了，手册还没写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学生要做的：认人、服从、报告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认清负责人和安全员，记牢联系方式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新实验先交导师，评估审批后再做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服从安全员监督，指出就改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出事报负责人、学院和保卫处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作为学生，首先要认清本实验室的负责人、导师和生物安全员，看懂门口安全信息牌上的联系方式。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不知道安全员是谁，出事不知找谁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怕挨批评，隐瞒小事故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实验室生物安全的第一责任人是：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学生本人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实验室负责人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保卫处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设备供应商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判断：研究生觉得新实验风险不大，可以自己定级后直接开工。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下列关于生物安全员的说法，正确的是：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只负责整理材料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发现违规或防护破坏有权制止，必要时叫停实验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只能提建议，不能干预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只管设施维修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判断：我国病原微生物分类中，第四类危害最大。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070 · 生物安全组织与负责人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070 生物安全组织与负责人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下列关于生物安全手册的做法，正确的是：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直接翻译国外手册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实验室先用起来，手册以后再补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依国内法规编写，只写本实验室的具体做法，与设施同步建成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只写"安全第一"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简答：生物安全委员会、设施经理、生物安全员、项目负责人各管什么？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三级管理：生物安全靠组织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生物安全委员会：定政策、审项目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设施经理：管设施运行与抢修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生物安全员：评估、控制、监督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责任三层含义：有事管、可问责、能拍板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项目负责人：对自己的实验负责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各管一摊，协同一致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安全员要懂生物，会评估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保护环境，防止逃逸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懂设备，能教人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沟通说服，推动变革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新任安全员从哪下手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持续学习，特殊领域多补课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安全员靠什么发挥作用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书面生物安全政策：具体可落实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生物安全手册：依法编写，与设施同建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学生要做的：认人、服从、报告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