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通风柜的保护效果，一半取决于设计、安装和检测（见第 051 课），另一半取决于使用者的操作习惯。视窗开得太高、头伸进柜内、柜内堆满杂物，都会让一台合格的通风柜失去保护作用。</a:t>
            </a:r>
          </a:p>
          <a:p>
            <a:r>
              <a:t>需要放进通风柜做的操作，说明所用物质有毒、易挥发或易燃，本身就有危险。使用要点可概括为：检测合格、深处操作、不当储存柜；看风量显示、拉低视窗、定期检测；选对柜子、用对方法。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凡可能产生有害气体、烟雾或粉尘的操作，挥发性、有毒、有刺激性化学品的取用和倾倒，都应在化学通风柜内进行，不在敞开的实验台上图省事，也不凑近闻。</a:t>
            </a:r>
          </a:p>
          <a:p>
            <a:r>
              <a:t>使用易燃有机溶剂的反应，加热或煮沸乙醇、丙酮等溶剂，蒸馏、升华、重结晶等装置并不完全密闭，会放出易燃或有毒蒸气，要搭在通风柜内，通风柜及时排走蒸气，避免其积聚并接触热源；装置通大气的出口引向柜内排风处。移取挥发性、有毒液体，配制持久性有机污染物等有毒标准品，也在柜内进行，戴好手套和护目镜，剩余物和废液收入危险废物容器。</a:t>
            </a:r>
          </a:p>
          <a:p>
            <a:r>
              <a:t>化学通风柜不保护样品，也不适合病原微生物操作，生物操作使用生物安全柜（区别见第 071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使用前先打开风机，查看风速（风量）显示和指示灯是否正常；可在柜口拿一条纸巾或飘带，确认气流向柜内流动（纸条只能确认风机在抽风，不能判断风速是否合格）。</a:t>
            </a:r>
          </a:p>
          <a:p>
            <a:r>
              <a:t>查看检测标识，确认通风柜检测过且在有效期内；检查视窗升降顺畅、柜内整洁、柜内设备已移到靠里的位置，多余的瓶子和设备已拿走。</a:t>
            </a:r>
          </a:p>
          <a:p>
            <a:r>
              <a:t>没有向内气流、风速显示异常或报警的，不使用，挂牌停用，立即报告实验室负责人报修（检测与报警见第 051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通风柜只是工程控制措施之一，不能代替个人防护。操作前先阅读安全技术说明书，了解所用化学品的成分、危害和防护要求。</a:t>
            </a:r>
          </a:p>
          <a:p>
            <a:r>
              <a:t>在通风柜内操作时，照常佩戴护目镜（GB 14866-2023，以现行文本为准）、穿实验服、戴按说明书选择的化学防护手套（GB 28881-2023，以现行文本为准）；处理腐蚀性液体或有飞溅风险时，加戴面屏等更高等级的防护。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视窗（前窗）可以上下滑动，柜体上标有检测时标定的工作高度标线。操作时视窗下沿放在标线处或更低，在方便操作的前提下尽量放低，手从视窗下方伸入操作。不要图方便把视窗推到顶：开口过大，进风速度下降，蒸气就可能漏出来扑到脸上。</a:t>
            </a:r>
          </a:p>
          <a:p>
            <a:r>
              <a:t>视窗要挡在面部和化学品之间，下沿不能与口鼻齐平；放低的视窗还能挡住飞溅、喷射，甚至小的燃烧和爆炸。</a:t>
            </a:r>
          </a:p>
          <a:p>
            <a:r>
              <a:t>视窗也不是越低越好：开口过小，局部风速过大，也可能产生湍流带出蒸气。具体高度以柜体标线、本校规定和设备标识为准。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使用通风柜一般要站着操作，身体在柜外，保持视窗挡在面部前方。坐得太低，脸就到了视窗下沿以下，失去视窗的保护。</a:t>
            </a:r>
          </a:p>
          <a:p>
            <a:r>
              <a:t>绝不把头伸进通风柜：既会扰乱气流，又会直接吸入柜内的有害气体。需要观察时隔着视窗玻璃看。柜内装置需要调整、手够不着时，停下来找老师商量，不要探身进柜。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柜口前沿附近的气流最弱、最容易受外界干扰，化学品越靠近柜口越容易漏出来；放在柜内深处，就能被完整地吸走。</a:t>
            </a:r>
          </a:p>
          <a:p>
            <a:r>
              <a:t>所有器皿、装置和操作都放在柜内足够深的位置，离柜口前沿保持一段距离，不把试剂瓶、器材堆在柜口边上。有的通风柜在台面上画有操作区标线，具体距离以柜内标线和本校规定为准。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通风柜的抽力其实并不大，柜前的快速动作很容易扰乱柜口气流。开工前把所需器材和试剂一次放进柜内，减少手臂进出。</a:t>
            </a:r>
          </a:p>
          <a:p>
            <a:r>
              <a:t>升降视窗要缓慢，猛拉猛推会把蒸气带出。确需把手臂移出柜外时，慢慢地、垂直于柜面抽出，不要斜着或快速甩出。在柜前操作时动作要稳，不快速转身；旁人也不要从柜前快步走过（见第 051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不是试剂储存柜。柜内堆满瓶子和杂物，会挡住后部排风口，吸力下降，气流紊乱，把有毒气体带出来；不相容的化学品堆在一起可能相互反应，一旦溢洒或着火，还多了燃料，事故更大。易燃化学品不在通风柜内存放。</a:t>
            </a:r>
          </a:p>
          <a:p>
            <a:r>
              <a:t>柜内只放本次实验要用的东西，用不上的及时放回专用储存柜（储存柜见第 044 课）。后部排风口前不放东西，让气流均匀流过整个台面；大设备垫高，让空气从下面流过（见第 051 课）。</a:t>
            </a:r>
          </a:p>
          <a:p>
            <a:r>
              <a:t>纸张、薄膜等轻质物品不要放在排风口附近，以免被吸进风管或风机，降低通风效果。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通风柜内有易燃溶剂时，加热板等热源要远离溶剂，不使用明火；电器插头不放在柜内插拔，插座宜在柜外，防止电火花点燃蒸气。溶剂用完马上盖好。</a:t>
            </a:r>
          </a:p>
          <a:p>
            <a:r>
              <a:t>通风柜不是废液处理器：不能把废液敞口放在柜内任其挥发，也不能倒进柜内水槽。实验废液按性质分类收集到专用容器中，贴好标签、盖紧，按危险废物管理（见第 053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导流板、排风口、视窗、联锁装置和防护罩都是通风柜安全性能的一部分。使用者不得拆卸导流板、堵塞排风口、在柜口加装风扇，也不得随意拆除设备的防护罩和联锁装置。</a:t>
            </a:r>
          </a:p>
          <a:p>
            <a:r>
              <a:t>觉得排风不对劲时，报告实验室负责人和设施管理人员，维修、调整和检测交给专业人员（见第 051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量报警、风机或线路故障时，通风会减弱甚至突然停止，柜内的有害物会跑出来。此时按“停、盖、关、撤、报”处理：停止操作；盖好容器；关闭热源，拉下视窗；离开到安全处；立即报告实验室负责人和学院安全管理员，请设施人员检修。</a:t>
            </a:r>
          </a:p>
          <a:p>
            <a:r>
              <a:t>平时要事先了解本单位的应急预案，知道停风、停电时怎么办（见第 156、157 课）。觉得通风柜不对劲时，及时告诉老师，需要时请专业人员重新检测，检测合格后再使用。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实验结束后，把用不上的器材和试剂拿出通风柜，试剂放回储存柜，擦净柜内台面，让下一位使用者面对的是干净的通风柜。</a:t>
            </a:r>
          </a:p>
          <a:p>
            <a:r>
              <a:t>不操作时把视窗关好，一旦柜内发生溢洒或着火，关闭的视窗能减轻影响；视窗关闭还能减少排风能耗。风机的运行要求（是否保持运行）以本校规定为准。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答案：B。解析：视窗按标线放低；开得太高进风变慢，蒸气可能扑到脸上；也不是越低越好。</a:t>
            </a:r>
          </a:p>
          <a:p>
            <a:r>
              <a:t>第 2 题 答案：B。解析：通风柜不是储存柜，堆放会挡住风口、扰乱气流，溢洒着火时事故更大。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答案：C。解析：深处操作、动作轻缓；头不伸进柜内，废液分类收集盖紧。</a:t>
            </a:r>
          </a:p>
          <a:p>
            <a:r>
              <a:t>第 4 题 答案：C。解析：报警或停风按“停、盖、关、撤、报”处理。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答案：打开风机，看风速显示和指示灯是否正常，确认柜口气流向里；看检测标识是否在有效期内；检查视窗升降顺畅、柜内整洁；异常的不使用并报告报修。解析：用前自检是正确使用的第一步。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通风柜的正确使用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适用对象：全体使用化学通风柜的高校本科生、研究生和教职工（必修，上机操作前完成）；化学、化工、材料、环境、医学、生命科学等专业重点学习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能判断哪些操作必须在通风柜内进行：可能产生有害气体、挥发性或有毒化学品、加热易燃溶剂、蒸馏、升华等。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能做到使用前开风机、确认向内气流和风速指示、查看检测标识，穿戴好个人防护。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能做到视窗拉到标线以下、站着操作、头不伸进柜内、在柜内深处操作、动作轻缓，柜内不堆放、不挡风口、不敞放废液、不擅自改动。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能做到报警或停风时“停、盖、关、撤、报”，用完清理台面、关闭视窗。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日起施行）及《危险化学品安全管理条例》（以现行文本为准）：学校、科研机构使用危险化学品应遵守操作规程，保证安全设施正常使用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号，以现行文本为准）及高校实验室安全检查项目表：通风柜的使用、柜内不得堆放化学品等要求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2.1（以现行文本为准）《工作场所有害因素职业接触限值 第1部分：化学有害因素》：控制有害物接触，优先采用通风等工程控制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14866-2023（以现行文本为准）《眼面防护具通用技术规范》：柜内操作时护目镜、面屏的选用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28881-2023（以现行文本为准）《手部防护 化学品及微生物防护手套》：耐化学品手套的选用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《国家危险废物名录》（以现行版本为准）：实验废液按危险废物分类收集，不得敞口挥发或倒入下水道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本校实验室通风柜使用管理规定和应急预案：视窗高度、操作距离等以本校规定和设备标识为准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装好只是一半，用对才完整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通风柜装得好只是一半，用得对才完整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保护效果很大程度取决于使用习惯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需要进柜做的操作，本身就有危险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通风柜的保护效果，一半取决于设计、安装和检测（见第 051 课），另一半取决于使用者的操作习惯。视窗开得太高、头伸进柜内、柜内堆满杂物，都会让一台合格的通风柜失去保护作用。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认为“有通风柜就安全了”，不注意使用方法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做“小量”实验就不进通风柜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有害、挥发、易燃加热的操作进柜做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可能产生有害气体的操作，在通风柜里做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挥发、有毒的化学品不在敞开台面倾倒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加热易燃溶剂、蒸馏、升华、重结晶进柜做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装置通大气的出口引向排风处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病原微生物操作用生物安全柜，不用通风柜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凡可能产生有害气体、烟雾或粉尘的操作，挥发性、有毒、有刺激性化学品的取用和倾倒，都应在化学通风柜内进行，不在敞开的实验台上图省事，也不凑近闻。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在敞开台面上煮沸有机溶剂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在化学通风柜里做病原微生物操作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用前自检：开风机、看气流、看标识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用之前，先打开风机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看风速显示是否正常，确认气流向里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看检测标识是否在有效期内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视窗升降顺畅，柜内整洁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没气流或报警，不用，挂牌报修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使用前先打开风机，查看风速（风量）显示和指示灯是否正常；可在柜口拿一条纸巾或飘带，确认气流向柜内流动（纸条只能确认风机在抽风，不能判断风速是否合格）。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不开风机就开始倒试剂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不看检测标识和风速显示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柜内操作也要穿戴防护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先读安全技术说明书，了解成分和危害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在通风柜里，护目镜、实验服、手套不能少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需要更多防护，就加上面屏等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通风柜只是工程控制措施之一，不能代替个人防护。操作前先阅读安全技术说明书，了解所用化学品的成分、危害和防护要求。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有视窗挡着就不戴护目镜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手套不按化学品性质选择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视窗拉到标线以下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操作时视窗下沿对准标定线或更低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开得太高，进风变慢，蒸气会扑到脸上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视窗挡在脸和化学品之间，还能挡飞溅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也不是越低越好，太低会起湍流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视窗（前窗）可以上下滑动，柜体上标有检测时标定的工作高度标线。操作时视窗下沿放在标线处或更低，在方便操作的前提下尽量放低，手从视窗下方伸入操作。不要图方便把视窗推到顶：开口过大，进风速度下降，蒸气就可能漏出来扑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视窗推到顶方便操作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视窗下沿正对口鼻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站着操作，头不伸进柜内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一般要站着操作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坐得太低，脸会到视窗下面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绝不把头伸进通风柜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要看清楚，就隔着玻璃看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柜内需要调整，找老师商量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使用通风柜一般要站着操作，身体在柜外，保持视窗挡在面部前方。坐得太低，脸就到了视窗下沿以下，失去视窗的保护。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探头进柜观察反应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坐在矮凳上，脸低于视窗下沿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在柜内深处操作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越靠近柜口，越容易漏出来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器皿往里放，在柜内深处操作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柜口边上不放东西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距离按柜内标线和本校规定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柜口前沿附近的气流最弱、最容易受外界干扰，化学品越靠近柜口越容易漏出来；放在柜内深处，就能被完整地吸走。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贴着柜口前沿操作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把试剂瓶放在柜口边上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动作轻缓，材料一次放齐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开工前，把所需材料一次放齐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视窗升降要慢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手臂慢慢、垂直于柜面抽出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在柜前动作稳、慢，不快速转身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通风柜的抽力其实并不大，柜前的快速动作很容易扰乱柜口气流。开工前把所需器材和试剂一次放进柜内，减少手臂进出。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操作中途反复伸手出柜取东西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猛地拉下视窗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不堆放、不挡风口，不当储存柜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通风柜不是储存柜，不堆放化学品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堆满会挡住风口，吸力下降、气流紊乱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东西多了，溢洒着火事故更大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柜内只放这次实验要用的东西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大设备垫高，纸张别被吸进风管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不是试剂储存柜。柜内堆满瓶子和杂物，会挡住后部排风口，吸力下降，气流紊乱，把有毒气体带出来；不相容的化学品堆在一起可能相互反应，一旦溢洒或着火，还多了燃料，事故更大。易燃化学品不在通风柜内存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把通风柜当作长期存放试剂的地方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后部排风缝被瓶子挡住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易燃物远离热源，不敞放废液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柜里有易燃溶剂，热源要远离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不用明火，插头不在柜内插拔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废液不能敞着挥发，也不能倒进柜内水槽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废液分类收集，贴好标签盖紧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通风柜内有易燃溶剂时，加热板等热源要远离溶剂，不使用明火；电器插头不放在柜内插拔，插座宜在柜外，防止电火花点燃蒸气。溶剂用完马上盖好。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把废溶剂放在柜里“自然挥发”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在柜内插拔加热设备电源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不擅自改动通风柜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不拆导流板、不堵排风口、不加风扇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防护罩、联锁装置不能随意拆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排风不对劲，报告设施人员检修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导流板、排风口、视窗、联锁装置和防护罩都是通风柜安全性能的一部分。使用者不得拆卸导流板、堵塞排风口、在柜口加装风扇，也不得随意拆除设备的防护罩和联锁装置。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嫌噪声大把排风口堵上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在柜口放电扇“加强通风”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报警或停风：停、盖、关、撤、报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报警或停风时，有害物会跑出来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立即停止操作，盖好容器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关掉热源，拉下视窗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离开到安全处，立即报告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事先了解本单位应急预案，修好检测合格再用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量报警、风机或线路故障时，通风会减弱甚至突然停止，柜内的有害物会跑出来。此时按“停、盖、关、撤、报”处理：停止操作；盖好容器；关闭热源，拉下视窗；离开到安全处；立即报告实验室负责人和学院安全管理员，请设施人员检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报警了还想把这一步做完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停风后留在实验室里等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用完清理，关闭视窗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做完实验，清空台面，擦干净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试剂归位，用不上的拿出来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不用时，把视窗关好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随手关窗，节能又安全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实验结束后，把用不上的器材和试剂拿出通风柜，试剂放回储存柜，擦净柜内台面，让下一位使用者面对的是干净的通风柜。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用完视窗敞着就离开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把用过的器皿留在柜里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使用通风柜时，视窗的正确位置是：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推到顶，方便操作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下沿对准标定线或更低，挡在脸和化学品之间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下沿与口鼻齐平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完全关闭后再把手伸进去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判断：通风柜排风很好，可以把常用的试剂长期放在柜里。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探头进柜看反应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在柜口前沿倾倒试剂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器皿放在柜内深处，手臂慢慢垂直抽出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把废溶剂敞口放在柜里挥发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正在通风柜里加热溶剂时风量报警器响了，首先应该：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按掉报警继续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把视窗推高加大通风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停止操作、盖好容器、关掉热源、拉下视窗，离开并报告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打开电扇对着柜口吹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052 · 通风柜的正确使用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052 通风柜的正确使用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简答：使用通风柜前应检查哪些内容？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装好只是一半，用对才完整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有害、挥发、易燃加热的操作进柜做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用前自检：开风机、看气流、看标识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柜内操作也要穿戴防护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视窗拉到标线以下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站着操作，头不伸进柜内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在柜内深处操作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动作轻缓，材料一次放齐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不堆放、不挡风口，不当储存柜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易燃物远离热源，不敞放废液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不擅自改动通风柜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报警或停风：停、盖、关、撤、报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用完清理，关闭视窗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