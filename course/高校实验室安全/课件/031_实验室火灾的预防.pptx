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学实验室发生火灾的次数不多，火通常也不大，但后果可能很严重：首先是伤人——烧伤，以及吸入有毒烟气，烟气往往比火焰更致命；其次，数据、样本和仪器是多年的心血，一场火就可能全部毁掉，实验室房屋和设备的财产损失也很大。</a:t>
            </a:r>
          </a:p>
          <a:p>
            <a:r>
              <a:t>火灾还会让化学品和其他危险物质散发出去，污染环境。消防安全就是一整套措施：预防火灾、及早发现、起火时能正确应对（报警、灭火器材和疏散预案）。准备充分的实验室，火灾损失小，也能更快恢复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防火有国家法律法规和学校制度的明确要求。按《中华人民共和国消防法》，单位和个人都有维护消防安全、预防火灾的义务；学校、学院和实验室逐级落实消防安全责任，实验室负责人是本实验室安全第一责任人。</a:t>
            </a:r>
          </a:p>
          <a:p>
            <a:r>
              <a:t>做实验前和日常管理中，要开展火灾风险评估：识别本实验室的火灾隐患并采取管控措施，保护人员安全（风险评估方法见第2章）。消防器材、设施不能偷工减料，也不能损坏、挪用。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的火灾隐患主要有三类：易燃品——乙醇、含醇消毒剂和各种有机溶剂；可燃物——纸张、包装材料、塑料耗材等；点火源——酒精灯、燃气灯等明火，加热板、烘箱等电热设备，以及电火花、静电。管理不好，三样凑在一起就会着火（燃烧原理见第 030 课）。</a:t>
            </a:r>
          </a:p>
          <a:p>
            <a:r>
              <a:t>常见的火灾原因包括电气线路故障、无人看管的明火和加热设备、易燃物靠近热源等。定期维护和检查不是火灾原因，而是防火的办法。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火源平时就要管住。实验楼内严禁吸烟，只能在学校指定的吸烟地点吸烟；实验以外不得使用明火。实验确需使用明火的，按本校规定审批、登记，使用时有人值守。</a:t>
            </a:r>
          </a:p>
          <a:p>
            <a:r>
              <a:t>在实验楼内进行焊接、切割等动火作业，必须先办理动火审批，清除周围可燃物、配备灭火器材并安排监护（特种作业见第12章）。举办会议、活动时，室内同样不得使用明火、燃放烟花。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明火能少用就少用，能用电热设备代替的尽量代替。使用前清走周围的易燃物；点燃酒精灯用火柴或点火器，不要用一盏酒精灯去点另一盏（酒精会洒出起火）。</a:t>
            </a:r>
          </a:p>
          <a:p>
            <a:r>
              <a:t>点着的火，人不能离开。酒精灯用完用灯帽盖灭，不要用嘴吹。燃气灯用完随手关闭阀门，离开前再确认一次燃气阀已关好、火已熄灭。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生物实验室常用乙醇消毒，又常用酒精灯，二者结合很容易起火。喷完酒精消毒台面后，先不要点火；手上的含醇消毒液没干，不要靠近火焰。等酒精完全挥发干了，再点灯。</a:t>
            </a:r>
          </a:p>
          <a:p>
            <a:r>
              <a:t>给酒精灯添加酒精，必须先熄灭、等灯冷却后再添。酒精和易燃清洁剂少量取用，保持通风、远离热源，擦拭用过的废布放进带盖的桶里。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数实验室火灾是可以预防的。常见的例子：沾了溶剂的纸巾丢在电热板旁，被烤着起火。易燃物要远离热源，即使不接触火焰，热源的辐射热也能烤着旁边的易燃物。台面保持清爽，只放本次用量的易燃试剂，多余的放回易燃品柜（防火柜）（易燃化学品储存见第 046 课）。</a:t>
            </a:r>
          </a:p>
          <a:p>
            <a:r>
              <a:t>不用明火直接加热易燃液体，应选用水浴、油浴、加热套等合适的加热方式。加热板关掉后余热还很高，仍能引燃易燃物、烫伤人，冷却前不要在旁边放易燃物。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实验室里有不少明火和高温热源。就像在家做饭不能走开一样，加热时人要守在旁边，不能无人值守；使用前把易燃试剂移远。</a:t>
            </a:r>
          </a:p>
          <a:p>
            <a:r>
              <a:t>可以给加热设备设定时器提醒，到时间就关。人要离开，先关闭加热设备并断电；确需长时间或过夜运行的，按本校规定报批（见本课 S1）。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光源灯、大功率照明灯工作时温度很高，周围不能放纸张、溶剂等可燃物；大功率灯具要固定牢靠，防止倾倒碰到可燃物。</a:t>
            </a:r>
          </a:p>
          <a:p>
            <a:r>
              <a:t>更换灯泡先断电，等灯冷却后再动手，避免烫伤；不要用手指直接接触石英灯壳（手上的油脂会使灯壳局部过热破裂）。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电水壶、电暖器、电热毯等私用电热器具功率大，又常靠近可燃物，容易起火；实验室里不得使用，按学校规定管理。</a:t>
            </a:r>
          </a:p>
          <a:p>
            <a:r>
              <a:t>插线板不串接，不私拉乱接电线，大功率设备不接在插线板上；线路、插座有问题，报告由专业电工处理（用电安全和电气火灾见第8章、第 107 课）。在会场等活动场所也一样：不私拉电线、不串接插线板，开场前确认灭火器位置，发现火情立即拨打 119。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纸箱、木板、油抹布等可燃废料遇火就着，堆在设备旁和角落就是火灾隐患。沾油的抹布还可能因氧化发热而自燃，要放进带盖的金属桶，并及时清走。</a:t>
            </a:r>
          </a:p>
          <a:p>
            <a:r>
              <a:t>可燃废料及时清出实验室（内务要求见第 028 课）；沾染化学品的擦拭材料按危险废物收集，不混入生活垃圾。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工作结束，关掉用过的设备；不需要持续通电的，拔掉插头再走。</a:t>
            </a:r>
          </a:p>
          <a:p>
            <a:r>
              <a:t>每天离开前，自己检查一遍：水龙头关好，电源和加热设备关闭，燃气阀门关好，门窗关好，关灯锁门再离开。最后离开的人负责全面检查，这应成为每个人的日常习惯。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有些实验需要设备过夜或长时间运行。要先按本校规定报批，确认设备状态良好、周围没有可燃物、有超温或断电保护等安全措施。</a:t>
            </a:r>
          </a:p>
          <a:p>
            <a:r>
              <a:t>设备旁挂运行信息牌，写明设备名称、运行时间、实验内容和联系人电话，便于巡查人员发现异常时及时联系。未经批准，加热设备不得无人值守过夜运行（具体要求以本校规定为准）。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答案：C。解析：酒精灯用灯帽盖灭；不能用灯点灯，添酒精要先熄灭、等冷却。</a:t>
            </a:r>
          </a:p>
          <a:p>
            <a:r>
              <a:t>第 2 题 答案：B。解析：酒精未挥发干时遇火容易起火，要等干了再点火。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答案：B。解析：加热设备不能无人值守，易燃物要远离热源，人离开先断电。</a:t>
            </a:r>
          </a:p>
          <a:p>
            <a:r>
              <a:t>第 4 题 答案：B。解析：私用电热器具功率大、易起火，不得进入实验室使用。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答案：B。解析：离开前自查水电气和门窗，是防火的日常习惯。</a:t>
            </a:r>
          </a:p>
          <a:p>
            <a:r>
              <a:t>第 6 题 答案：易燃品，如乙醇、含醇消毒剂；可燃物，如纸张、包装、塑料耗材；点火源，如酒精灯、加热板、电火花。解析：三者凑在一起就可能起火，预防就是不让它们凑齐。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实验室火灾的预防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第4章 消防安全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57 镜）　适用对象：全体进入高校实验室的本科生、研究生和教职工（必修）；使用明火、加热设备和易燃试剂的实验人员重点学习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能说出实验室火灾的危害和单位、个人的消防责任，认清易燃试剂、可燃物和点火源三类隐患。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能做到实验室严禁吸烟、明火按规定审批，明火少用、人不离开、用灯帽盖灭，酒精消毒后等干再点火。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能做到易燃物远离热源、台面少放，加热设备不无人值守，高温灯具远离可燃物，私用电热器具不进实验室、插线板不串接。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能做到及时清走可燃废料，离开前关设备、查水电气、关门窗，过夜运行设备按规定报批挂牌。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《中华人民共和国消防法》（以现行文本为准）：单位和个人的消防安全责任，禁止在具有火灾、爆炸危险的场所吸烟、使用明火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号，以现行文本为准）：实验室消防安全、用电安全和安全检查要求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高校实验室安全检查项目表（以现行文本为准）：明火使用、电热设备、插线板、易燃品存放和离开前检查等检查内容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日起施行）及《危险化学品安全管理条例》（以现行文本为准）：易燃危险化学品的使用安全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《中华人民共和国安全生产法》（以现行文本为准）：危险作业（如动火作业）的审批和现场安全管理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本校消防安全管理、动火审批和实验室用电管理规定（以本校规定为准）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实验室火灾不多，但损失大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教学实验室起火不多，但风险很大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火灾伤人，烟气往往比火更致命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会毁掉仪器、房屋和多年的数据样本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化学品散出会污染环境，恢复工作也难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教学实验室发生火灾的次数不多，火通常也不大，但后果可能很严重：首先是伤人——烧伤，以及吸入有毒烟气，烟气往往比火焰更致命；其次，数据、样本和仪器是多年的心血，一场火就可能全部毁掉，实验室房屋和设备的财产损失也很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认为实验室很少着火，不用费心预防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只想到烧伤，忽视烟气和科研成果的损失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消防有法规，人人有责任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实验室防火有消防法，也有学校规定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单位和个人都有消防安全责任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做好火灾风险评估，识别和管控隐患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消防上偷工减料，代价太大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防火有国家法律法规和学校制度的明确要求。按《中华人民共和国消防法》，单位和个人都有维护消防安全、预防火灾的义务；学校、学院和实验室逐级落实消防安全责任，实验室负责人是本实验室安全第一责任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认为消防是保卫处的事，与自己无关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消防器材坏了不报修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认清实验室的火灾隐患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易燃品：乙醇、含醇消毒剂、有机溶剂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可燃物：纸张、包装、塑料耗材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点火源：明火、电热设备、电火花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线路故障、无人看管的明火最常引发火灾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的火灾隐患主要有三类：易燃品——乙醇、含醇消毒剂和各种有机溶剂；可燃物——纸张、包装材料、塑料耗材等；点火源——酒精灯、燃气灯等明火，加热板、烘箱等电热设备，以及电火花、静电。管理不好，三样凑在一起就会着火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只把明火当点火源，忽视电火花和热表面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把含醇消毒剂当作普通清洁剂随意放置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严禁吸烟，明火要审批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实验楼内严禁吸烟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只能在学校指定的地点吸烟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确需明火，按规定审批、登记、有人值守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楼内焊接切割等动火作业必须先审批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火源平时就要管住。实验楼内严禁吸烟，只能在学校指定的吸烟地点吸烟；实验以外不得使用明火。实验确需使用明火的，按本校规定审批、登记，使用时有人值守。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在实验楼楼梯间、卫生间偷偷吸烟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装修维修时未办审批就在楼内动火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明火少用，人不离开，用完盖灭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明火能少用就少用，能用电热就不用明火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点火前清走周围易燃物，不用一盏灯点另一盏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火开着，人不能离开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酒精灯用灯帽盖灭；燃气用完关阀并确认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明火能少用就少用，能用电热设备代替的尽量代替。使用前清走周围的易燃物；点燃酒精灯用火柴或点火器，不要用一盏酒精灯去点另一盏（酒精会洒出起火）。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用嘴吹灭酒精灯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点着燃气灯后离开去拿东西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酒精消毒后，等干了再点火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喷完酒精消毒台面，先别点火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手上酒精没干，别靠近火焰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等酒精挥发干了，再点灯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添酒精先熄灭、等冷却；易燃清洁剂少量取用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生物实验室常用乙醇消毒，又常用酒精灯，二者结合很容易起火。喷完酒精消毒台面后，先不要点火；手上的含醇消毒液没干，不要靠近火焰。等酒精完全挥发干了，再点灯。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刚喷完酒精就点酒精灯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酒精灯没熄灭就添加酒精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易燃物远离热源，台面少放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易燃物远离热源，辐射热也能烤着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台面少放，多余的放回防火柜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不用明火直接加热易燃液体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关了的加热板余热还很高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多数实验室火灾是可以预防的。常见的例子：沾了溶剂的纸巾丢在电热板旁，被烤着起火。易燃物要远离热源，即使不接触火焰，热源的辐射热也能烤着旁边的易燃物。台面保持清爽，只放本次用量的易燃试剂，多余的放回易燃品柜（防火柜）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把沾了溶剂的纸巾扔在加热板旁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台面上摆着整瓶溶剂，紧挨加热设备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加热设备不无人值守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就像做饭不能走开，加热时人不离开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使用时把易燃试剂移远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设好定时器提醒，到点就关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人要离开，先断电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实验室里有不少明火和高温热源。就像在家做饭不能走开一样，加热时人要守在旁边，不能无人值守；使用前把易燃试剂移远。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开着加热板去吃饭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以为设备有温控就可以无人看管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高温灯具远离可燃物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高温灯具周围不放纸张和溶剂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大功率照明灯要固定牢，远离可燃物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换灯先断电，等灯冷却再动手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不用手指直接碰石英灯壳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光源灯、大功率照明灯工作时温度很高，周围不能放纸张、溶剂等可燃物；大功率灯具要固定牢靠，防止倾倒碰到可燃物。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在高温光源上盖纸遮光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灯刚关就徒手去换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私用电器不进实验室，插线板不串接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电水壶、取暖器等私用电热器具不进实验室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插线板不串接，不私拉电线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用电问题找专业人员处理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举办活动的场所同样不私拉电线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电水壶、电暖器、电热毯等私用电热器具功率大，又常靠近可燃物，容易起火；实验室里不得使用，按学校规定管理。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在实验室用电水壶烧水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插线板接插线板，挂满设备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可燃废料和油抹布及时清走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纸箱、木板、油抹布遇火就着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油抹布放进带盖铁桶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可燃废料及时清走，不堆在设备旁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沾化学品的废料按危险废物处置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纸箱、木板、油抹布等可燃废料遇火就着，堆在设备旁和角落就是火灾隐患。沾油的抹布还可能因氧化发热而自燃，要放进带盖的金属桶，并及时清走。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油抹布团成一团丢在角落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纸箱攒多了才一起清理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用完关设备，离开前查水电气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工作结束，关掉设备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不需要通电的，拔掉插头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离开前查一遍水、电、气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关好门窗，关灯锁门再离开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工作结束，关掉用过的设备；不需要持续通电的，拔掉插头再走。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以为别人会关，自己直接走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只关灯，不查加热设备和燃气阀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过夜运行要报批，挂牌留联系方式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设备需要过夜或长时间运行，先按规定报批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设备旁挂牌，写明运行情况和联系人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采取超温保护等安全措施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未经批准，加热设备不过夜运行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有些实验需要设备过夜或长时间运行。要先按本校规定报批，确认设备状态良好、周围没有可燃物、有超温或断电保护等安全措施。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不报批就让烘箱过夜运行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设备旁没有联系人信息，出了问题找不到人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下列做法中，正确的是：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用一盏酒精灯去点另一盏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用嘴吹灭酒精灯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用灯帽盖灭酒精灯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酒精灯没熄灭就添加酒精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判断：喷完酒精消毒台面后，可以马上点燃酒精灯进行无菌操作。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实验室中关于加热设备，正确的做法是：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开着加热板去吃饭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加热时人不离开，离开前断电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设备有温控就可以无人看管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在加热板旁放溶剂瓶方便取用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判断：在实验室里可以使用自带的电水壶，只要用完拔掉插头。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031 · 实验室火灾的预防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031 实验室火灾的预防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每天最后离开实验室时应做的是：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只关灯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关设备、拔不需要通电的插头，检查水、电、气，关好门窗再锁门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留着设备方便第二天用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交给保洁人员检查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简答：实验室常见的三类火灾隐患是什么？各举一例。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实验室火灾不多，但损失大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消防有法规，人人有责任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认清实验室的火灾隐患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严禁吸烟，明火要审批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明火少用，人不离开，用完盖灭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酒精消毒后，等干了再点火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易燃物远离热源，台面少放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加热设备不无人值守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高温灯具远离可燃物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私用电器不进实验室，插线板不串接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可燃废料和油抹布及时清走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用完关设备，离开前查水电气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过夜运行要报批，挂牌留联系方式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