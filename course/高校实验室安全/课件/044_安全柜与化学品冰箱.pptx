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易燃液体（乙醇、丙酮、乙醚、石油醚等有机溶剂）不能堆放在开放的架子上，尤其不能放在木架子上，要放进合格的易燃品安全柜。合格的易燃品柜一般为双层钢板结构，柜门能关严，在发生火灾时能在一段时间内减缓柜内温度上升，为疏散和灭火争取时间。</a:t>
            </a:r>
          </a:p>
          <a:p>
            <a:r>
              <a:t>柜体上要贴易燃警示标志，安放在远离热源、火源和电气开关的位置，柜旁不放可燃杂物。实验室内的存量够用即可（见第 043 课）；数量更大的，要存放在学校专用的危险化学品库房，具体限量以本校规定为准。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需要分装、转移或暂存少量易燃液体时，用合格的安全罐（安全储液罐）。安全罐罐盖能自动关闭，罐口装有阻火网等阻火装置，外部火源靠近时能阻止火焰回窜到罐内。</a:t>
            </a:r>
          </a:p>
          <a:p>
            <a:r>
              <a:t>每个容器都要贴好标签，写明名称和危险性，避免弄混（标签见第 039 课）。安全罐只是分装容器，不能代替储存柜：数量多时，连同安全罐一起放进易燃品柜。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乙醇、有机溶剂等易燃品用完要马上放回指定的易燃品柜，不能长期摆在实验台、通风柜里或地上（台面和通风柜不是仓库，见第 043 课）。</a:t>
            </a:r>
          </a:p>
          <a:p>
            <a:r>
              <a:t>实验台上只留当天实验够用的少量，下班或实验结束前全部放回柜内并关好柜门。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安全柜只有关着门才能起到保护作用：柜门平时关好、扣紧，不用楔子或其他东西顶住柜门；按学校规定上锁，钥匙由专人保管。</a:t>
            </a:r>
          </a:p>
          <a:p>
            <a:r>
              <a:t>易燃品柜是否连接排风，按产品说明和本校规定执行；若连接排风，排风管路上要设置阻火器，管路不能随意改动。柜体上的接地装置按说明可靠接地，用于导除静电。柜内不放纸箱、抹布等可燃杂物，不超量存放；柜前不堆放物品，保持取用和应急通道畅通。柜体、柜门密封和接地线由实验室定期检查，发现损坏报告实验室负责人维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酸、碱等腐蚀品要存放在耐腐蚀材料制成的腐蚀品柜里，普通金属柜会被酸雾腐蚀生锈，导致隔板损坏、瓶子倾倒。酸和碱是不相容物，要分柜存放，或在同一柜内分格隔开（不相容物见第 043 课）；氧化性酸与有机物也要分开。</a:t>
            </a:r>
          </a:p>
          <a:p>
            <a:r>
              <a:t>大瓶溶液放在下层，下面配耐腐蚀托盘。易燃溶剂不放进腐蚀品柜，腐蚀品也不放进易燃品柜。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有毒化学品存放在专用的毒害品柜中，柜子加锁，由专人管理。剧毒化学品实行“五双”管理，其中储存要求双人双锁，必要时使用保险柜，并按学校要求做好防盗、监控等安全防范措施。</a:t>
            </a:r>
          </a:p>
          <a:p>
            <a:r>
              <a:t>每次领用都要登记，做到账物相符；具体的购买、储存、领用、台账和备案要求见第 045 课，以现行法规和本校规定为准。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普通家用冰箱内部的门灯开关、温控器等电气元件工作时会产生电火花。易燃试剂在冰箱密闭空间里挥发出的蒸气积聚，遇到火花可能燃烧甚至爆炸。</a:t>
            </a:r>
          </a:p>
          <a:p>
            <a:r>
              <a:t>因此普通冰箱绝不能存放易燃物（包括装有易燃溶剂的样品）。需要冷藏的易燃试剂，必须使用防爆冰箱（或经专业防爆改造并符合学校要求的冰箱）。选用哪种冰箱、能存放哪些物品，按学校规定执行。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存放化学品、生物样品的实验冰箱只能专用，绝不能存放食物、饮料，以防污染和误食；职工的食品冰箱要放在实验区以外，不能混用一台。冰箱门上贴“化学品专用、禁放食品”等标识。</a:t>
            </a:r>
          </a:p>
          <a:p>
            <a:r>
              <a:t>放进冰箱的容器要密封、贴好标签，不相容物同样要分开放置。实验室定期清理冰箱，过期、变质、标签不清的样品和试剂登记后交学校处置（见第 043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答案：B。解析：普通冰箱内的开关、温控器会产生电火花，可能点燃易燃蒸气；冷藏易燃试剂须用防爆冰箱。</a:t>
            </a:r>
          </a:p>
          <a:p>
            <a:r>
              <a:t>第 2 题 答案：B。解析：化学品冰箱专用，绝不存放食物饮料；食品冰箱应放在实验区以外。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答案：C。解析：柜门关着才能起保护作用；柜内不放可燃杂物；腐蚀品放腐蚀品柜。</a:t>
            </a:r>
          </a:p>
          <a:p>
            <a:r>
              <a:t>第 4 题 答案：B。解析：酸碱是不相容物，应分柜或分格隔开存放。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易燃品柜存放易燃液体，柜门关好，通风须有阻火措施，柜体接地；腐蚀品柜耐腐蚀，酸碱分开，大瓶下层配托盘；毒害品柜加锁、专人管理，剧毒品双人双锁、领用登记。解析：具体配置和管理以本校规定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安全柜与化学品冰箱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第5章 化学品安全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4 分钟（卡通视频 48 镜）　适用对象：全体使用和管理化学品的高校本科生、研究生和教职工（必修）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能说出易燃品柜、酸碱腐蚀品柜、毒害品柜各自的用途，做到易燃、腐蚀、毒害化学品各进专柜。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能做到少量易燃液体用安全罐分装、用完放回柜内、台面只留当天少量，柜门关好、柜内柜前不堆杂物。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能说出安全柜通风须有阻火措施、柜体按说明接地，具体以产品说明和本校规定为准。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能判断普通冰箱不能存放易燃物、冷藏易燃试剂须用防爆冰箱，化学品冰箱专用、禁止存放食物饮料。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日起施行）及《危险化学品安全管理条例》（以现行文本为准）：危险化学品专用储存设施，剧毒化学品专柜储存、专人管理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15603-2022（以现行文本为准）《危险化学品仓库储存通则》：分类、分区储存，禁忌物不得混存，储存设施防火、通风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30000 系列（以现行文本为准）《化学品分类和标签规范》：易燃、腐蚀、急性毒性等危险性分类是选柜依据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2894-2025（以现行文本为准）《安全色和安全标志》：储存柜、冰箱上的警告和禁止标志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号，以现行文本为准）：危险化学品分类存放于专用柜，控制存量，剧毒品双人双锁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高校实验室安全检查项目表（以现行文本为准）：易燃品柜、腐蚀品柜、毒害品柜的配置与使用，存放化学品的冰箱须防爆或经防爆改造，不得存放食物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本校危险化学品储存和安全柜、冰箱管理规定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易燃液体放进合格的易燃品柜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易燃液体不能堆在开放架子上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放进合格的易燃品安全柜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柜上贴易燃警示，远离火源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量更大的进学校专用库房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易燃液体（乙醇、丙酮、乙醚、石油醚等有机溶剂）不能堆放在开放的架子上，尤其不能放在木架子上，要放进合格的易燃品安全柜。合格的易燃品柜一般为双层钢板结构，柜门能关严，在发生火灾时能在一段时间内减缓柜内温度上升，为疏散和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易燃溶剂放在敞开的木架或窗台上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用普通文件柜代替易燃品柜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少量分装用安全罐，量多进柜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少量易燃液体用合格的安全罐装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罐口阻火装置能挡住回火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每个容器都贴好标签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量多的放进易燃品柜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需要分装、转移或暂存少量易燃液体时，用合格的安全罐（安全储液罐）。安全罐罐盖能自动关闭，罐口装有阻火网等阻火装置，外部火源靠近时能阻止火焰回窜到罐内。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用饮料瓶、无盖烧杯分装溶剂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安全罐不贴标签，几种溶剂混用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用完放回柜里，台面只留少量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易燃品用完马上放回专用柜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台面只留当天够用的少量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下班前溶剂全部回柜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乙醇、有机溶剂等易燃品用完要马上放回指定的易燃品柜，不能长期摆在实验台、通风柜里或地上（台面和通风柜不是仓库，见第 043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常用溶剂长期摆在台面上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实验结束不收拾，溶剂瓶留在通风柜里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柜门关好，通风接地按规定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柜门平时关好，不用东西顶开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按规定上锁，钥匙专人保管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柜子若接排风，管路要有阻火器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柜体按说明接地，导走静电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B33"/>
                </a:solidFill>
                <a:latin typeface="Microsoft YaHei"/>
              </a:rPr>
              <a:t>▪ 柜里不放杂物，柜前不堆东西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715000"/>
            <a:ext cx="5925129" cy="45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安全柜只有关着门才能起到保护作用：柜门平时关好、扣紧，不用楔子或其他东西顶住柜门；按学校规定上锁，钥匙由专人保管。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为了方便取用，把柜门一直敞开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自行在柜体上开孔、接管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酸碱腐蚀品柜：酸碱分开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酸碱放进耐腐蚀的专用柜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酸、碱分柜，或分格隔开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腐蚀品不放普通金属柜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大瓶放下层，配耐腐蚀托盘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酸、碱等腐蚀品要存放在耐腐蚀材料制成的腐蚀品柜里，普通金属柜会被酸雾腐蚀生锈，导致隔板损坏、瓶子倾倒。酸和碱是不相容物，要分柜存放，或在同一柜内分格隔开（不相容物见第 043 课）；氧化性酸与有机物也要分开。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酸和碱放在同一格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浓酸放在普通铁皮柜里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毒害品柜：加锁专人管理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毒害品放进专用柜并加锁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剧毒品双人双锁管理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领用登记，账物相符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存放区按学校要求做好防盗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有毒化学品存放在专用的毒害品柜中，柜子加锁，由专人管理。剧毒化学品实行“五双”管理，其中储存要求双人双锁，必要时使用保险柜，并按学校要求做好防盗、监控等安全防范措施。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毒害品和普通试剂混放在不上锁的柜子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一个人同时掌握两把钥匙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普通冰箱不放易燃物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普通冰箱内的开关、温控器会打火花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易燃蒸气遇火花可能引起爆炸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普通冰箱绝不能放易燃物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需要冷藏易燃试剂，用防爆冰箱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普通家用冰箱内部的门灯开关、温控器等电气元件工作时会产生电火花。易燃试剂在冰箱密闭空间里挥发出的蒸气积聚，遇到火花可能燃烧甚至爆炸。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用普通家用冰箱冷藏乙醚、石油醚等溶剂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以为瓶盖拧紧了就可以放进普通冰箱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化学品冰箱专用，禁放食物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实验冰箱绝不存放食物饮料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门上贴“化学品专用、禁放食品”标识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容器密封、贴标签，不相容物隔开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定期清理，过期的登记处置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存放化学品、生物样品的实验冰箱只能专用，绝不能存放食物、饮料，以防污染和误食；职工的食品冰箱要放在实验区以外，不能混用一台。冰箱门上贴“化学品专用、禁放食品”等标识。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在实验冰箱里放午饭或饮料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冰箱里放敞口、无标签的容器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需要冷藏一瓶易燃有机溶剂，正确的做法是：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拧紧瓶盖放进普通冰箱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放进防爆冰箱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放进办公室冰箱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放在窗台阴凉处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判断：实验室冰箱空间很大，可以在里面放一份午饭，只要和试剂分开放即可。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关于易燃品安全柜，下列做法正确的是：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用楔子顶住柜门方便取用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柜内放纸箱和抹布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柜门平时关好，若接排风则管路设阻火器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把酸瓶也放进去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判断：酸和碱都是腐蚀品，可以放在腐蚀品柜的同一格里。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044 · 安全柜与化学品冰箱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044 安全柜与化学品冰箱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简答：易燃品柜、腐蚀品柜、毒害品柜的使用要点分别是什么？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K1  易燃液体放进合格的易燃品柜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K2  少量分装用安全罐，量多进柜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K3  用完放回柜里，台面只留少量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K4  柜门关好，通风接地按规定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S1  酸碱腐蚀品柜：酸碱分开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S2  毒害品柜：加锁专人管理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K5  普通冰箱不放易燃物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FFFFFF"/>
                </a:solidFill>
                <a:latin typeface="Microsoft YaHei"/>
              </a:rPr>
              <a:t>▪ K6  化学品冰箱专用，禁放食物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