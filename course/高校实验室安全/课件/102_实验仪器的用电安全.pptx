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测量、控制和实验室用电气设备的安全，有专门的国家标准 GB 4793.1-2007（以现行文本为准，GB 4793-2024 已发布、即将实施），对防电击、防火、标志和说明书等提出要求；电气系统的设计、安装、使用和维护还要遵守用电安全导则等规范，电工作业要持证，学校定期检查。做法有标准可依，不能凭感觉。</a:t>
            </a:r>
          </a:p>
          <a:p>
            <a:r>
              <a:t>实验室应选用符合国家标准的合格仪器，按说明书使用。用电安全不仅保护人，也保护设备和科研：一次电气事故，可能烧毁仪器，让几周的细胞培养或长期实验前功尽弃。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的电气设计既护楼也护人，设计时就要把安全和好用一起考虑。布局三原则：标识清楚——每个配电箱、每个回路都贴好标签，维修排查时能快速断对回路，不误碰带电线路；负荷均衡——大功率设备分散到不同回路，不让一个回路过载；就近设置——插座、开关设在仪器旁边，减少延长线和拖地电线。</a:t>
            </a:r>
          </a:p>
          <a:p>
            <a:r>
              <a:t>这样能减少短路、过热和意外触电。配电箱和总开关的位置要便于维修和应急时够得着，箱前不堆放杂物（见第 098 课）。实验室布局调整、新增回路，由学校按程序设计、持证电工施工。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新购仪器特别是大功率仪器到货后，不要急着插电试机。先报告实验室负责人，按本校规定向学校相关部门申报，由持证电工核算线路容量，配好专用插座、断路器和漏电保护（见第 100 课）。</a:t>
            </a:r>
          </a:p>
          <a:p>
            <a:r>
              <a:t>安装三步：一看说明书的安装和供电要求；二由合格人员（厂家工程师或学校电工）安装；三核对供电电压、相数、频率（我国 220 V/380 V、50 Hz）、容量和接地是否匹配。学生不得自行更换保护器件或调换档位。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带金属外壳的仪器一般依靠保护接地防间接接触触电：使用带接地极的三极插头，接入接地可靠的三孔插座，接地脚不能掰掉，也不能用两孔转换插头（见第 099 课）。</a:t>
            </a:r>
          </a:p>
          <a:p>
            <a:r>
              <a:t>有些电器采用双重绝缘（或加强绝缘）结构，在基本绝缘之外再加一层附加绝缘，即使一层失效，另一层仍能防触电。识别方法：看铭牌上的符号——两个正方形套在一起（“回”字形）。这类电器通常用两极插头，不需要接地，但外壳破损、绝缘损坏时同样要停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很多仪器在高电压下工作，水和液体一旦进入仪器或碰到电线，就可能造成短路、漏电和触电。做到：水杯、试剂瓶不放在仪器顶上和电器上方（顶上常有散热口，液体洒进去会短路），放到指定区域；插座、插线板远离水槽和盛液容器；冷却水管接牢，离开前检查是否漏水。</a:t>
            </a:r>
          </a:p>
          <a:p>
            <a:r>
              <a:t>操作开关、插头前先擦干手，湿手、油手不碰开关；地面有水，先擦干再用电，也防止滑倒。显微镜、搅拌器等小型电器同样适用：电线保持干燥，用完关电源。大型分析仪器的漏液、冷凝水滴落和电线破皮，都是日常要留意的隐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仪器被液体泼洒、进水或长期受潮后，外壳可能带电。不要伸手去拔湿漉漉的插头、更不要去擦正在通电的仪器：先在墙上开关、配电箱分路开关处断电，确认断电后再处理液体（化学品泼洒按第 056 课处理）。</a:t>
            </a:r>
          </a:p>
          <a:p>
            <a:r>
              <a:t>受潮、进水的仪器挂“停用”标识，交电工或厂家检测，绝缘合格后才能再通电；受潮的电器绝不能“晾一晾就用”。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清洁仪器和插座不要带电进行：先关机、拔下插头；清洁剂喷在布上再擦，不往屏幕和仪器上直接喷，抹布要拧干，避免液体渗进机内；擦完晾干，再通电。不要戴着脏手套、用工具戳触摸屏。</a:t>
            </a:r>
          </a:p>
          <a:p>
            <a:r>
              <a:t>设备要按说明书规定的周期维护保养，做好记录，保养合格才继续使用。用好养好，散热口不堵、按时维护，设备用得久，也不容易出事。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仪器靠风扇和散热孔降温，散热口被挡住会使内部过热，加速绝缘老化，甚至引起火灾。仪器四周按说明书留出通风空间，不堆纸箱和杂物，线缆插头不挡住风道；运行中的设备不要盖布防尘。</a:t>
            </a:r>
          </a:p>
          <a:p>
            <a:r>
              <a:t>笔记本电脑不要放在被子、软垫上使用；电源适配器放在通风处，发烫、有异味时停止使用并报修。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仪器在通电状态下绝不维修、绝不打开外壳。学生不擅自拆开仪表和电源外壳，实验台里的固定接线不能乱动，只用面板上的接线柱接线（电工实验接线规范见第 185 课）。插拔设备之间的连接电缆前先关机，确认屏幕熄灭再接线，带电插拔可能打火、损坏电路。</a:t>
            </a:r>
          </a:p>
          <a:p>
            <a:r>
              <a:t>维修时机器盖子开着，绝不通电试机，“想看看灯亮不亮”也不行；维修者把插头放在自己手边，防止别人插上（上锁挂牌见第 144 课）。确需带电测量，只能由持证人员按规程进行。</a:t>
            </a:r>
          </a:p>
          <a:p>
            <a:r>
              <a:t>电器要按用途使用，用前确认完好；坏了就关机、挂牌停用，交专业人员修理，不自己乱修；实验室电器要定期检测（见第 104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关了机就一定没电吗？不一定。仪器内部的电容会储存电荷，断电后端子仍可能带有危险电压，尤其是闪光灯、弧光灯、激光器等放电光源的高压电源（见第 118 课）。学生不得打开外壳和高压电源；维修由授权人员断电、按规程放电并确认后进行。放电灯换灯管前先断电拔插头，等待电容放完电，灯罩冷却后再碰。</a:t>
            </a:r>
          </a:p>
          <a:p>
            <a:r>
              <a:t>旋转电机同理：发电机一转起来，输出端就有电压，即使没接外电源也不代表没电；接线、改线前先停原动机，转子停稳。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不得私自拆修、改装仪器和电路，不私接线路，排插不串接、不超负荷（见第 101 课）；仪器故障报修，由专业人员处理。</a:t>
            </a:r>
          </a:p>
          <a:p>
            <a:r>
              <a:t>自制或改装的电气装置（自搭加热、高压、电源装置等）没有经过产品检验，风险最难估计。使用前先报告导师和实验室负责人，按本校规定进行风险评估（见第 014 课），经专业人员检查合格、批准后才能通电使用，并做好绝缘、接地、保护和标识。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很多实验仪器在高电压下工作，电泳仪电源的输出电压可达数百伏甚至更高，足以致命。正确顺序：先检查电极线和槽体完好，盖好安全盖、接好电极线，最后才打开电源；运行中不碰电极、导线接头和缓冲液，不打开盖子；结束时先关电源，再拔线、开盖、取胶。</a:t>
            </a:r>
          </a:p>
          <a:p>
            <a:r>
              <a:t>安全联锁（开盖断电装置）和防护罩不能拆除，不能用胶带、导线短接。操作前先断电再动手。带电、高压的实验不要一个人做，至少两人在场，知道急停按钮和断电位置。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通电的电路和加热、高压设备不能无人看管：实验做到一半要走开，先断电再离开。最后离开实验室的人，检查并关掉不用的电器、照明和水电。</a:t>
            </a:r>
          </a:p>
          <a:p>
            <a:r>
              <a:t>确需长时间或过夜运行的仪器（如培养箱、冰箱等按规定可长期运行的设备除外），按本校规定先审批、登记，在仪器上挂牌注明实验内容和联系人电话，按时巡查，发现异常及时处理（停电应急见第 156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在潮湿、狭窄、周围是金属导体的场所（如设备内部、水箱、地坑），人体电阻低、不易摆脱，触电危险大，手持照明灯和手持电动工具应使用规定的特低电压电源（经安全隔离变压器供电），具体电压限值按 GB/T 3805-2008 和相关规定执行，以现行文本为准。</a:t>
            </a:r>
          </a:p>
          <a:p>
            <a:r>
              <a:t>普通市电灯具不能带进去。进入受限空间作业，还必须先经过审批（见第 140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答案：B。解析：结束时先关电源，再拔线、开盖；运行中不碰电极和缓冲液。</a:t>
            </a:r>
          </a:p>
          <a:p>
            <a:r>
              <a:t>第 2 题 答案：B。解析：内部电容可能仍存有高压，学生不开外壳，由授权人员按规程放电后维修。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答案：B。解析：双重绝缘电器有两层绝缘，多一道防触电保险。</a:t>
            </a:r>
          </a:p>
          <a:p>
            <a:r>
              <a:t>第 4 题 答案：C。解析：断电后挂牌停用，交电工检测合格再通电。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答案：A。解析：通电设备不能随意无人值守；中途离开要先断电。</a:t>
            </a:r>
          </a:p>
          <a:p>
            <a:r>
              <a:t>第 6 题 答案：先报告导师和实验室负责人，进行风险评估，经专业人员检查绝缘、接地和保护措施合格并批准后才能通电使用；不得私自改装已有仪器。解析：自制改装装置未经产品检验，风险最难估计。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实验仪器的用电安全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第8章 电气安全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5 分钟（卡通视频 63 镜）　适用对象：使用实验仪器的全体本科生、研究生和教职工，特别是使用电泳仪、高压电源、放电光源和自制实验装置的人员，以及仪器管理员和实验室负责人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102 · 实验仪器的用电安全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102 实验仪器的用电安全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能说出实验室用电设备有国家安全标准（GB 4793.1），新仪器安装要先申报、由合格人员安装，金属外壳要接地，认识双重绝缘标志。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能做到水和液体远离仪器、散热口不遮挡、清洁保养前先断电，仪器进水受潮先断电、检测后再用。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能判断通电时不维修、不开外壳，断电后电容仍可能带电，不私自改装，自制装置先评估。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能做到电泳仪等高压仪器盖好安全盖、不短接联锁、不独自做高压实验；人走断电，过夜运行要审批；潮湿狭小处用特低电压。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102 · 实验仪器的用电安全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102 实验仪器的用电安全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4793.1-2007（以现行文本为准，GB 4793-2024 已发布、即将实施）《测量、控制和实验室用电气设备的安全要求 第1部分：通用要求》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3805-2008（以现行文本为准）《特低电压（ELV）限值》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13869-2017（以现行文本为准，GB/T 13869-2026 即将实施）《用电安全导则》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13955-2017（以现行文本为准）《剩余电流动作保护装置安装和运行》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《中华人民共和国安全生产法》（以现行文本为准）：特种作业人员持证上岗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号）：仪器设备与用电安全、自制设备管理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本校仪器设备管理、自制设备审查、仪器过夜运行审批规定（以本校规定为准）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102 · 实验仪器的用电安全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仪器用电有国家标准可依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102 实验仪器的用电安全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实验室用电设备有国家安全标准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设计、安装、使用、维护都按规范来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选用符合国家标准的合格电器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一次电气事故，可能让几周的实验白费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测量、控制和实验室用电气设备的安全，有专门的国家标准 GB 4793.1-2007（以现行文本为准，GB 4793-2024 已发布、即将实施），对防电击、防火、标志和说明书等提出要求；电气系统的设计、安装、使用和维……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自己从网上买无标志的电源、加热器用于实验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认为用电规范是电工的事，与使用者无关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102 · 实验仪器的用电安全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实验室电气布局：标识清楚、负荷均衡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102 实验仪器的用电安全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每个回路、配电箱都标识清楚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负荷均衡，别让一个回路过载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插座、开关就近设置，少拉长线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配电箱和总开关维修应急都要够得着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好的电气设计既护楼也护人，设计时就要把安全和好用一起考虑。布局三原则：标识清楚——每个配电箱、每个回路都贴好标签，维修排查时能快速断对回路，不误碰带电线路；负荷均衡——大功率设备分散到不同回路，不让一个回路过载；就近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配电箱回路没有标识，检修时拉错闸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大功率设备全挤在同一个回路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102 · 实验仪器的用电安全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新仪器安装：先申报，合格人员装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102 实验仪器的用电安全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新到大功率仪器，别急着插电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先报告负责人，向学校申报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看说明书、由合格人员安装、核对供电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持证电工核算线路、配好保护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新购仪器特别是大功率仪器到货后，不要急着插电试机。先报告实验室负责人，按本校规定向学校相关部门申报，由持证电工核算线路容量，配好专用插座、断路器和漏电保护（见第 100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新仪器到了自己找插线板插上就用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进口仪器不核对电压就通电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102 · 实验仪器的用电安全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金属外壳接地，认识双重绝缘标志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102 实验仪器的用电安全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金属外壳仪器必须可靠接地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三极插头的接地脚不能去掉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两个方框套在一起，是双重绝缘标志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双重绝缘：两层绝缘，多一道保险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带金属外壳的仪器一般依靠保护接地防间接接触触电：使用带接地极的三极插头，接入接地可靠的三孔插座，接地脚不能掰掉，也不能用两孔转换插头（见第 099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插头插不进就把接地脚掰掉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以为双重绝缘电器摔裂了外壳也能用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102 · 实验仪器的用电安全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水和液体远离仪器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102 实验仪器的用电安全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水和电碰在一起非常危险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仪器顶上和电器上方不放水杯、液体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插座远离水槽，冷却水管接牢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湿手油手不碰开关，地上有水先擦干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漏液、冷凝水、破电线都是隐患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很多仪器在高电压下工作，水和液体一旦进入仪器或碰到电线，就可能造成短路、漏电和触电。做到：水杯、试剂瓶不放在仪器顶上和电器上方（顶上常有散热口，液体洒进去会短路），放到指定区域；插座、插线板远离水槽和盛液容器；冷却水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把水杯放在仪器顶上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戴着湿手套直接按仪器开关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102 · 实验仪器的用电安全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仪器进水受潮：断电，检测后再用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102 实验仪器的用电安全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仪器进水或受潮，先在开关处断电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不碰湿仪器和它的插头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交电工检测合格，才能再通电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仪器被液体泼洒、进水或长期受潮后，外壳可能带电。不要伸手去拔湿漉漉的插头、更不要去擦正在通电的仪器：先在墙上开关、配电箱分路开关处断电，确认断电后再处理液体（化学品泼洒按第 056 课处理）。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水洒进仪器后，赶紧通电看看坏没坏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站在水里去拔仪器插头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102 · 实验仪器的用电安全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清洁保养前先断电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102 实验仪器的用电安全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擦仪器、清理插座前，先关机拔插头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清洁剂喷在布上再擦，抹布要拧干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擦完晾干，再通电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按说明书定期维护保养，做好记录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清洁仪器和插座不要带电进行：先关机、拔下插头；清洁剂喷在布上再擦，不往屏幕和仪器上直接喷，抹布要拧干，避免液体渗进机内；擦完晾干，再通电。不要戴着脏手套、用工具戳触摸屏。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仪器开着就用湿抹布擦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把清洁剂直接喷到屏幕上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102 · 实验仪器的用电安全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散热口不遮挡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102 实验仪器的用电安全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仪器散热口、风扇不能被挡住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四周留出空间，不堆杂物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运行中不盖布，适配器发烫就停用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仪器靠风扇和散热孔降温，散热口被挡住会使内部过热，加速绝缘老化，甚至引起火灾。仪器四周按说明书留出通风空间，不堆纸箱和杂物，线缆插头不挡住风道；运行中的设备不要盖布防尘。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给运行中的仪器盖上防尘布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仪器后面紧贴墙、堆满纸箱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102 · 实验仪器的用电安全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通电时不维修、不开外壳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102 实验仪器的用电安全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通着电，不维修、不打开外壳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实验台内固定接线不乱动，只用面板接线柱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插拔设备之间的电缆前，先关机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开着盖绝不通电试机；坏了挂牌交专业人员修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仪器在通电状态下绝不维修、绝不打开外壳。学生不擅自拆开仪表和电源外壳，实验台里的固定接线不能乱动，只用面板上的接线柱接线（电工实验接线规范见第 185 课）。插拔设备之间的连接电缆前先关机，确认屏幕熄灭再接线，带电插……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仪器有异响，通着电打开外壳看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维修中途合上电源试一试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102 · 实验仪器的用电安全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断电后电容仍可能带电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102 实验仪器的用电安全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关机拔插头后，内部电容仍可能存电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闪光灯、弧光灯等放电光源电源电压很高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授权人员按规程放电后才能接触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发电机一转，输出端就有电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关了机就一定没电吗？不一定。仪器内部的电容会储存电荷，断电后端子仍可能带有危险电压，尤其是闪光灯、弧光灯、激光器等放电光源的高压电源（见第 118 课）。学生不得打开外壳和高压电源；维修由授权人员断电、按规程放电并确……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拔了插头马上伸手进高压电源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以为没接电源的发电机端子不带电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102 · 实验仪器的用电安全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不私自改装，自制装置先评估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102 实验仪器的用电安全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仪器坏了不自己拆，电路不私自改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自制、改装的用电装置风险最难估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先报告导师和负责人，评估合格才能通电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不得私自拆修、改装仪器和电路，不私接线路，排插不串接、不超负荷（见第 101 课）；仪器故障报修，由专业人员处理。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自己焊一个电源就接到实验装置上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为了方便把仪器的保护电路改掉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102 · 实验仪器的用电安全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电泳仪等高压仪器：盖好盖，不短接联锁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102 实验仪器的用电安全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电泳仪、高压电源也是高压仪器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盖好安全盖、接好线，最后开电源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运行中不碰电极和缓冲液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联锁和防护罩不拆、不短接；用完先关电源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高压实验不独自做，知道急停在哪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很多实验仪器在高电压下工作，电泳仪电源的输出电压可达数百伏甚至更高，足以致命。正确顺序：先检查电极线和槽体完好，盖好安全盖、接好电极线，最后才打开电源；运行中不碰电极、导线接头和缓冲液，不打开盖子；结束时先关电源，再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开着电源直接掀盖子取胶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嫌联锁麻烦用胶带把它短接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102 · 实验仪器的用电安全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无人值守：人走断电，过夜要审批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102 实验仪器的用电安全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实验中途离开，先断电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离开实验室，关掉不用的电器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仪器通宵运行先审批、挂牌、留联系人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按时巡查，发现异常及时处理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通电的电路和加热、高压设备不能无人看管：实验做到一半要走开，先断电再离开。最后离开实验室的人，检查并关掉不用的电器、照明和水电。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电热板开着就去吃饭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仪器过夜运行不登记、不留联系方式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102 · 实验仪器的用电安全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潮湿狭小处用特低电压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102 实验仪器的用电安全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潮湿、狭小的地方，手持行灯用特低电压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普通市电灯具不能带进潮湿狭小空间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电压按现行标准选，受限空间先审批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在潮湿、狭窄、周围是金属导体的场所（如设备内部、水箱、地坑），人体电阻低、不易摆脱，触电危险大，手持照明灯和手持电动工具应使用规定的特低电压电源（经安全隔离变压器供电），具体电压限值按 GB/T 3805-2008 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把普通台灯拉进水箱里照明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以为戴了手套就能在潮湿处用市电工具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102 · 实验仪器的用电安全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102 实验仪器的用电安全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使用电泳仪的正确顺序是：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先开电源，再盖盖、接线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盖好安全盖、接好电极线，最后开电源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开盖运行便于观察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结束时先开盖再关电源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判断：仪器已经关机并拔下插头，就可以马上打开高压电源检查。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102 · 实验仪器的用电安全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102 实验仪器的用电安全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铭牌上印有两个正方形套在一起的符号，表示：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防水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双重绝缘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高压危险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需要接地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仪器被泼了一杯水，正确的第一步是：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马上拔下湿插头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用抹布擦干后继续用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先在墙上开关或配电箱处断电，不碰湿仪器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通电看看坏没坏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102 · 实验仪器的用电安全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102 实验仪器的用电安全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判断：实验仪器需要过夜运行时，按本校规定审批、挂牌并留下联系人，按时巡查。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简答：自己搭建了一套用电实验装置，使用前应怎么做？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仪器用电有国家标准可依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实验室电气布局：标识清楚、负荷均衡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新仪器安装：先申报，合格人员装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金属外壳接地，认识双重绝缘标志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水和液体远离仪器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仪器进水受潮：断电，检测后再用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清洁保养前先断电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散热口不遮挡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通电时不维修、不开外壳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断电后电容仍可能带电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不私自改装，自制装置先评估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电泳仪等高压仪器：盖好盖，不短接联锁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无人值守：人走断电，过夜要审批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潮湿狭小处用特低电压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