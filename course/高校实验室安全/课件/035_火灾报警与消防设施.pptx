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进入一个新的实验室或楼层，要向实验室负责人了解这里的火灾报警和应急系统：手动火灾报警按钮、消火栓箱、灭火器、应急喷淋和安全出口在哪里，警报响了该怎么做、到哪里集合。</a:t>
            </a:r>
          </a:p>
          <a:p>
            <a:r>
              <a:t>只看平面图不够，要到现场亲眼看一遍、亲手找到，紧急时才能马上用上。这也是实验室准入培训的内容之一（见第 007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动火灾报警按钮是火灾报警系统中最基本的触发装置，安装在走廊、楼梯口、出口附近的墙上。发现火情时，用力按下按钮（有的需要按下或击碎保护片），信号立即送到消防控制室，并启动声光警报，提醒整栋楼的人。</a:t>
            </a:r>
          </a:p>
          <a:p>
            <a:r>
              <a:t>按下报警按钮后，还要拨打 119 并报告保卫处（见第 036 课）。按钮前不得堆放杂物，没有火情不得随意按动。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火灾自动报警系统由火灾探测器、手动火灾报警按钮、火灾报警控制器、声光警报器等组成。探测器或报警按钮发出的信号，通过专用线路、电话线、光缆或无线方式传到火灾报警控制器（按 GB 4717-2024，以现行文本为准）。</a:t>
            </a:r>
          </a:p>
          <a:p>
            <a:r>
              <a:t>在国内，控制器一般设在消防控制室，由持证人员 24 小时值守。值班人员接到报警后立即核实火情，启动应急处置，并按规定报警。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灾探测器是自动报警系统的“眼睛”：感温（定温）探测器在环境温度达到设定值时报警；差温探测器在温度上升速度超过设定值时报警；感烟探测器检测到烟雾颗粒时报警。此外还有感光（火焰）、可燃气体探测器等，按场所特点设置。</a:t>
            </a:r>
          </a:p>
          <a:p>
            <a:r>
              <a:t>实验室加热、烘烤会使温度升高，产生烟雾的操作会触发感烟探测器，所以这类操作要在通风柜内进行，或事先报备（见 K11）。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烟探测器主要有两类：光电型利用烟雾颗粒对光的散射或遮挡来探测，对冒浓烟、没有明火的阴燃火（如电线、织物闷烧）更灵敏；离子型利用烟雾颗粒改变电离室电流来探测，对燃烧迅速、烟颗粒细小的明火反应更快。</a:t>
            </a:r>
          </a:p>
          <a:p>
            <a:r>
              <a:t>两种探测器各有所长，选用哪一种由设计单位按场所情况确定，使用者不得自行更换或拆除。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喷水灭火系统的闭式喷头平时封闭，火灾时喷头附近温度升高，玻璃球或易熔元件动作，水直接洒向起火点。它能在火灾初期控制或扑灭火灾，限制烟和热的产生，为人员撤离争取时间，尤其帮助楼上的人员逃生。</a:t>
            </a:r>
          </a:p>
          <a:p>
            <a:r>
              <a:t>每个喷头只能保护有限的面积，多个喷头按设计规范的间距排列，保护区相互覆盖。实验室改造、加隔断、加高货架时，可能使喷头保护不到，必须经学校主管部门审核，不能随便改动。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自动喷水系统中设有水流指示器和报警阀，管道中一旦有水流动（喷头动作或管道破裂），就会发出报警信号，水力警铃响起。报警装置的设置按国家标准执行。</a:t>
            </a:r>
          </a:p>
          <a:p>
            <a:r>
              <a:t>在可能结冰的场所采用干式系统，管道内平时充有压缩空气而不是水。干式报警阀上方的气压明显低于下方的水压，靠阀门结构保持关闭；喷头一打开，管道内气压下降，水就冲进管道喷出。这部分由专业人员维护，同学们了解原理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室内消火栓箱设在走廊、楼梯口等处，箱内有消火栓阀门、水带和水枪，有的还有启泵按钮和消防软管卷盘，主要供消防救援人员和受过训练的人员接水带取水灭火。室外消火栓设在建筑周围，有地上式和地下式，按出水口多少分为不同型式。</a:t>
            </a:r>
          </a:p>
          <a:p>
            <a:r>
              <a:t>湿式消火栓栓体内有水，干式消火栓平时没水，用在会结冰的地方。按照《中华人民共和国消防法》，不得埋压、圈占、遮挡消火栓，消火栓箱前不能堆放杂物，箱门不能上锁或被挡住打不开。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消防水泵接合器设在建筑外墙或附近，火灾时消防车通过它向楼内的消火栓和自动喷水系统加压供水，是高层和大型建筑灭火的重要设施。</a:t>
            </a:r>
          </a:p>
          <a:p>
            <a:r>
              <a:t>水泵接合器和室外消火栓前要留出消防车停靠和连接的空间，不能停车、堆放杂物或被绿化遮挡（消防车通道管理见第 036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计算机机房、精密仪器室、档案室等不宜用水的房间，常装有气体灭火系统。系统启动时先发出声光预警，经过一段延时后喷放灭火气体，门口一般设有警示标志和放气指示灯。</a:t>
            </a:r>
          </a:p>
          <a:p>
            <a:r>
              <a:t>听到预警后，房间里的人要在放气前立即撤出并关门；喷放后的房间缺氧或有灭火气体，不能进入，要等专业人员通风、确认安全后再进入。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喷头上挂衣物、下方堆放过高的物品，会妨碍喷头感温和洒水；用塑料袋、胶带罩住烟感探测器，起火时就无法报警。实验室人员不得遮挡、拆除或擅自停用探测器和喷头。</a:t>
            </a:r>
          </a:p>
          <a:p>
            <a:r>
              <a:t>确实需要进行会产生大量烟雾或高温的操作（如焊接、灼烧），事先向实验室负责人和学校主管部门报备，由专业人员按规定采取措施，操作结束后立即恢复。探测器和喷头由学校定期检查测试，周期按规定执行；发现指示灯异常、喷头损坏或渗漏，立即报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灭火器、配电箱、消火栓、报警按钮和安全出口前都要保持畅通，不准堆放纸箱、仪器、废旧设备，紧急时才能马上取用和撤离。疏散通道和楼梯间不得堆物、停放自行车或电动车。</a:t>
            </a:r>
          </a:p>
          <a:p>
            <a:r>
              <a:t>按照《中华人民共和国消防法》，任何单位和个人不得损坏、挪用或者擅自拆除、停用消防设施和器材，不得占用、堵塞、封闭疏散通道和安全出口。日常安全检查会检查这些内容，发现问题要立即整改。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楼梯间、走廊上的常闭式防火门平时应保持关闭，起火时把烟和火挡在一侧，保护楼梯间等疏散通道。为了方便通行用纸箱、楔子、灭火器把防火门顶开，起火时烟火就会进入楼梯间，阻断逃生路线。</a:t>
            </a:r>
          </a:p>
          <a:p>
            <a:r>
              <a:t>防火门闭门器损坏、门关不严、门禁故障时，及时报告学校主管部门维修。常开式防火门火灾时会自动关闭，门下方不要放置物品。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灾报警控制器接到探测器或报警按钮的信号后，启动楼内的声光警报器（警铃、蜂鸣和闪光），通知人员疏散。警报响起时，立即停止实验，在安全的前提下关闭热源、气源，盖好容器，按疏散路线撤离到集合点（见第 036 课）。</a:t>
            </a:r>
          </a:p>
          <a:p>
            <a:r>
              <a:t>不要以为是误报而继续实验或等着看，是否误报由消防控制室核实后通知。参加学校组织的消防演练，熟悉警报声音和撤离路线。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答案：B。解析：按下手动报警按钮，信号送到消防控制室并启动声光警报；同时拨打 119。</a:t>
            </a:r>
          </a:p>
          <a:p>
            <a:r>
              <a:t>第 2 题 答案：A。解析：光电型对阴燃产生的大颗粒烟更灵敏，离子型对明火反应更快。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答案：B。解析：不得遮挡、擅自停用消防设施；确需产烟的操作先报备，由专业人员处理。</a:t>
            </a:r>
          </a:p>
          <a:p>
            <a:r>
              <a:t>第 4 题 答案：B。解析：常闭式防火门平时应关闭，顶开后起火时烟火会进入楼梯间。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答案：C。解析：喷放后房间缺氧或有灭火气体，放气前必须撤出，喷放后等专业人员处理再进入。</a:t>
            </a:r>
          </a:p>
          <a:p>
            <a:r>
              <a:t>第 6 题 答案：知道位置和用途；不遮挡、不堆物、不损坏、不挪用、不擅自停用；喷头上不挂东西，消火栓箱和报警按钮前不堆物；发现异常及时报修。解析：《中华人民共和国消防法》禁止损坏、挪用、擅自停用消防设施和遮挡消火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火灾报警与消防设施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第4章 消防安全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5 分钟（卡通视频 57 镜）　适用对象：全体进入高校实验室的本科生、研究生和教职工（必修）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能说出火灾自动报警系统的组成（探测器、手动报警按钮、控制器、声光警报）和信号送到消防控制室的过程。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能做到进入实验室先找到手动报警按钮、消火栓箱和出口，发现火情会按报警按钮，警报响了立即撤离。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能说出感温、差温、感烟探测器和自动喷水、消火栓、水泵接合器、气体灭火、防火门的作用。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能做到不遮挡、不堆物、不损坏、不擅自停用消防设施，发现异常及时报修。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《中华人民共和国消防法》（以现行文本为准）：不得损坏、挪用或者擅自拆除、停用消防设施、器材，不得埋压、圈占、遮挡消火栓，不得占用、堵塞、封闭疏散通道和安全出口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4717-2024（以现行文本为准）《火灾报警控制器》：火灾报警控制器的功能与要求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50116（以现行文本为准）《火灾自动报警系统设计规范》：探测器、手动报警按钮、声光警报器和消防控制室的设置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50084（以现行文本为准）《自动喷水灭火系统设计规范》：湿式、干式等系统和喷头布置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50974（以现行文本为准）《消防给水及消火栓系统技术规范》：室内外消火栓和水泵接合器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号，以现行文本为准）：实验室消防设施配置与维护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高校实验室安全检查项目表（以现行文本为准）：消防设施完好、不被遮挡，疏散通道畅通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727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61607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1687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本校消防安全管理规定（以本校规定为准）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进实验室，先认报警和应急设施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向实验室负责人了解报警和应急系统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报警按钮在哪，警报响了怎么办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要到现场亲眼看、亲手找到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进入一个新的实验室或楼层，要向实验室负责人了解这里的火灾报警和应急系统：手动火灾报警按钮、消火栓箱、灭火器、应急喷淋和安全出口在哪里，警报响了该怎么做、到哪里集合。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在实验室工作很久，却说不出报警按钮在哪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只看疏散图，不到现场确认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手动报警按钮：发现火情先按它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最基础的报警，靠人手动启动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发现火情，先按下手动报警按钮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报警按钮前别堆东西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手动火灾报警按钮是火灾报警系统中最基本的触发装置，安装在走廊、楼梯口、出口附近的墙上。发现火情时，用力按下按钮（有的需要按下或击碎保护片），信号立即送到消防控制室，并启动声光警报，提醒整栋楼的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发现火情只顾自己扑救，不按报警按钮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报警按钮被柜子、纸箱挡住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自动报警：信号送到消防控制室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自动报警系统由探测器、报警按钮、控制器等组成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信号经专线、光缆或无线送出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送到消防控制室，有人值守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值班员核实后组织处置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火灾自动报警系统由火灾探测器、手动火灾报警按钮、火灾报警控制器、声光警报器等组成。探测器或报警按钮发出的信号，通过专用线路、电话线、光缆或无线方式传到火灾报警控制器（按 GB 4717-2024，以现行文本为准）。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以为自动报警会自动叫来消防车，自己不用报警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擅自关闭报警控制器上的报警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探测器：感温、差温、感烟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温度达到设定值，感温探测器报警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升温速度太快，差温探测器报警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烟雾进入，感烟探测器报警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灾探测器是自动报警系统的“眼睛”：感温（定温）探测器在环境温度达到设定值时报警；差温探测器在温度上升速度超过设定值时报警；感烟探测器检测到烟雾颗粒时报警。此外还有感光（火焰）、可燃气体探测器等，按场所特点设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不知道烟雾和温度都会触发报警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在探测器下方直接加热、产烟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感烟探测器：光电型和离子型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感烟探测器分光电型和离子型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光电型对冒浓烟、无明火的阴燃更灵敏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离子型对燃烧迅速的明火反应更快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两种各有所长，按设计配置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感烟探测器主要有两类：光电型利用烟雾颗粒对光的散射或遮挡来探测，对冒浓烟、没有明火的阴燃火（如电线、织物闷烧）更灵敏；离子型利用烟雾颗粒改变电离室电流来探测，对燃烧迅速、烟颗粒细小的明火反应更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以为所有感烟探测器对各种火反应都一样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自行拆下、更换探测器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自动喷水：直接洒向火点，帮人逃生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喷头受热动作，水直接洒向火点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限制烟和热，楼上的人更容易撤离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每个喷头只管一小片，排起来盖满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喷头间距按规范布置，不能随便改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动喷水灭火系统的闭式喷头平时封闭，火灾时喷头附近温度升高，玻璃球或易熔元件动作，水直接洒向起火点。它能在火灾初期控制或扑灭火灾，限制烟和热的产生，为人员撤离争取时间，尤其帮助楼上的人员逃生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以为喷头会对着整个房间喷水，随意加隔断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自行拆除或移动喷头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水流报警与干式系统（了解）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喷淋管里有水流动，就会报警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会结冰的地方用干式系统，管里充气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干式阀上方气压明显低于下方水压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喷头一开气压降，水就冲进管道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自动喷水系统中设有水流指示器和报警阀，管道中一旦有水流动（喷头动作或管道破裂），就会发出报警信号，水力警铃响起。报警装置的设置按国家标准执行。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听到水力警铃不当回事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擅自调节报警阀和压力表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室内消火栓：箱前不能堆东西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室内消火栓箱里有水带、水枪和阀门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消火栓是灭火取水的接口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湿式栓体里有水，干式没水防冻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箱前不能堆东西，不能遮挡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室内消火栓箱设在走廊、楼梯口等处，箱内有消火栓阀门、水带和水枪，有的还有启泵按钮和消防软管卷盘，主要供消防救援人员和受过训练的人员接水带取水灭火。室外消火栓设在建筑周围，有地上式和地下式，按出水口多少分为不同型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在消火栓箱前堆放纸箱、仪器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把消火栓箱当储物柜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水泵接合器：前面不停车、不堆物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消防车通过外墙的水泵接合器往楼里供水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接合器设在建筑外，便于消防车连接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接合器前不能停车、堆东西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消防水泵接合器设在建筑外墙或附近，火灾时消防车通过它向楼内的消火栓和自动喷水系统加压供水，是高层和大型建筑灭火的重要设施。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把车停在水泵接合器和室外消火栓前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在接合器旁堆放建筑垃圾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气体灭火房间：报警后马上撤离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有的房间装的是气体灭火系统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报警后到放气前，人要马上离开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放气后别进去，等专业人员处理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计算机机房、精密仪器室、档案室等不宜用水的房间，常装有气体灭火系统。系统启动时先发出声光预警，经过一段延时后喷放灭火气体，门口一般设有警示标志和放气指示灯。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听到预警还留在房间里收拾东西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喷放后马上推门进去查看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探测器和喷头：不遮挡、不停用、定期测试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喷头上不挂东西，下方不堆高物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不能遮挡烟感，不能擅自停用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会产烟的操作，先报备再处理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定期测试，指示灯异常马上报修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喷头上挂衣物、下方堆放过高的物品，会妨碍喷头感温和洒水；用塑料袋、胶带罩住烟感探测器，起火时就无法报警。实验室人员不得遮挡、拆除或擅自停用探测器和喷头。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嫌误报，用塑料袋罩住烟感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在喷头上挂衣服、吊东西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消防设施和通道前不堆物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灭火器、电箱、出口前不准堆东西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疏散通道时刻保持畅通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不得损坏、挪用、擅自停用消防设施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灭火器、配电箱、消火栓、报警按钮和安全出口前都要保持畅通，不准堆放纸箱、仪器、废旧设备，紧急时才能马上取用和撤离。疏散通道和楼梯间不得堆物、停放自行车或电动车。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在出口和配电箱前堆放包装箱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在楼道里停放电动车、堆放杂物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防火门常闭，不用东西顶住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楼道里的防火门，平时要关着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不能用纸箱、楔子把它顶开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关着的门，能把烟火挡在外面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门关不上了，及时报修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楼梯间、走廊上的常闭式防火门平时应保持关闭，起火时把烟和火挡在一侧，保护楼梯间等疏散通道。为了方便通行用纸箱、楔子、灭火器把防火门顶开，起火时烟火就会进入楼梯间，阻断逃生路线。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用楔子或纸箱顶住防火门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防火门关不上却不报修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声光警报响了，立即撤离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控制器收到信号，启动声光警报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警报一响，停下实验，关掉热源，立即撤离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别以为是误报，不要等着看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火灾报警控制器接到探测器或报警按钮的信号后，启动楼内的声光警报器（警铃、蜂鸣和闪光），通知人员疏散。警报响起时，立即停止实验，在安全的前提下关闭热源、气源，盖好容器，按疏散路线撤离到集合点（见第 036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警报响了继续做实验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撤离前回去收拾个人物品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发现走廊里冒烟起火，最先应使用的报警设施是：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消火栓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手动火灾报警按钮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水泵接合器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防火门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对冒浓烟、没有明火的阴燃火更灵敏的是：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光电型感烟探测器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离子型感烟探测器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定温探测器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水流指示器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判断：烟感探测器经常误报，可以用塑料袋罩住。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判断：为方便通行，可以用楔子把楼梯间的防火门顶开。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035 · 火灾报警与消防设施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035 火灾报警与消防设施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装有气体灭火系统的房间发出预警，房间里的人应该：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留下来观察火情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关掉警报继续工作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在放气前立即撤出并关门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打开门窗通风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简答：日常使用中，同学们对消火栓、喷头、报警按钮等消防设施要做到哪些？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进实验室，先认报警和应急设施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手动报警按钮：发现火情先按它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自动报警：信号送到消防控制室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探测器：感温、差温、感烟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感烟探测器：光电型和离子型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自动喷水：直接洒向火点，帮人逃生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水流报警与干式系统（了解）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室内消火栓：箱前不能堆东西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水泵接合器：前面不停车、不堆物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气体灭火房间：报警后马上撤离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探测器和喷头：不遮挡、不停用、定期测试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消防设施和通道前不堆物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防火门常闭，不用东西顶住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声光警报响了，立即撤离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