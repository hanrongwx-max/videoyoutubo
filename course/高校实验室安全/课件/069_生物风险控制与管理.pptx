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风险评估（见第 067、068 课）只是在提问：有什么风险、有多大，本身不会让风险变小；风险减缓才是真正把风险降下来。流程是：识别危害、评估风险，然后进入减缓，控制措施在这一步登场。</a:t>
            </a:r>
          </a:p>
          <a:p>
            <a:r>
              <a:t>控制就是落实管理决策的行动：评估报告里定下的每一条措施，都要落实到设施、规程、培训和防护上，而且几类措施要一起用、互相补位。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风险的控制措施分五类，可以用一只手的五根手指来记：消除、替代、工程控制、管理控制、个人防护。它们排成一个层级（倒金字塔），选措施时从上往下：先想能不能不做、能不能换，再上设施设备和规程，个人防护垫底，不能单靠它。控制层级的通用讲法见第 017 课。</a:t>
            </a:r>
          </a:p>
          <a:p>
            <a:r>
              <a:t>打个比方：汽车的安全带和刹车是工程控制，驾照和交通规则是管理控制。能从源头消除或替代的风险，不要只靠口罩手套来挡。加完控制后，再看残余风险，决定做还是不做（见第 067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消除是最有效的控制：风险太大，或者没有合适的设施（如没有生物安全柜、没有定向气流）、人员没有培训、人手不足，这个实验就不做，或者转到具备条件的单位开展。</a:t>
            </a:r>
          </a:p>
          <a:p>
            <a:r>
              <a:t>但消除也不是一刀切：全部停掉会阻碍科研进步，要在评估的基础上给研究留出空间，通过其他控制把风险降到可接受，再谨慎开展。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替代就是换成风险更低的方案：例如改用减毒、弱化的株，在实验室里更好管理；样本在送来之前先按规定灭活，风险就大大降低；能用塑料器材就不用玻璃，能不用锐器就不用锐器。</a:t>
            </a:r>
          </a:p>
          <a:p>
            <a:r>
              <a:t>替代方案本身也要经过评估再换，确认新方案确实风险更低、又能满足实验需要（灭活要经过验证）。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工程控制是用专门设计的设施设备把病原关住，给人创造安全的工作环境：例如在生物安全柜内操作并接好排风，加上高效过滤和污水处理；实验室保持负压，空气从外往里流，就形成了封闭。</a:t>
            </a:r>
          </a:p>
          <a:p>
            <a:r>
              <a:t>封闭原理、设施布局和运行维护分别见第 062、063、064 课，生物安全柜见第 071–073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防护是最后一道防线：其他措施失灵时靠它挡住，所以不能只靠防护用品。防护服挡住皮肤接触；可经空气传播的，按评估选用防护口罩或动力送风呼吸器；可经眼睛感染的，要戴护目镜；接触实验动物，要戴防咬手套。</a:t>
            </a:r>
          </a:p>
          <a:p>
            <a:r>
              <a:t>不会正确穿脱，反而可能污染自己，所以每件防护都配有使用规程。防护装备的选用见第 074 课，穿戴与脱卸见第 075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类控制不是单用，而是同时用、互相补位，缺一块就有漏洞。实验室和生物安全柜是工程控制，但进出实验室、使用安全柜都要靠规程来管；防护用品是个人防护，但穿脱要按规程，规程又属于管理控制。这些都写进实验室生物安全手册。</a:t>
            </a:r>
          </a:p>
          <a:p>
            <a:r>
              <a:t>有了好设施，操作也不能随便：工程控制不能代替规范操作，设施加规范，才真正安全。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在第 068 课把流程拆成单步、逐步打分之后，对每一步依次问五个控制问题：能不能不做（消除）？能不能换个办法（替代）？能不能加设备（工程控制）？要不要专门的规程（管理控制）？要什么防护（个人防护）？</a:t>
            </a:r>
          </a:p>
          <a:p>
            <a:r>
              <a:t>把每一步选定的措施汇总成一张措施表，例如“接收与存放”主要靠规程和个人防护，再据此落实和检查（绩效评估见第 066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管理控制是生物风险管理的基石，要在设计建设设施之前，就以安全手册和管理制度的形式定下来。它包括书面的政策、规则、工作安排、培训和记录，一切都要白纸黑字，检查时要看记录。</a:t>
            </a:r>
          </a:p>
          <a:p>
            <a:r>
              <a:t>管理控制种类很多：管理计划、生物安全委员会（以及实验动物、伦理等委员会）、人员与培训、手册、标识、库存、体检、检查审核和文件记录，也包括准入、个人防护和操作规范的要求，以及对工作人员心理和压力的关注。目标是减少接触的时间、次数和严重程度，把风险降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要求来自单位以外：国家法律法规、国家标准和行业标准，以及地方规定（例如排水、废物处置的地方要求）；国际指南只作参考。订制度前要把国内法规查清楚，职业健康、转基因生物安全等方面尤其要注意（转基因见第 081 课）。</a:t>
            </a:r>
          </a:p>
          <a:p>
            <a:r>
              <a:t>内部制度由学校、学院和实验室按需要制定，但必须放在法律框架里面，不能与法规冲突。单位要找出所有相关要求并逐条落实，不能说“我不知道有这个规定”；拿不准的，请懂法规的人把关。管理制度要有领导支持，每个人都要对自己的事负责，制度变成做法，做法留下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标准操作规程的通用原则是“写你所做，做你所写”：规程写的就是实际做的，实际做的就要和规程一致，记录也要与之相符。操作时严格按规程，一步都不能省；规程本身也要测试，确认管用。</a:t>
            </a:r>
          </a:p>
          <a:p>
            <a:r>
              <a:t>规程里要写清应急步骤：溢洒、针刺、暴露怎么处置，先处置，再逐级上报（处置见第 078 课）。记录可以是电子或纸质的：电子记录要备份、要保密，纸质记录要归档存放，记录要有人核实确认。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核对表和操作规程配套使用：边做边勾，保持情景意识，知道自己做到了哪一步。人累了容易出错，长流程要安排轮班或休息。</a:t>
            </a:r>
          </a:p>
          <a:p>
            <a:r>
              <a:t>核对表可以自查，也可以同伴互查；填好的核对表按规定存档（电子、纸质均可），检查和审核时要查。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人员上岗前要看学历、培训经历、实际操作能力和相关经验，由单位考核合格后准入（准入与培训制度见第 007 课，以本校规定为准）。按能力分工；换任务、遇到新情况、来了新设备、出了新规定，都要培训。培训要在本实验室、结合实际进行，在别处合格，换地方还要重新学。定期在工作台旁考核，不合格就再培训；培训要留记录，能力要能证明。</a:t>
            </a:r>
          </a:p>
          <a:p>
            <a:r>
              <a:t>风险评估做完，要讲给每个一起工作的人，看懂后签字确认，评估更新后再告诉大家。使用者还要签承诺：自己遵守规程，也提醒别人遵守；事故和未遂事件都要报告；出现相关症状或新的健康问题也要报告。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门口的生物危害标志和安全信息牌要说清：有什么生物危害、防护级别、实验室负责人和应急联系电话。需要接种疫苗或佩戴呼吸防护才能进入的，要标明进入条件；免疫低下等感染风险高的人员，不进入相应区域。</a:t>
            </a:r>
          </a:p>
          <a:p>
            <a:r>
              <a:t>标识按国家标准和本校规定的式样设置，信息变化时及时更新。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管理从一本清单开始：有哪些菌种、毒种、样本、质粒、转基因材料和实验动物，做哪些实验，都登记清楚，变了就更新。台账写明存放位置、安保要求、领用和去向，来龙去脉随时查得到。</a:t>
            </a:r>
          </a:p>
          <a:p>
            <a:r>
              <a:t>菌毒种和样本要专柜保存、专人保管，贴好标签，领用、归还、销毁都要登记。不得私自带出实验室，不得私自转送他人；不把来历不明的菌株带进实验室。用过的菌液和平板先灭活再处理，不能直接倒进水槽（感染性废物见第 077 课）。</a:t>
            </a:r>
          </a:p>
          <a:p>
            <a:r>
              <a:t>发现菌毒种或样本丢失、被盗，立即报告实验室负责人和保卫处，并按规定逐级上报，不得隐瞒（生物安保见第 083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理病原微生物或临床样本前，按规定做上岗体检，健康史（如过敏）要记录；按风险评估和规定，必要时留存本底血清，以后需要时可比对，判断有没有在实验室里发生暴露。接触高致病性病原微生物的人员，按规定进行审查（以现行规定为准）。</a:t>
            </a:r>
          </a:p>
          <a:p>
            <a:r>
              <a:t>工作前、中、后都要关注健康，按规定定期体检和健康监测。发生暴露后，由单位负责安排医学评估、预防性处置和救治。职业健康监护的一般要求见第 152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有的病原有疫苗可用。风险评估认为需要接种的，按要求在上岗前完成接种，并记入健康档案（具体接种项目以评估和本校规定为准）。</a:t>
            </a:r>
          </a:p>
          <a:p>
            <a:r>
              <a:t>疫苗不是万能的：保护作用因人而异，也不覆盖其他危害，打了疫苗，个人防护和规范操作一样也不能少。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健康监测也落到每个人身上。做完实验后出现发热等身体不适，要及时就医，并主动告诉医生自己在什么实验室工作、接触过哪类微生物，便于医生及早判断。</a:t>
            </a:r>
          </a:p>
          <a:p>
            <a:r>
              <a:t>同时报告导师和实验室负责人，便于及早查明原因、采取措施，保护其他人员。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课题组里有好几人生病，而他们用过同一种生物因子，且这种因子外部环境中也存在：是在实验室里感染的，还是之前或在外面感染的？生物安全员要会调查，查健康记录（体检、本底血清），也查工作记录（谁在什么时间做了什么操作）。</a:t>
            </a:r>
          </a:p>
          <a:p>
            <a:r>
              <a:t>疑似实验室感染要立即按规定报告并处置（以现行规定和本校规定为准），对相关人员进行医学观察和随访。生物安全员要和学校医务、职业健康部门合作，做好预防和健康监测。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生物毒素是生物来源的有毒物质，可能少量就造成严重伤害，属于需要特别管理的材料。要专人专柜（加锁）保管，领用要登记、双人复核，定期清点数量，账物相符。</a:t>
            </a:r>
          </a:p>
          <a:p>
            <a:r>
              <a:t>用完按规定方法灭活，再作为废物处置。属于国家管制范围的，按相应规定管理和审批（以现行规定和本校规定为准）；发现丢失、被盗立即报告。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答案：B。解析：从上往下选，越往上越有效，个人防护是最后一道防线。</a:t>
            </a:r>
          </a:p>
          <a:p>
            <a:r>
              <a:t>第 2 题 答案：B。解析：各类控制要并用，工程控制代替不了规范操作。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答案：B。解析：清单台账，去向可查；不私自带出、不转送；用过的先灭活。</a:t>
            </a:r>
          </a:p>
          <a:p>
            <a:r>
              <a:t>第 4 题 答案：B。解析：打了疫苗，防护和规范操作也不能少。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答案：B。解析：说明接触史便于及早判断，报告负责人便于查明原因、保护他人。</a:t>
            </a:r>
          </a:p>
          <a:p>
            <a:r>
              <a:t>第 6 题 答案：专人专柜（加锁）保管，领用登记、双人复核，定期清点账物相符，用完按规定灭活再作废物处置，丢失被盗立即报告。解析：属于国家管制范围的按相应规定管理。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生物风险控制与管理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84 镜）　适用对象：进入生命科学、医学、农学、环境等涉及生物材料实验室的高校本科生、研究生和教职工（必修）；实验室负责人、生物安全员和菌毒种、样本保管人员重点学习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能说出生物风险减缓的五类控制（消除、替代、工程控制、管理控制、个人防护）及其层级，知道各类控制要并用、个人防护是最后一道防线。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能说出管理控制的主要内容：依法依规的制度、操作规程与记录、核对表、准入培训与考核、标识、菌毒种和样本的清单台账。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能做到按要求参加上岗体检和健康监护、按评估接种疫苗，身体不适就医时主动说明接触史并报告负责人。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能判断菌毒种、样本或生物毒素丢失被盗、疑似实验室感染时应立即报告，知道生物毒素专人专柜、双人复核、用后灭活。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《中华人民共和国生物安全法》（以现行文本为准）：病原微生物实验室应当采取措施，加强对实验动物、菌毒种和样本的管理，防止被盗、被抢、丢失和泄漏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《病原微生物实验室生物安全管理条例》（以现行文本为准）：实验室人员培训考核、健康监测、实验档案、菌毒种和样本的保管；实验室感染和菌毒种丢失按规定报告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生物安全通用要求》：风险控制、管理体系、人员与健康监护、标准操作程序、材料管理、标识、记录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233（以现行文本为准）《病原微生物实验室生物安全通用准则》：实验室生物安全管理要求和人员管理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《中华人民共和国生物安全法》《农业转基因生物安全管理条例》（以现行文本为准）：转基因材料的登记、审查与管理（详见第 081 课）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号，以现行文本为准）：实验室安全准入、培训考核、安全信息牌和危险物品台账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本校实验室生物安全管理办法、菌毒种和样本管理规定、健康监护和免疫接种规定（以本校规定为准）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评估是提问，减缓才降险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评估只是提问，减缓才真正降险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识别危害、评估之后，控制登场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控制是落实管理决策的行动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几类措施一起用，互相补位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风险评估（见第 067、068 课）只是在提问：有什么风险、有多大，本身不会让风险变小；风险减缓才是真正把风险降下来。流程是：识别危害、评估风险，然后进入减缓，控制措施在这一步登场。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评估报告通过了，就认为风险已经解决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措施写在报告里，实际不落实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五类控制，按层级从上往下选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五类：消除、替代、工程、管理、个人防护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从上往下选，越往上越有效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安全带刹车像工程，驾照交规像管理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能从源头消除的，别只靠口罩手套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风险的控制措施分五类，可以用一只手的五根手指来记：消除、替代、工程控制、管理控制、个人防护。它们排成一个层级（倒金字塔），选措施时从上往下：先想能不能不做、能不能换，再上设施设备和规程，个人防护垫底，不能单靠它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一上来只想着加防护用品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认为层级是菜单，挑最省事的一项就行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消除：风险太大就不做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风险太大，这个实验就不做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没设施、没培训、没人手，就别做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也不一刀切，要给研究留空间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消除是最有效的控制：风险太大，或者没有合适的设施（如没有生物安全柜、没有定向气流）、人员没有培训、人手不足，这个实验就不做，或者转到具备条件的单位开展。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不具备条件也硬上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一听有风险就一律禁止，不做评估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替代：换成风险更低的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换成减毒、弱化的株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样本先灭活再送来，风险就低了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能用塑料就不用玻璃，少用锐器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替代方案也要评估后再换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替代就是换成风险更低的方案：例如改用减毒、弱化的株，在实验室里更好管理；样本在送来之前先按规定灭活，风险就大大降低；能用塑料器材就不用玻璃，能不用锐器就不用锐器。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想当然地认为“灭活了就绝对安全”，不核实灭活效果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不评估就随意更换材料或方法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工程控制：把病原关住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设施设备把病原关住，给人安全环境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生物安全柜、高效过滤、定向气流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设施细节见第 062–064 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工程控制是用专门设计的设施设备把病原关住，给人创造安全的工作环境：例如在生物安全柜内操作并接好排风，加上高效过滤和污水处理；实验室保持负压，空气从外往里流，就形成了封闭。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有了安全柜就不注意操作规范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个人防护：最后一道防线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个人防护是最后一道防线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按感染途径和评估，选对防护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接触动物要戴防咬手套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不会正确穿脱反而更危险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防护是最后一道防线：其他措施失灵时靠它挡住，所以不能只靠防护用品。防护服挡住皮肤接触；可经空气传播的，按评估选用防护口罩或动力送风呼吸器；可经眼睛感染的，要戴护目镜；接触实验动物，要戴防咬手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认为防护穿得越多越安全，忽视工程和管理控制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脱防护时顺序错误，污染皮肤和衣物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控制要并用，互相补位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五类控制一起用，缺一块就有漏洞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有了安全柜，也得照规程做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进出、穿脱防护都要有规程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工程控制代替不了规范操作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五类控制不是单用，而是同时用、互相补位，缺一块就有漏洞。实验室和生物安全柜是工程控制，但进出实验室、使用安全柜都要靠规程来管；防护用品是个人防护，但穿脱要按规程，规程又属于管理控制。这些都写进实验室生物安全手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新实验室设施先进，就放松操作要求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只买设备，不写规程、不培训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每步问五个问题，汇成措施表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流程每一步问五个问题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能不做？能换？加设备？写规程？穿什么？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每步的措施汇成一张表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在第 068 课把流程拆成单步、逐步打分之后，对每一步依次问五个控制问题：能不能不做（消除）？能不能换个办法（替代）？能不能加设备（工程控制）？要不要专门的规程（管理控制）？要什么防护（个人防护）？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只给整个实验列一条笼统的措施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措施表做好后不检查执行情况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管理控制：白纸黑字，先于设施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管理控制是基石，建楼前就要定下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政策、规则、安排、培训、记录都要写下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包括委员会、手册、库存、体检、审核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目标：少接触、少暴露；也关注心理压力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管理控制是生物风险管理的基石，要在设计建设设施之前，就以安全手册和管理制度的形式定下来。它包括书面的政策、规则、工作安排、培训和记录，一切都要白纸黑字，检查时要看记录。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先建好实验室，再临时补制度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制度只口头传达，没有书面文件和记录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依法依规：外部要求与内部制度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订制度前，先把国内法规查清楚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内部制度必须放在法律框架里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不能说不知道，拿不准请人把关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领导支持，人人对自己的事负责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外部要求来自单位以外：国家法律法规、国家标准和行业标准，以及地方规定（例如排水、废物处置的地方要求）；国际指南只作参考。订制度前要把国内法规查清楚，职业健康、转基因生物安全等方面尤其要注意（转基因见第 081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照搬国外手册的规定，不查国内法规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实验室自定的规定与学校制度、国家法规冲突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操作规程：写你所做，做你所写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写你所做，做你所写，规程和记录一致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照规程一步不省，规程本身也要验证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规程写清应急：先处置，再逐级上报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电子记录要备份，纸质记录要归档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标准操作规程的通用原则是“写你所做，做你所写”：规程写的就是实际做的，实际做的就要和规程一致，记录也要与之相符。操作时严格按规程，一步都不能省；规程本身也要测试，确认管用。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规程写一套，实际做一套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规程里没有应急步骤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核对表与情景意识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核对表和规程配套，边做边勾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累了容易出错，长流程要轮班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可以自查，也可以同伴互查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核对表存档，检查审核要看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核对表和操作规程配套使用：边做边勾，保持情景意识，知道自己做到了哪一步。人累了容易出错，长流程要安排轮班或休息。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做完再凭记忆一次性补勾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连续长时间操作不休息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准入、培训考核与承诺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上岗前看培训和实际操作能力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在本实验室考核，换地方要重新学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换任务、新设备、新规定，都要培训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评估结果人人知晓；签承诺，报告事故和险情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人员上岗前要看学历、培训经历、实际操作能力和相关经验，由单位考核合格后准入（准入与培训制度见第 007 课，以本校规定为准）。按能力分工；换任务、遇到新情况、来了新设备、出了新规定，都要培训。培训要在本实验室、结合实……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认为在别的实验室培训过，就可以直接上手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发生未遂事件觉得“没出事”，不报告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标识写清危害和联系人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标识写清有什么危害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写明负责人和应急联系电话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有进入条件的要标明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感染风险高的人，不进相应区域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门口的生物危害标志和安全信息牌要说清：有什么生物危害、防护级别、实验室负责人和应急联系电话。需要接种疫苗或佩戴呼吸防护才能进入的，要标明进入条件；免疫低下等感染风险高的人员，不进入相应区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信息牌上的负责人和电话多年不更新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未满足进入条件也进入实验区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菌毒种和样本：清单台账，去向可查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管理从一本清单开始，变了就更新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专柜保存、专人负责，领用归还销毁都登记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不私自带出，不转送他人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用过的菌液先灭活；丢失被盗立即报告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管理从一本清单开始：有哪些菌种、毒种、样本、质粒、转基因材料和实验动物，做哪些实验，都登记清楚，变了就更新。台账写明存放位置、安保要求、领用和去向，来龙去脉随时查得到。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毕业时把菌种私自带走或送给别人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发现少了样本，自己找不到就不了了之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医学监护：体检、健康档案、本底血清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上岗前体检，健康史和过敏要记录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必要时留本底血清，出事时好对照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工作前、中、后都要关注健康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暴露后的救治由单位负责安排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处理病原微生物或临床样本前，按规定做上岗体检，健康史（如过敏）要记录；按风险评估和规定，必要时留存本底血清，以后需要时可比对，判断有没有在实验室里发生暴露。接触高致病性病原微生物的人员，按规定进行审查（以现行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认为体检是形式，随便应付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发生暴露后自己处理，不报告不就医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按评估接种疫苗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有疫苗可用的，按评估要求接种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需要的，上岗前完成接种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打了疫苗，防护也不能少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有的病原有疫苗可用。风险评估认为需要接种的，按要求在上岗前完成接种，并记入健康档案（具体接种项目以评估和本校规定为准）。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打了疫苗就不戴手套、不进安全柜操作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生病就医，说明接触史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实验后身体不适，及时就医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告诉医生在什么实验室、接触过什么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同时报告导师和实验室负责人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健康监测也落到每个人身上。做完实验后出现发热等身体不适，要及时就医，并主动告诉医生自己在什么实验室工作、接触过哪类微生物，便于医生及早判断。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身体不适时隐瞒实验室工作经历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生病只请假，不报告导师和负责人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疑似实验室感染：调查与报告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组里几个人生病，要调查原因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查健康记录，也查工作记录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判断是实验室感染还是外面感染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与医务部门合作，按规定报告随访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个课题组里有好几人生病，而他们用过同一种生物因子，且这种因子外部环境中也存在：是在实验室里感染的，还是之前或在外面感染的？生物安全员要会调查，查健康记录（体检、本底血清），也查工作记录（谁在什么时间做了什么操作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几人相继生病仍当作普通感冒，不调查不报告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只查病人，不查工作记录和操作环节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生物毒素：专人专柜，用后灭活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生物来源的毒素，专人专柜保管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领用登记，双人复核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定期清点，数量要对得上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用完按规定灭活，再作废物处置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生物毒素是生物来源的有毒物质，可能少量就造成严重伤害，属于需要特别管理的材料。要专人专柜（加锁）保管，领用要登记、双人复核，定期清点数量，账物相符。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毒素和普通试剂混放，无人专管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用剩的毒素不灭活直接丢弃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生物风险控制的五类措施，按层级从上到下是：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个人防护、管理、工程、替代、消除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消除、替代、工程控制、管理控制、个人防护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工程、消除、防护、替代、管理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只要个人防护即可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判断：实验室有了先进的生物安全柜，操作就可以不必严格按规程。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下列关于菌毒种和样本管理的做法，正确的是：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毕业时带走自己分离的菌种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专柜保存、专人负责，领用归还销毁都登记，丢失立即报告负责人和保卫处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用过的菌液直接倒进水槽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把菌种转送给外校同学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判断：已经接种了相应疫苗，就可以不戴手套、不在安全柜内操作。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069 · 生物风险控制与管理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069 生物风险控制与管理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做完实验后发热去医院，应该：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只说感冒了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告诉医生自己在什么实验室、接触过哪类微生物，并报告导师和实验室负责人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自己吃药不报告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等好了再说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简答：生物毒素应如何管理？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评估是提问，减缓才降险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五类控制，按层级从上往下选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消除：风险太大就不做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替代：换成风险更低的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工程控制：把病原关住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个人防护：最后一道防线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控制要并用，互相补位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每步问五个问题，汇成措施表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管理控制：白纸黑字，先于设施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依法依规：外部要求与内部制度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操作规程：写你所做，做你所写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核对表与情景意识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准入、培训考核与承诺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标识写清危害和联系人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菌毒种和样本：清单台账，去向可查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医学监护：体检、健康档案、本底血清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按评估接种疫苗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生病就医，说明接触史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疑似实验室感染：调查与报告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生物毒素：专人专柜，用后灭活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