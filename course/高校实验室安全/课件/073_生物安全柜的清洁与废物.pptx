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在生物安全柜里做完实验并不等于结束：柜里的物品要去污，柜子本身也要去污，收尾和开工一样要照规程来。</a:t>
            </a:r>
          </a:p>
          <a:p>
            <a:r>
              <a:t>整个清理过程中风机必须一直开着：气流还在，柜子的防护才在；先关风机再收拾，柜内的气溶胶就会飘到操作者身边。</a:t>
            </a:r>
          </a:p>
          <a:p>
            <a:r>
              <a:t>使用前的消毒、物品摆放、溢洒处置、废物处理、用后去污，每一步都要写进本实验室的生物安全柜标准操作规程，并配有日常维护计划和溢洒应急程序（溢洒见第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收尾第一步：把所有样品管、培养皿、试剂瓶等容器盖好、拧紧。</a:t>
            </a:r>
          </a:p>
          <a:p>
            <a:r>
              <a:t>然后用开工前擦柜子的同一种指定消毒剂，对柜内物品逐件去污。用浸湿消毒剂的纸巾擦拭为主，不在柜内大面积喷雾；从污染最轻的物品开始，最后处理污染最重的，避免把污染越擦越多。</a:t>
            </a:r>
          </a:p>
          <a:p>
            <a:r>
              <a:t>消毒剂要让物品表面保持湿润，达到规定的作用时间才有效（浓度和作用时间以本单位 SOP 和产品说明为准，见第 076 课）。时间到后擦去残留液体；要留在柜里的东西放到清洁的一侧。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样品要拿出生物安全柜时，容器外表面必须先去污；也可以把样品放进带盖、外表面已去污的二级容器（如密封盒）里再拿出，转运途中万一破损，液体也不会漏出来（样品转运见第 080 课）。</a:t>
            </a:r>
          </a:p>
          <a:p>
            <a:r>
              <a:t>其余要拿出柜外的物品，去污后移到柜旁的推车上，不在柜内堆放。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用过的吸水垫，抓住外侧的角向内折叠，把污染的一面包在里面，再丢进柜内的废物袋，避免抖动扬起污染。</a:t>
            </a:r>
          </a:p>
          <a:p>
            <a:r>
              <a:t>柜内清空后，内表面也要去污，方法与开工前相同（见第 072 课）：用浸湿消毒剂的纸巾依次擦两侧壁、后壁、前窗玻璃内侧，最后擦台面，不漏死角，前窗内侧最容易被忘记。不要在柜内喷雾，雾滴会被吸进格栅和过滤器。用含氯消毒剂的，作用后再用清水擦去残留。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废物处理从开工前就开始了：柜内废物桶（或废物容器）先套好两层耐高压的生物危害废物袋，消毒剂放在手边。柜内产生的废物都放进这只套袋容器里，先消毒再按规定带出处置。</a:t>
            </a:r>
          </a:p>
          <a:p>
            <a:r>
              <a:t>在柜内，用过的移液吸头能戳破袋子，也按锐器对待，放进专用容器；针头等锐器放锐器盒。</a:t>
            </a:r>
          </a:p>
          <a:p>
            <a:r>
              <a:t>按风险评估和规程，可在废物容器里预先加入一部分消毒液，让废物一进去就接触消毒剂。用哪种消毒剂按规程定；乙醇易挥发、易燃，不宜单独用作浸泡液（消毒剂选用见第 076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柜内废物袋（桶）不要装满，装到约四分之三时就要封口（本单位规定更严的从其规定），留出扎口的余量，也避免锐器顶破袋子。</a:t>
            </a:r>
          </a:p>
          <a:p>
            <a:r>
              <a:t>装得太满时不要用手往下压，以免锐器刺伤、袋子破裂。封口后盖紧容器，外表面消毒，再送到指定地点按规程灭菌处置。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柜内的感染性废物要在柜里装袋、封口后再拿出来：柜内有气流保护，封口时扬起的污染不会外跑。</a:t>
            </a:r>
          </a:p>
          <a:p>
            <a:r>
              <a:t>用两层袋装：一层被吸头等戳破，还有另一层兜着。动手收口前，先用指定消毒剂擦一擦手套和废物容器外面；再用洗瓶往内袋里加少量消毒剂，让废物表面先接触消毒剂（不在柜内大面积喷雾）。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封内袋：把内袋口轻轻收拢、提起，拧成一股；不要挤压袋子，也不要把袋里的空气挤出来，否则会把气溶胶带出。用扎带扎住，再缠一道胶带。</a:t>
            </a:r>
          </a:p>
          <a:p>
            <a:r>
              <a:t>扎好后在扎口处再擦一遍消毒剂，手碰过的地方最容易沾上污染。</a:t>
            </a:r>
          </a:p>
          <a:p>
            <a:r>
              <a:t>封外袋：把外袋从桶沿翻起来，把内袋整个包在里面，同样拧紧，用扎带和胶带扎好第二道口。整理多余的袋口，轻轻拉一拉确认扎牢。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装袋时发现袋子破了或渗漏，先停下来，不要把它拿出柜外。在柜内外面再套一只新袋，扎紧。</a:t>
            </a:r>
          </a:p>
          <a:p>
            <a:r>
              <a:t>漏出的液体用纸巾覆盖，再加消毒剂作用规定时间后清理，纸巾作为感染性废物处理；手套沾上污染马上更换。处理完报告实验室负责人并记录；漏到柜外或量大的，按溢洒应急程序处置（见第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把扎好的双层废物袋从桶里提出来；袋子应耐高压灭菌，印有生物危害标志。袋子外表面、用过的废物盘和空桶外壁都擦上消毒剂，等够作用时间再擦干净。</a:t>
            </a:r>
          </a:p>
          <a:p>
            <a:r>
              <a:t>用过的纸巾丢掉，摘掉外层手套（戴双层手套的在柜内脱外层），换上干净手套，再把袋子拿出柜外。脏手套拎着没消毒的袋子出柜，会把污染带出来。</a:t>
            </a:r>
          </a:p>
          <a:p>
            <a:r>
              <a:t>只用了废物袋的，把它放进柜外的废物盘（周转箱）；袋和盘都在柜内用了的，就一起拿出来，按规程移走。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出的废物袋按规程送到指定地点进行高压蒸汽灭菌。高压灭菌靠蒸汽穿透，袋口扎得太死，蒸汽进不去，袋子中心可能灭不透；因此是否向袋内加适量水、进灭菌器前袋口怎样放松，都按本单位灭菌规程执行（灭菌原理和验证见第 076 课，灭菌器操作见第 123 课）。</a:t>
            </a:r>
          </a:p>
          <a:p>
            <a:r>
              <a:t>国内高校实验室的感染性废物，一般先在实验室内灭菌，再作为医疗废物（或按本校规定）分类包装、登记，交有资质的单位集中处置，不得混入生活垃圾（见第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清理完毕，柜里只留必需的东西，不要马上关机：让风机再运行一段时间（按本柜规程），把柜内空气换净。然后关照明、关风机，最后把前窗关好。</a:t>
            </a:r>
          </a:p>
          <a:p>
            <a:r>
              <a:t>有的实验室生物安全柜风机长期运行，那就只关照明，前窗保持在工作位置，按本单位规程执行。</a:t>
            </a:r>
          </a:p>
          <a:p>
            <a:r>
              <a:t>紫外灯只能作辅助消毒，不能代替擦拭；开紫外灯时人要离开，前窗关闭（见第 076、111 课）。有使用登记的，记得登记签字，写清使用时间和异常情况。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每台生物安全柜都要按国家标准和本校规定定期检测认证，由有资质的机构进行；新安装的、搬动过的柜子也要先检测合格、贴好标签再用。检测合格标签过期的柜子先停用，报告设备管理人员安排检测。</a:t>
            </a:r>
          </a:p>
          <a:p>
            <a:r>
              <a:t>每个实验室都要定好清洁维护计划：日常清洁和保养有规程可依，由使用者按规程做；维修和更换高效过滤器涉及污染部件，必须由专业人员按规程先去污再操作，使用者不得自行拆卸。拿不准的，问实验室负责人、学院和学校实验室安全管理部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答案：B。解析：清理全过程风机不关，先盖好容器，由轻到重擦拭，保持湿润够作用时间。</a:t>
            </a:r>
          </a:p>
          <a:p>
            <a:r>
              <a:t>第 2 题 答案：B。解析：装到约四分之三就封口，不得用手压，以免锐器刺伤、袋子破裂。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答案：B。解析：挤压袋子会把气溶胶带出；封口在柜内完成，内外两道口都要扎牢。</a:t>
            </a:r>
          </a:p>
          <a:p>
            <a:r>
              <a:t>第 4 题 答案：B。解析：破袋不出柜，柜内加套处置；漏到柜外按溢洒程序处理。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答案：B。解析：新装、移位后和定期都要由有资质的机构检测合格，过期停用。</a:t>
            </a:r>
          </a:p>
          <a:p>
            <a:r>
              <a:t>第 6 题 答案：双层扎紧后提出，袋子外表、废物盘和空桶外壁消毒并等够作用时间，脱掉外层手套、换干净手套，再放进柜外废物盘移走送灭菌。解析：防止把柜内污染带到柜外。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生物安全柜的清洁与废物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62 镜）　适用对象：使用生物安全柜的生命科学、医学、农学、环境等专业高校本科生、研究生和教职工（必修，与第 072 课一起在上机操作前完成）；实验室负责人和设备管理人员重点学习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能做到工作结束后风机不关、盖好容器、物品由轻到重擦拭消毒，样品外表去污或装二级容器出柜，吸水垫向内折叠丢弃，柜内表面再擦一遍。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能做到柜内废物双层装袋：不超过四分之三封口、内袋拧紧扎牢补消毒、外袋包住再扎，外表消毒、换手套后移出柜外送灭菌。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能判断袋子破损渗漏时在柜内加套处置、不拿出柜外，并报告记录。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能说出收尾关机顺序、使用登记，以及生物安全柜新装、移位后和定期检测认证、过期停用的要求。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《病原微生物实验室生物安全管理条例》（以现行文本为准）：实验室制定并执行标准操作规程，实验活动产生的废物按规定处置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生物安全通用要求》：设备去污染、废物处置程序，生物安全柜的检测与维护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233（以现行文本为准）《病原微生物实验室生物安全通用准则》：生物安全柜使用、实验室消毒和废物处置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YY 0569（以现行文本为准）《Ⅱ级 生物安全柜》等生物安全柜现行国家/行业标准：安装、移位后和定期的现场检测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《医疗废物管理条例》（以现行文本为准）：感染性废物分类收集、包装、交接登记，由有资质单位集中处置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号，以现行文本为准）：仪器设备使用记录、维护保养和实验废物管理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本校生物安全柜使用管理规定和本实验室生物安全柜、废物处置标准操作规程（以本校规定为准）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收尾也要照规程：风机一直开着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工作结束，物品和柜子都要去污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清理全过程风机一直开着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气流在，防护才在，别急着关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废物、去污、溢洒都写进规程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在生物安全柜里做完实验并不等于结束：柜里的物品要去污，柜子本身也要去污，收尾和开工一样要照规程来。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做完实验先关风机再收拾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收尾凭习惯，没有规程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盖好容器，物品由轻到重消毒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第一步：所有容器都盖好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用开工时同一种指定消毒剂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从污染最轻的物品擦起，由轻到重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保持湿润够时间，再擦干放清洁侧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收尾第一步：把所有样品管、培养皿、试剂瓶等容器盖好、拧紧。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容器没盖好就开始擦拭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擦一下马上擦干，作用时间不够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样品出柜：外表去污或装二级容器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样品出柜前外表面要去污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或装进外表去污过的二级容器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其余要拿出的东西移到推车上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样品要拿出生物安全柜时，容器外表面必须先去污；也可以把样品放进带盖、外表面已去污的二级容器（如密封盒）里再拿出，转运途中万一破损，液体也不会漏出来（样品转运见第 080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样品管外表不擦直接拿出柜外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用敞口的盒子转运样品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吸水垫向内折，柜内表面再擦一遍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吸水垫抓外角向内折，脏面朝里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折好丢进柜内废物袋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清空后侧壁、后壁、前窗内侧都擦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用湿巾擦，不在柜内喷雾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用过的吸水垫，抓住外侧的角向内折叠，把污染的一面包在里面，再丢进柜内的废物袋，避免抖动扬起污染。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把吸水垫抖开或团成一团塞进袋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只擦台面，不擦侧壁和前窗内侧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柜内废物容器：开工前备好，吸头当锐器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收尾从开工就开始：桶套两层袋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用过的吸头也按锐器对待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按规程容器里可先加消毒液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乙醇易挥发易燃，不宜当浸泡液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废物处理从开工前就开始了：柜内废物桶（或废物容器）先套好两层耐高压的生物危害废物袋，消毒剂放在手边。柜内产生的废物都放进这只套袋容器里，先消毒再按规定带出处置。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开工后才找废物袋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用过的吸头随手放在台面上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不超过四分之三就封口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废物装到四分之三前就封口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别装满，更别用手往下压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封口后盖紧，外表消毒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柜内废物袋（桶）不要装满，装到约四分之三时就要封口（本单位规定更严的从其规定），留出扎口的余量，也避免锐器顶破袋子。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装满冒尖才封口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用手压实废物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废物在柜内装双层袋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废物在柜里装好袋再拿出来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两层袋，一层破了还有一层兜着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收口前先消毒手套和容器外面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收口前往内袋加少量消毒剂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柜内的感染性废物要在柜里装袋、封口后再拿出来：柜内有气流保护，封口时扬起的污染不会外跑。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把敞口废物袋拿出柜外再扎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只用一层袋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内袋扎紧补消毒，外袋包住再扎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内袋口轻轻收拢拧成一股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别挤袋子，空气会带出气溶胶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扎带扎住再缠胶带，扎口补消毒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翻起外袋包住内袋，同样扎紧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封内袋：把内袋口轻轻收拢、提起，拧成一股；不要挤压袋子，也不要把袋里的空气挤出来，否则会把气溶胶带出。用扎带扎住，再缠一道胶带。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用力挤压袋子排气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只扎内袋，外袋敞着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袋子破了：柜内加套，不拿出去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袋子破了渗漏，先停下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别拿出柜外，在柜内再套一只新袋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漏液盖纸巾加消毒剂，手套脏了就换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处理完报告负责人并记录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装袋时发现袋子破了或渗漏，先停下来，不要把它拿出柜外。在柜内外面再套一只新袋，扎紧。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拎着破袋往柜外跑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处理完不报告、不记录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外表消毒、换手套，再移出柜外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双层袋提出，用耐高压的专用袋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袋子外面、空桶外壁都消毒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柜内脱外层手套，换干净手套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放进柜外废物盘，一起移走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把扎好的双层废物袋从桶里提出来；袋子应耐高压灭菌，印有生物危害标志。袋子外表面、用过的废物盘和空桶外壁都擦上消毒剂，等够作用时间再擦干净。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不消毒袋子外表就拿出柜外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戴着脏手套拎袋出柜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送去灭菌：袋口按灭菌规程处理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柜内废物按规程送去灭菌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扎得太死，蒸汽进不去可能灭不透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加不加水、怎么松口按灭菌规程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灭菌后按医疗废物交接处置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移出的废物袋按规程送到指定地点进行高压蒸汽灭菌。高压灭菌靠蒸汽穿透，袋口扎得太死，蒸汽进不去，袋子中心可能灭不透；因此是否向袋内加适量水、进灭菌器前袋口怎样放松，都按本单位灭菌规程执行（灭菌原理和验证见第 076 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扎死的袋子直接灭菌，不按规程处理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灭菌后当生活垃圾丢弃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风机再运行，关灯关窗，签登记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清理完风机再运行一会儿换净空气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然后关灯、关风机，最后关前窗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风机常开的只关灯，前窗不关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紫外灯只作辅助；有登记的要签字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清理完毕，柜里只留必需的东西，不要马上关机：让风机再运行一段时间（按本柜规程），把柜内空气换净。然后关照明、关风机，最后把前窗关好。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擦完立即关风机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用紫外灯照射代替擦拭消毒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定期检测认证，维护职责分明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每台柜子都要定期检测认证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新装、搬动后和到期都要检测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检测过期的柜子停用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维修、换过滤器找专业人员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每台生物安全柜都要按国家标准和本校规定定期检测认证，由有资质的机构进行；新安装的、搬动过的柜子也要先检测合格、贴好标签再用。检测合格标签过期的柜子先停用，报告设备管理人员安排检测。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柜子搬动后不检测直接使用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自行拆开柜体更换过滤器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生物安全柜内工作结束后，下列做法正确的是：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先关风机再收拾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风机开着，盖好容器，从污染最轻的物品开始擦拭消毒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对着柜内大面积喷雾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用紫外灯照射代替擦拭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判断：柜内废物袋装满后用手压实，可以多装一些再封口。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双层装袋时封内袋的正确做法是：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用力挤出袋内空气再扎紧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袋口轻轻收拢拧成一股，扎带扎住再缠胶带，扎口补消毒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把敞口袋拿出柜外再扎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只扎外袋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装袋时发现废物袋破损渗漏，应该：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赶紧拿出柜外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停下，在柜内外面再套一只新袋扎紧，漏液盖纸巾加消毒剂，换手套，报告并记录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继续装完再说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用胶带随便粘一下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073 · 生物安全柜的清洁与废物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073 生物安全柜的清洁与废物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判断：生物安全柜搬动位置后，只要能开机就可以继续使用。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简答：柜内废物袋移出柜外前要做哪些事？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收尾也要照规程：风机一直开着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盖好容器，物品由轻到重消毒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样品出柜：外表去污或装二级容器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吸水垫向内折，柜内表面再擦一遍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柜内废物容器：开工前备好，吸头当锐器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不超过四分之三就封口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废物在柜内装双层袋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内袋扎紧补消毒，外袋包住再扎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袋子破了：柜内加套，不拿出去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外表消毒、换手套，再移出柜外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送去灭菌：袋口按灭菌规程处理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风机再运行，关灯关窗，签登记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定期检测认证，维护职责分明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