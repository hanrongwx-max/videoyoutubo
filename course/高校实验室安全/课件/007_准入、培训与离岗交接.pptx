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实行实验室安全准入制度：任何人员进入实验室开展实验前，必须接受安全教育培训并考核合格，签订安全承诺书，经批准后才能取得准入资格（具体流程以本校规定为准）。《中华人民共和国安全生产法》规定未经安全教育培训合格的人员不得上岗作业，高校实验室同样遵循这一原则。</a:t>
            </a:r>
          </a:p>
          <a:p>
            <a:r>
              <a:t>培训的关键是“学会”，而不是“到场”：签到不等于受了培训，培训后必须通过考核证明掌握了要求的内容。培训内容既包括操作规程，也包括应急预案和应急处置方法。</a:t>
            </a:r>
          </a:p>
          <a:p>
            <a:r>
              <a:t>取得准入后，进出实验室要按规定登记，听从实验室负责人和指导教师的安排。新实验开展前还要先做风险评估、确定防护措施（第 2 章讲解）。</a:t>
            </a:r>
          </a:p>
          <a:p/>
          <a:p>
            <a:r>
              <a:t>来源：合并了 15 个原知识点，最佳讲解取自 Acids, Bases &amp; Solvents Safety 11（详见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三级管理相对应，安全培训一般分三层：学校层面组织通识安全教育和准入考试，内容覆盖法规制度、通用安全、消防、应急等；学院层面结合本学科的危险类别开设专项培训，例如化学品安全、生物安全、辐射安全、机电安全；实验室层面由负责人、安全员或带教人讲授本岗位、本课题使用的物质、设备、操作规程、应急设施和应急程序。</a:t>
            </a:r>
          </a:p>
          <a:p>
            <a:r>
              <a:t>三层培训缺一不可：学校和学院的培训打基础，实验室的培训解决“在这间屋子里、做这个实验具体怎么做”。生物安全、辐射、激光等专项培训分别见第 61、93、116 课。</a:t>
            </a:r>
          </a:p>
          <a:p/>
          <a:p>
            <a:r>
              <a:t>来源：合并了 1 个原知识点，最佳讲解取自 Microbiology Biosafety 46（详见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线上课程、拿到结业证书，只说明掌握了通用知识，并不等于可以进入某个实验室工作。每个实验室的危险源、布局、设备和规程都不同，还必须接受本实验室的现场培训，通过实操考核，经实验室负责人批准后才能准入。</a:t>
            </a:r>
          </a:p>
          <a:p>
            <a:r>
              <a:t>同样，实验室准备引入一种新的危险化学品或开展新的危险性工作时，如果相应的操作规程还没有制定、人员培训还没有完成，就不能使用，也不能先储存这种化学品。</a:t>
            </a:r>
          </a:p>
          <a:p/>
          <a:p>
            <a:r>
              <a:t>来源：合并了 3 个原知识点，最佳讲解取自 BIORISK MANAGEMENT 29（详见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单位有责任组织培训，教会人员正确操作。培训要具体到岗位：这个岗位接触哪些危害（化学、生物、物理、电气等），如何识别，自己应采取哪些防护措施和安全操作方法，出现异常和事故怎么办。培训的目标是让人既会识别危害，也会控制危害。</a:t>
            </a:r>
          </a:p>
          <a:p>
            <a:r>
              <a:t>需要培训的不只是做实验的人：安装、维修、维护电气设备的人员，以及在电气设备旁边工作的人员，都要接受相应的培训（电工作业须持证）。负责危险废物管理、承担应急职责的人员还有专门的培训要求，需要什么培训、到哪里参加，要事先向学院或学校问清楚。</a:t>
            </a:r>
          </a:p>
          <a:p>
            <a:r>
              <a:t>没有经过培训就上手操作，是事故和伤害的常见原因。</a:t>
            </a:r>
          </a:p>
          <a:p/>
          <a:p>
            <a:r>
              <a:t>来源：合并了 6 个原知识点，最佳讲解取自 Lab Safety Training - Essential Protocols 04（详见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上学习和考试是准入的门槛，但仅靠在电脑上刷题，无法掌握实际操作。有效的培训必须包括现场讲解和动手练习：亲手穿脱防护装备、操作通风柜和设备、使用洗眼器和灭火器，在练习中发现问题、当场纠正。培训中有疑问随时提出，问到真正会为止。</a:t>
            </a:r>
          </a:p>
          <a:p>
            <a:r>
              <a:t>培训应当按需设计：先分析不同人员需要什么（新生、老生、教师、维修人员需求不同），据此确定内容和方式；培训后通过考核、实操和日常观察检验效果，并定期再培训。对带教人来说，教别人的过程也是巩固自己的过程。</a:t>
            </a:r>
          </a:p>
          <a:p/>
          <a:p>
            <a:r>
              <a:t>来源：合并了 4 个原知识点，最佳讲解取自 Lab Safety Training - Essential Protocols 08（详见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人掌握一项操作，一般要经过三个阶段：先观察老手完整、规范地操作，听清每一步的要点和危险点；再在老手看护下亲自操作，哪一步不到位当场纠正、重新练习；最后通过实操考核（做一遍给带教人看），由负责人确认后才能独立操作。第一次做某个实验，一定要在老师或带教人指导下进行。</a:t>
            </a:r>
          </a:p>
          <a:p>
            <a:r>
              <a:t>过程中有任何疑问随时提出，不要硬着头皮上。危险性较高的操作（如使用剧毒品、高压、自燃试剂等）不得一个人在实验室进行，要有人在场或按本校规定执行。</a:t>
            </a:r>
          </a:p>
          <a:p/>
          <a:p>
            <a:r>
              <a:t>来源：合并了 4 个原知识点，最佳讲解取自 Microbiology Biosafety 46（详见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进入新实验室，面对新同事、新材料、新流程，既兴奋又有压力。这时最重要的不是马上开始实验，而是学会在这里安全地工作。</a:t>
            </a:r>
          </a:p>
          <a:p>
            <a:r>
              <a:t>第一天应由实验室负责人或安全员带领巡视一圈，逐一指出危险的地方：气瓶在哪里、化学品柜和危险废物暂存点在哪里、哪些设备有特殊危险。然后实地走一遍应急设施：洗眼器、紧急喷淋、灭火器、急救箱、紧急切断开关和安全出口在哪里，怎么最快到达。还要约定出事时如何通知全实验室的人（喊话、警报方式等），以及本室所用物料各自的应急处置方法。</a:t>
            </a:r>
          </a:p>
          <a:p>
            <a:r>
              <a:t>就像熟悉灯开关在哪里一样，第一天就要学会这里的安全规则。看不懂的随时问负责人和安全员。</a:t>
            </a:r>
          </a:p>
          <a:p/>
          <a:p>
            <a:r>
              <a:t>来源：合并了 6 个原知识点，最佳讲解取自 CDC Laboratory Safety Series 02（详见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人入门可以记住六件事：一是知道自己要用哪些物质和设备；二是知道化学品安全技术说明书（SDS）和实验室安全手册放在哪里，随时可查；三是知道需要什么防护、怎样正确使用；四是使用设备前先检查状态是否正常；五是保持台面整洁有序；六是知道出了事怎么应急。最后，听从实验室负责人的安排，遵守规矩，才能天天安全。</a:t>
            </a:r>
          </a:p>
          <a:p/>
          <a:p>
            <a:r>
              <a:t>来源：合并了 2 个原知识点，最佳讲解取自 Fire Safety &amp; Extinguisher Training 09（详见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除准入培训外，建议参加学校或学院组织的应急技能培训：灭火器使用培训（在培训场地用训练灭火器或模拟器亲手练习提、拔、握、压的动作，第 4 章讲解），以及急救和心肺复苏培训（在训练模型上练习）。这些技能平时用不上，关键时刻却可能挽救生命。</a:t>
            </a:r>
          </a:p>
          <a:p>
            <a:r>
              <a:t>应急技能要定期复习；没有经过培训的人员，在火情面前首先要确保自身安全、及时报警（119）和撤离。</a:t>
            </a:r>
          </a:p>
          <a:p/>
          <a:p>
            <a:r>
              <a:t>来源：合并了 2 个原知识点，最佳讲解取自 Fire Safety &amp; Extinguisher Training 09（详见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准入培训不是一劳永逸的。出现下列情况时，要先补专项培训再操作：更换课题或开展新的实验，使用此前没有用过的设备或危险物质，操作规程修订改版，从低风险实验转入高风险实验。必要时还要重新进行风险评估和实操考核。</a:t>
            </a:r>
          </a:p>
          <a:p/>
          <a:p>
            <a:r>
              <a:t>来源：合并了 2 个原知识点，最佳讲解取自 Microbiology Biosafety 46（详见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长时间（如一个假期或更久）没有进行某项操作，熟练度会下降，容易出错。重新开始前，应先复习规程，在他人看护下操作一遍，确认没有问题后再独立进行。</a:t>
            </a:r>
          </a:p>
          <a:p>
            <a:r>
              <a:t>所有人员都要定期复训，有经验的老手也不例外，规程更新时更要及时学习；同时定期参加应急演练，保持应急处置能力。复训周期以本校和本实验室规定为准。</a:t>
            </a:r>
          </a:p>
          <a:p/>
          <a:p>
            <a:r>
              <a:t>来源：合并了 2 个原知识点，最佳讲解取自 Microbiology Biosafety 39（详见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培训都要留下记录，内容包括：培训主题和内容、培训人、受训人、日期、考核方式和结果。《中华人民共和国安全生产法》要求单位建立安全教育培训档案，如实记录培训情况（以现行文本为准）；高校实验室安全检查也会核对培训和准入记录。</a:t>
            </a:r>
          </a:p>
          <a:p>
            <a:r>
              <a:t>培训记录要归档保存，并跟踪复训到期时间，及时提醒。好的培训记录能证明人员真正掌握了内容，而不只是签过到。</a:t>
            </a:r>
          </a:p>
          <a:p/>
          <a:p>
            <a:r>
              <a:t>来源：合并了 1 个原知识点，最佳讲解取自 BIORISK MANAGEMENT 29（详见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程各节讲的是通用的安全知识和原则，是打基础的。每个实验室的设施、设备、物质和管理要求不同，具体的操作方法和要求一律以本实验室的安全操作规程、安全手册和负责人的指导为准。课程内容与本实验室规程不一致时，以本实验室规程和本校规定为准，并可向负责人反映。</a:t>
            </a:r>
          </a:p>
          <a:p/>
          <a:p>
            <a:r>
              <a:t>来源：合并了 15 个原知识点，最佳讲解取自 CDC Laboratory Safety Series 01（详见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毕业、出站、调离或离开课题组前，要按本校和本实验室规定办理离岗交接：自己名下的样本、试剂、危险化学品逐一清点，与接收人或负责人当面交接，并更新台账；不需要保留的按规定处置（危险废物交有资质单位处置，感染性材料灭活处理），不留下无人认领、无标签的样本和试剂；实验记录、数据和相关资料完整移交；归还钥匙、门禁卡，注销门禁和仪器使用权限。</a:t>
            </a:r>
          </a:p>
          <a:p>
            <a:r>
              <a:t>无主样本和试剂是实验室常见的隐患来源：标签模糊、性质不明，处置困难，甚至可能变质产生危险。离开时办好交接，是对实验室和后来者负责。</a:t>
            </a:r>
          </a:p>
          <a:p/>
          <a:p>
            <a:r>
              <a:t>来源：合并了 1 个原知识点，最佳讲解取自 BIORISK MANAGEMENT 30（详见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答案：C。解析：通用证书只是第一步，还要本室培训、实操考核和批准；签到不等于培训。</a:t>
            </a:r>
          </a:p>
          <a:p>
            <a:r>
              <a:t>第 2 题 答案：B。解析：先跟做，再在看护下做并当场纠正，考核通过才能独立。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答案：A。解析：规程改版、换课题、用新设备都要补专项培训，定期复训老手也不例外。</a:t>
            </a:r>
          </a:p>
          <a:p>
            <a:r>
              <a:t>第 4 题 答案：D。解析：不能留下无人认领的样本和试剂，不需要的要按规定处置。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答案：B。解析：第一天最重要的是学会在这里安全地工作。</a:t>
            </a:r>
          </a:p>
          <a:p>
            <a:r>
              <a:t>第 6 题 答案：培训内容、培训人、受训人、日期、考核方式和结果。解析：记录要能证明真正掌握，并跟踪复训到期时间。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准入、培训与离岗交接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适用对象：全体进入高校实验室的本科生、研究生、新进教职工和博士后（必修）；导师、带教人和实验室安全员重点学习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能说出“先培训考核、再准入”的要求和学校—学院—实验室三层培训的内容。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能做到：进入新实验室第一天认清危害和应急设施，掌握入门须知六件事。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能判断何时需要补专项培训和复训，并说出培训记录应包括的内容。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能做到：毕业或离开课题组前清点交接样本试剂、移交记录、注销权限。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《中华人民共和国安全生产法》（以现行文本为准）：未经安全生产教育和培训合格的人员不得上岗作业；培训应当建立档案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号，以现行文本为准）：安全教育培训与准入制度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教育部高校实验室安全检查项目表（以现行文本为准）：安全教育与准入类检查项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《中华人民共和国职业病防治法》（以现行文本为准）：上岗前和在岗期间的职业卫生培训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日起施行）及《危险化学品安全管理条例》（以现行文本为准）：危险化学品从业人员安全教育培训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本校实验室安全准入、培训考核和人员离校管理规定（以本校规定为准）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先培训考核，再准入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进实验室前先接受安全教育，考核合格才准入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签了到不等于受了培训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签安全承诺书后取得准入资格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既学操作规程，也学应急预案；进出登记，听从安排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实行实验室安全准入制度：任何人员进入实验室开展实验前，必须接受安全教育培训并考核合格，签订安全承诺书，经批准后才能取得准入资格（具体流程以本校规定为准）。《中华人民共和国安全生产法》规定未经安全教育培训合格的人员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未取得准入就跟着同学进实验室做实验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培训时只签到、不认真学，考核找人代考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培训分三层：学校、学院、实验室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培训分三层，一层比一层具体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学校：通识培训和准入考试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学院：按学科开设专项课程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实验室：本岗位、本课题的规程和设备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与三级管理相对应，安全培训一般分三层：学校层面组织通识安全教育和准入考试，内容覆盖法规制度、通用安全、消防、应急等；学院层面结合本学科的危险类别开设专项培训，例如化学品安全、生物安全、辐射安全、机电安全；实验室层面由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只参加学校通识培训，跳过学院和实验室培训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证书不等于准入，要结合本实验室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网课证书只是第一步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还要本室培训和实操考核，批准后才准入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通用证书代替不了现场培训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规则没定、培训没做，不能使用和储存该化学品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完成线上课程、拿到结业证书，只说明掌握了通用知识，并不等于可以进入某个实验室工作。每个实验室的危险源、布局、设备和规程都不同，还必须接受本实验室的现场培训，通过实操考核，经实验室负责人批准后才能准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拿着通用培训证书直接进新实验室工作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先把新的危险化学品买回来，再考虑规程和培训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培训讲清本岗位的危害和防护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讲清本岗位有哪些危害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讲清自己该采取哪些防护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安装维修或在电气设备旁工作的人也要培训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危险废物和应急岗位有专门培训；没培训易出事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单位有责任组织培训，教会人员正确操作。培训要具体到岗位：这个岗位接触哪些危害（化学、生物、物理、电气等），如何识别，自己应采取哪些防护措施和安全操作方法，出现异常和事故怎么办。培训的目标是让人既会识别危害，也会控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培训只讲通用知识，不讲本岗位的具体危害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认为维修、保洁等辅助人员不需要培训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培训要动手、有实效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只在电脑上做题远远不够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考试是门槛，现场培训才是真本事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好的培训一定要动手练，不懂就问到会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按对象设计内容，培训后检验效果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线上学习和考试是准入的门槛，但仅靠在电脑上刷题，无法掌握实际操作。有效的培训必须包括现场讲解和动手练习：亲手穿脱防护装备、操作通风柜和设备、使用洗眼器和灭火器，在练习中发现问题、当场纠正。培训中有疑问随时提出，问到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以线上考试代替全部培训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培训完不检验效果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跟做、看护下做、考核后独立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新人先跟着老手做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再在老手看护下自己做，当场纠正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考核通过才能独立操作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不懂就问；危险操作不要一个人做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人掌握一项操作，一般要经过三个阶段：先观察老手完整、规范地操作，听清每一步的要点和危险点；再在老手看护下亲自操作，哪一步不到位当场纠正、重新练习；最后通过实操考核（做一遍给带教人看），由负责人确认后才能独立操作。第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看过一遍就自己上手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不懂装懂，怕问被笑话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夜间独自进行危险操作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进新实验室的第一天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第一天面对陌生环境，最重要的是学会安全工作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负责人带你转一圈，指出危险源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走一遍：洗眼器、喷淋、灭火器、安全出口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约定出事时怎么通知全实验室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进入新实验室，面对新同事、新材料、新流程，既兴奋又有压力。这时最重要的不是马上开始实验，而是学会在这里安全地工作。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第一天就急着开始实验，不熟悉环境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不知道洗眼器和灭火器的位置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入门须知六件事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知道用什么，SDS 和手册在哪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知道要什么防护、怎么用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设备先检查，台面保持整洁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出了事知道怎么应急；听负责人的话，守规矩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人入门可以记住六件事：一是知道自己要用哪些物质和设备；二是知道化学品安全技术说明书（SDS）和实验室安全手册放在哪里，随时可查；三是知道需要什么防护、怎样正确使用；四是使用设备前先检查状态是否正常；五是保持台面整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 SDS 放在哪里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设备不检查就开机使用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应急技能培训：灭火器与急救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参加灭火器使用培训，亲手练过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灭火器使用要领：提、拔、握、压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参加急救和心肺复苏培训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除准入培训外，建议参加学校或学院组织的应急技能培训：灭火器使用培训（在培训场地用训练灭火器或模拟器亲手练习提、拔、握、压的动作，第 4 章讲解），以及急救和心肺复苏培训（在训练模型上练习）。这些技能平时用不上，关键时……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从未亲手操作过灭火器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认为急救是医生的事，自己不必学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换实验、用新设备，先补专项培训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学过一次，不等于什么都会了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换课题、用新设备、规程改版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都要先补专项培训，再上手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准入培训不是一劳永逸的。出现下列情况时，要先补专项培训再操作：更换课题或开展新的实验，使用此前没有用过的设备或危险物质，操作规程修订改版，从低风险实验转入高风险实验。必要时还要重新进行风险评估和实操考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凭原来的经验直接操作新设备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规程改版后仍按旧版操作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久未操作先复训，定期复训演练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很久没操作，手生了，先复训再确认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定期复训，老手也不例外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规程更新后更要学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定期参加应急演练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长时间（如一个假期或更久）没有进行某项操作，熟练度会下降，容易出错。重新开始前，应先复习规程，在他人看护下操作一遍，确认没有问题后再独立进行。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认为老手不需要复训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隔了很久直接上手高风险操作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培训要有记录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每次培训都要留下记录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写清学了什么、谁讲的、考得怎样、日期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到期提醒复训，记录归档可查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次培训都要留下记录，内容包括：培训主题和内容、培训人、受训人、日期、考核方式和结果。《中华人民共和国安全生产法》要求单位建立安全教育培训档案，如实记录培训情况（以现行文本为准）；高校实验室安全检查也会核对培训和准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培训记录只有签名，没有内容和考核结果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复训过期无人提醒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本课程不能代替本实验室规程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本课程只是基础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不能代替本实验室的操作规程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具体做法以本实验室规程为准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本课程各节讲的是通用的安全知识和原则，是打基础的。每个实验室的设施、设备、物质和管理要求不同，具体的操作方法和要求一律以本实验室的安全操作规程、安全手册和负责人的指导为准。课程内容与本实验室规程不一致时，以本实验室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以课程内容为由不遵守本实验室规程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离开课题组：清点交接、注销权限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毕业或离开课题组前办理交接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样本、试剂逐一清点交接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实验记录完整移交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门禁和仪器权限及时注销，不留无主样本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毕业、出站、调离或离开课题组前，要按本校和本实验室规定办理离岗交接：自己名下的样本、试剂、危险化学品逐一清点，与接收人或负责人当面交接，并更新台账；不需要保留的按规定处置（危险废物交有资质单位处置，感染性材料灭活处理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离开时把样本和试剂留在冰箱里不交代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毕业后门禁权限仍未注销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关于实验室准入，下列说法正确的是：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完成线上课程拿到证书即可进入任何实验室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跟着师兄进门就行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培训考核合格、签承诺书并经本室培训和批准后才能准入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签到即视为完成培训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新人学习一项实验操作，正确的顺序是：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看说明书后独立操作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跟着老手做—在看护下自己做—考核通过后独立操作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先自己试，出错再问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夜间人少时练习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判断：已经在实验室工作三年的老手，规程改版后也需要参加培训。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毕业离开课题组前，下列哪项做法不正确？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清点并交接样本和试剂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移交实验记录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注销门禁和仪器权限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把不用的样品留在冰箱里，以后有人会处理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007 · 准入、培训与离岗交接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007 准入、培训与离岗交接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进入新实验室第一天，最先应做的是：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马上开始实验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在负责人带领下认清危险源，实地走一遍洗眼器、喷淋、灭火器和安全出口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先整理自己的桌面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上网查实验方法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简答：一份完整的培训记录应包括哪些内容？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先培训考核，再准入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培训分三层：学校、学院、实验室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证书不等于准入，要结合本实验室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培训讲清本岗位的危害和防护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培训要动手、有实效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跟做、看护下做、考核后独立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进新实验室的第一天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入门须知六件事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应急技能培训：灭火器与急救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换实验、用新设备，先补专项培训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久未操作先复训，定期复训演练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培训要有记录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本课程不能代替本实验室规程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离开课题组：清点交接、注销权限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