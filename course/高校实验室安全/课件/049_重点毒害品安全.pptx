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甲醛（福尔马林是它的水溶液）常用于固定组织和动物标本、病理制片；戊二醛常用于器械消毒和电镜样品固定。两者在医学、生命科学实验室中非常常见。</a:t>
            </a:r>
          </a:p>
          <a:p>
            <a:r>
              <a:t>正因为常见，容易被忽视。甲醛既有强刺激性和致敏性，又是致癌物，国家对其职业接触有专门的限值要求，属于需要重点管控的毒害化学品。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甲醛和戊二醛接触皮肤、眼睛和黏膜后很快出现刺激症状：轻者发红、刺痛、流泪，重者灼伤；反复接触还可能引起过敏性皮炎。</a:t>
            </a:r>
          </a:p>
          <a:p>
            <a:r>
              <a:t>吸入蒸气会刺激呼吸道，出现咳嗽、恶心、咽喉炎，可能诱发哮喘、支气管炎，严重时损害呼吸功能，还可能引起呕吐、腹泻。浓度极高时可导致抽搐、昏迷甚至死亡。这些急性症状容易识别，一旦出现要立即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慢性危害往往在多年后才表现出来。甲醛已被确认为人类致癌物，长期过量接触会增加患癌（如鼻咽部肿瘤等）的风险；反复接触还可能造成永久性的呼吸道损伤和致敏。</a:t>
            </a:r>
          </a:p>
          <a:p>
            <a:r>
              <a:t>所以不能等到“有感觉”才防护，平时就要把接触降到最低。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怀疑自己接触过量，或出现眼鼻刺激、咳嗽、皮疹、头痛等症状时，立即停止操作、离开现场，报告实验室负责人，由实验室负责人报告学院（报告程序见第 157 课）。</a:t>
            </a:r>
          </a:p>
          <a:p>
            <a:r>
              <a:t>及早就医，就医时带上化学品安全技术说明书，多数情况能够好转。不要拖延或隐瞒。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甲醛、二氯甲烷、汞、六价铬化合物等因危害明确，国家职业卫生标准 GBZ 2.1（以现行文本为准）规定了职业接触限值，包括时间加权平均容许浓度、短时间接触容许浓度或最高容许浓度。这些标准最初针对工业上的大量使用，目的是把工作中的接触降到最低。</a:t>
            </a:r>
          </a:p>
          <a:p>
            <a:r>
              <a:t>按《中华人民共和国职业病防治法》，使用单位要在使用场所设置告知卡，告知职业病危害（包括致癌风险）和防护措施。限值数字是为保护使用者而设，具体数值查 GBZ 2.1 现行文本和本校规定；有疑问就问学院实验室安全管理员（接触限值的概念见第 042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经常或大量使用甲醛等毒害品的场所，学校要组织有资质的机构进行工作场所空气检测，必要时做个人采样：把采样器佩戴在操作者衣领附近，采集呼吸带（口鼻周围）的空气。</a:t>
            </a:r>
          </a:p>
          <a:p>
            <a:r>
              <a:t>检测结果与 GBZ 2.1 的限值比较：长时间的平均接触达到或超过限值，就要改进通风、调整操作、加强个人防护，直到降下来；只看平均值可能掩盖短时间的高浓度，所以开瓶、倒液、换液等短时操作的峰值也要控制。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所有使用甲醛、戊二醛等毒害品的人员都要接受培训：知道本实验室哪些地方在用、有哪些危害、怎样减少接触，并定期复训（准入培训见第 007 课）。</a:t>
            </a:r>
          </a:p>
          <a:p>
            <a:r>
              <a:t>使用前阅读厂家提供的中文安全技术说明书，了解危害特性、暴露途径、健康影响、防护和应急措施；操作和储存按说明书和本实验室操作规程执行，每天都一样，不打折扣。有担心或发现隐患，及时向实验室负责人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化学品安全标签是最直接的危害信息来源（GB 30000 系列、GB 15258-2009，以现行文本为准）。含甲醛的溶液和混合物，以及会释放甲醛的材料，都要在标签上标明含甲醛；含量较高的还要写明主要危害，特别是“可能致癌”。</a:t>
            </a:r>
          </a:p>
          <a:p>
            <a:r>
              <a:t>自配溶液、分装容器同样要贴标签（标签见第 039 课）。标签写不下的内容会指引查阅安全技术说明书，说明书还告诉你怎样避免过量接触。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实验前按本校风险管理要求进行风险评估：用量多少、操作多长时间、在什么场所做，决定需要的通风条件和防护措施（风险评估见第 014 课）。</a:t>
            </a:r>
          </a:p>
          <a:p>
            <a:r>
              <a:t>防护的目标是不让毒害品接触到人：不吸入、不沾皮肤、不溅进眼睛。佩戴护目镜（易溅时加面屏），按说明书选择耐该化学品的手套（醛类常用丁腈手套，具体以说明书为准），穿实验服；通风不能满足时按评估结果使用呼吸防护（见第 025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把蒸气挡在呼吸带之外，最有效的方法是局部排风。开瓶、量取、配制、换液、标本取材都在通风柜或专用排风台里进行，不在敞开的台面上开瓶倒液。</a:t>
            </a:r>
          </a:p>
          <a:p>
            <a:r>
              <a:t>台面铺吸水垫，便于收集滴洒；用完随手盖紧容器。不同的通风设备（通风柜、取材台、局部排风罩）用法不尽相同，先弄懂怎么用，再按使用规则操作（通风柜使用见第 052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从浓溶液自行稀释、分装时接触风险最大，要在通风柜里操作并做好防护。现在多采用预先稀释好的成品或预分装容器，可以减少开瓶和倒液的次数。</a:t>
            </a:r>
          </a:p>
          <a:p>
            <a:r>
              <a:t>稀溶液同样有刺激性和致癌性，不能因为“已经稀释了”就放松防护。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甲醛等毒害品原容器密闭，存放在阴凉、通风的柜子里，远离氧化剂；部分含甲醇的甲醛溶液还具有易燃性，按易燃品要求存放（见第 046 课）。</a:t>
            </a:r>
          </a:p>
          <a:p>
            <a:r>
              <a:t>按实验需要少量领用，记入台账，用完登记。标本瓶、浸泡缸用后随手盖紧，不长期敞口放置。列入剧毒化学品目录的毒害品按“五双”制度管理（见第 045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发生溅洒、泄漏或接触时，按本实验室的应急程序处置（泄漏处置见第 056 课，灼伤急救见第 160 课）。应急程序要在平时通过培训和演练熟悉：洗眼器、喷淋、泄漏处理包在哪里，怎样报告。</a:t>
            </a:r>
          </a:p>
          <a:p>
            <a:r>
              <a:t>对操作中的担心和发现的隐患，及时向实验室负责人报告，不要等出了事再说。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二氯甲烷是萃取、色谱等实验中最常用的溶剂之一，不易燃，常被误认为“比较安全”，所以需要专门培训。</a:t>
            </a:r>
          </a:p>
          <a:p>
            <a:r>
              <a:t>吸入二氯甲烷会抑制中枢神经，在体内还会代谢产生一氧化碳，加重心脏负担；长期或反复大量接触可损害心脏、肝脏和神经系统，并可能增加患癌风险。伤害是慢慢积累的，不能等出现症状才防护。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二氯甲烷沸点低、挥发快，蒸气比空气重，会积聚在地面、地沟、低处的容器和柜子里。使用前读安全技术说明书和标签，了解它的特性。</a:t>
            </a:r>
          </a:p>
          <a:p>
            <a:r>
              <a:t>取用、分装、萃取都在通风柜里进行；旋转蒸发等浓缩操作要在通风条件下进行，尾气按规定处理；不在台面上敞口挥干溶剂。用完随手盖紧，减少挥发。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二氯甲烷等的职业接触标准源于工业上的大量使用，但实验室用量小并不等于风险小：近距离操作、通风柜使用不当、敞口挥发都可能造成短时高浓度接触。</a:t>
            </a:r>
          </a:p>
          <a:p>
            <a:r>
              <a:t>要重视危害，确认控制措施真的有效：通风柜风速正常、柜门高度正确、容器密闭、手套适用（二氯甲烷能很快穿透很多常见手套材料，按说明书选择）。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使用二氯甲烷等挥发性溶剂时，出现头晕、头痛、发困、注意力不集中，说明可能吸入过量。马上停止操作，离开到空气新鲜的地方，并提醒周围的人。</a:t>
            </a:r>
          </a:p>
          <a:p>
            <a:r>
              <a:t>报告实验室负责人，查清通风柜或排风哪里出了问题，修好前不再使用。症状不缓解或加重，及时就医，必要时拨打 120。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重铬酸钾、铬酸盐等六价铬化合物是确认的致癌物，同时是强致敏物和氧化剂：接触皮肤可引起溃疡和过敏性皮炎，吸入粉尘或雾滴会损伤鼻腔和呼吸道（GB 30000 系列分类，以安全技术说明书为准）。</a:t>
            </a:r>
          </a:p>
          <a:p>
            <a:r>
              <a:t>能用低毒替代方法的优先替代。必须使用时，称量粉末在通风柜或带排风的称量台里进行，防止扬尘，戴护目镜和合适的手套；含铬废液单独收集、标明成分，按《国家危险废物名录》（以现行文本为准）交有资质单位处置，不得倒入下水道（见第 053、054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金属汞在常温下就会挥发，汞蒸气无色无味，人察觉不到。长期吸入会损害神经系统和肾脏，出现手抖、情绪改变、记忆力下降等表现。汞的可溶性化合物毒性更大，有的属于剧毒化学品（按“五双”管理，见第 045 课）。</a:t>
            </a:r>
          </a:p>
          <a:p>
            <a:r>
              <a:t>实验室中的含汞温度计、压力计、汞灯等，能用电子仪器或无汞产品替代的尽量替代；保留使用的放在托盘里，防止打碎后汞珠散落。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含汞温度计、压力计破损后，汞会散成许多到处滚动的小珠，钻进缝隙。不要用手碰，不要用扫帚扫，更不能用吸尘器吸——会把汞打散并加速挥发。</a:t>
            </a:r>
          </a:p>
          <a:p>
            <a:r>
              <a:t>无关人员先离开，隔开现场，开窗或保持通风，关闭附近热源；报告实验室负责人，由经过培训的人员用专用汞处理包收集，收集物密封后按危险废物处置。详细处置流程见第 056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按《中华人民共和国职业病防治法》和 GBZ 188（以现行文本为准），长期、规律接触甲醛、汞、六价铬、苯等职业病危害因素的人员，应按规定进行上岗前、在岗期间和离岗时的职业健康检查，由学校组织到有资质的机构进行，结果存入个人健康档案。具体范围以本校职业健康管理规定为准。</a:t>
            </a:r>
          </a:p>
          <a:p>
            <a:r>
              <a:t>检查发现异常或出现与接触有关的健康损害，要及时调整岗位或工作内容。怀孕、哺乳、过敏体质等特殊情况，主动告知实验室负责人，调整接触安排（见第 152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毒害品虽然有害，但只要做到四件事就能安全使用：知危害——了解急性和慢性危害；识材料——通过标签和说明书认清哪些试剂和材料含毒害成分；会防护——通风柜、个人防护、密闭储存；备应急——熟悉应急程序，出现症状或洒漏立即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答案：C。解析：稀溶液照样有危害，开瓶、量取、分装都在通风柜里做。</a:t>
            </a:r>
          </a:p>
          <a:p>
            <a:r>
              <a:t>第 2 题 答案：B。解析：二氯甲烷易挥发、蒸气比空气重，长期接触伤心、伤肝、伤脑并可能致癌，取用、浓缩都在通风柜里。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答案：B。解析：头晕发困是吸入过量的信号。</a:t>
            </a:r>
          </a:p>
          <a:p>
            <a:r>
              <a:t>第 4 题 答案：C。解析：扫和吸会打散汞并加速挥发；收集物按危险废物处置，流程见第 056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答案：B。解析：长时间平均和短时高峰都要与 GBZ 2.1 的限值比较，超限要加强防护。</a:t>
            </a:r>
          </a:p>
          <a:p>
            <a:r>
              <a:t>第 6 题 答案：按规定进行上岗前、在岗期间和离岗时的职业健康检查，结果存档；出现异常及时调整岗位；怀孕、过敏等特殊情况主动告知实验室负责人。解析：依据《中华人民共和国职业病防治法》和 GBZ 188（以现行文本为准）。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重点毒害品安全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71 镜）　适用对象：使用甲醛、戊二醛、二氯甲烷、汞、铬盐等毒害化学品的高校本科生、研究生和教职工（必修）；医学、生命科学、化学、化工、材料、环境等专业重点学习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能说出甲醛、戊二醛、二氯甲烷、汞和六价铬盐的主要急性和慢性危害，能判断哪些属于致癌物或致敏物。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能做到使用前培训、读标签和安全技术说明书、做风险评估，在通风柜里开瓶、量取、配制和浓缩，选用合适的个人防护，密闭储存、少量领用。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能说出职业接触限值、呼吸带采样监测和职业健康检查的作用，知道限值按国家职业卫生标准执行。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能做到出现头晕、刺激等症状立即离开、报告并就医；汞洒落时不碰、不扫、不吸，隔离通风并报告。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《中华人民共和国职业病防治法》：职业病危害因素检测、告知，劳动者培训和职业健康检查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2.1（以现行文本为准）《工作场所有害因素职业接触限值 第1部分：化学有害因素》：时间加权平均容许浓度、短时间接触容许浓度、最高容许浓度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188（以现行文本为准）《职业健康监护技术规范》：上岗前、在岗期间、离岗时职业健康检查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日起施行）及《危险化学品安全管理条例》（以现行文本为准）：学校、科研机构使用危险化学品的安全责任，中文安全技术说明书和安全标签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系列（以现行文本为准）《化学品分类和标签规范》：急性毒性、致癌性、呼吸或皮肤致敏、特异性靶器官毒性的分类和象形图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内容和项目顺序》：危险性概述、接触控制和个体防护、毒理学信息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《国家危险废物名录》（以现行文本为准）：含汞、含铬废物及废弃毒害化学品按危险废物收集处置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号，以现行文本为准）及高校实验室安全检查项目表、本校危险化学品和职业健康管理制度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甲醛和戊二醛：常用而有毒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甲醛和戊二醛都是有毒的醛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常用来固定标本、消毒器械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甲醛很常见，危害却格外特殊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甲醛（福尔马林是它的水溶液）常用于固定组织和动物标本、病理制片；戊二醛常用于器械消毒和电镜样品固定。两者在医学、生命科学实验室中非常常见。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把标本罐当普通容器随手打开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以为消毒液都是低毒的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一接触就刺激：皮肤、眼睛、呼吸道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皮肤、眼睛、黏膜一接触就受刺激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轻则发红刺痛，重则灼伤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吸入蒸气会咳嗽、恶心，引发喉炎、哮喘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浓度极高时，可致昏迷甚至死亡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甲醛和戊二醛接触皮肤、眼睛和黏膜后很快出现刺激症状：轻者发红、刺痛、流泪，重者灼伤；反复接触还可能引起过敏性皮炎。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闻到刺激味还继续操作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眼睛刺痛时用手揉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甲醛致癌，长期接触伤害慢慢显现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长期接触的伤害，不会马上显现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甲醛是致癌物，过量接触增加患癌风险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反复接触，还会永久损伤呼吸道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慢性危害往往在多年后才表现出来。甲醛已被确认为人类致癌物，长期过量接触会增加患癌（如鼻咽部肿瘤等）的风险；反复接触还可能造成永久性的呼吸道损伤和致敏。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认为没有症状就没有伤害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习惯了气味就不再防护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有症状，立即报告就医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怀疑接触过量、出现症状，立即报告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报告实验室负责人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及早就医，多数情况能够好转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怀疑自己接触过量，或出现眼鼻刺激、咳嗽、皮疹、头痛等症状时，立即停止操作、离开现场，报告实验室负责人，由实验室负责人报告学院（报告程序见第 157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觉得不严重就忍着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怕被批评不报告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职业接触有国家标准和限值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国内依据职业病防治法管理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接触限值按 GBZ 2.1 现行文本执行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标准起因于工业大量使用，目的是把接触降到最低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限值为保护你而设，使用场所要告知致癌风险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甲醛、二氯甲烷、汞、六价铬化合物等因危害明确，国家职业卫生标准 GBZ 2.1（以现行文本为准）规定了职业接触限值，包括时间加权平均容许浓度、短时间接触容许浓度或最高容许浓度。这些标准最初针对工业上的大量使用，目的是……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以为限值只适用于工厂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不看告知卡就开始操作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接触监测：采呼吸带空气，平均和高峰都要控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常用或大量使用，要监测接触量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采的是你呼吸带里的空气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平均水平达到或超过限值，就要加强防护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短时间的高峰也要控制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经常或大量使用甲醛等毒害品的场所，学校要组织有资质的机构进行工作场所空气检测，必要时做个人采样：把采样器佩戴在操作者衣领附近，采集呼吸带（口鼻周围）的空气。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只看全天平均，不管换液时的高峰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检测超标后不整改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先培训，读说明书，守规程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使用的人都要先接受培训，并定期复训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先弄清哪里在用，怎样减少接触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先看说明书：危害、途径、健康影响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天天按规程和标准做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所有使用甲醛、戊二醛等毒害品的人员都要接受培训：知道本实验室哪些地方在用、有哪些危害、怎样减少接触，并定期复训（准入培训见第 007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没培训就跟着师兄师姐做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只看过一次说明书就不再看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标签写明含甲醛和致癌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容器标签是最直接的信息来源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含甲醛的溶液、材料都要标明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含量较高的写明主要危害和可能致癌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标签写不下，就去查说明书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化学品安全标签是最直接的危害信息来源（GB 30000 系列、GB 15258-2009，以现行文本为准）。含甲醛的溶液和混合物，以及会释放甲醛的材料，都要在标签上标明含甲醛；含量较高的还要写明主要危害，特别是“可能……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自配的固定液不贴标签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分装到小瓶后丢掉了危害信息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风险评估定防护，不让它接触你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实验前按要求做风险评估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用多少、做多久、在哪做，决定怎么防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不吸入、不沾皮肤、不溅进眼睛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护目镜、合适的手套、实验服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实验前按本校风险管理要求进行风险评估：用量多少、操作多长时间、在什么场所做，决定需要的通风条件和防护措施（风险评估见第 014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用普通乳胶手套长时间接触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不评估就把用量放大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通风最重要：在通风柜里开瓶配制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保持通风是最重要的做法之一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开瓶、量取、配制、取材都在通风柜里做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不在敞开的台面上开瓶倒液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铺好吸水垫，用完随手盖紧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把蒸气挡在呼吸带之外，最有效的方法是局部排风。开瓶、量取、配制、换液、标本取材都在通风柜或专用排风台里进行，不在敞开的台面上开瓶倒液。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在普通台面上换标本固定液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用完不盖，敞口放在柜里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稀释要小心，稀溶液也有害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自行稀释、分装，要格外小心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尽量用预先分装好的容器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稀溶液，照样有危害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从浓溶液自行稀释、分装时接触风险最大，要在通风柜里操作并做好防护。现在多采用预先稀释好的成品或预分装容器，可以减少开瓶和倒液的次数。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认为稀释后就无害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在台面上用量筒分装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密闭储存，少量领用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密闭存放，阴凉通风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远离氧化剂，有的还易燃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按需少量领用，用完登记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标本瓶用完随手盖紧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甲醛等毒害品原容器密闭，存放在阴凉、通风的柜子里，远离氧化剂；部分含甲醇的甲醛溶液还具有易燃性，按易燃品要求存放（见第 046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大桶固定液长期开着盖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领用不登记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应急程序，平时就要熟悉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出了事，按实验室的程序处置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应急程序平时就要熟悉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有担心、有隐患，及时报告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发生溅洒、泄漏或接触时，按本实验室的应急程序处置（泄漏处置见第 056 课，灼伤急救见第 160 课）。应急程序要在平时通过培训和演练熟悉：洗眼器、喷淋、泄漏处理包在哪里，怎样报告。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出事时才去找应急程序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不知道泄漏处理包在哪里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二氯甲烷：危害容易被小看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就是个溶剂？它的危害容易被小看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长期或反复大量接触，伤心、伤肝、伤脑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还可能增加患癌风险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伤害慢慢积累，不能等有感觉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二氯甲烷是萃取、色谱等实验中最常用的溶剂之一，不易燃，常被误认为“比较安全”，所以需要专门培训。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因为不易燃就在台面上随意使用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用它洗手上的污渍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易挥发、蒸气下沉，在通风柜里用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沸点低，一开盖就挥发很快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蒸气比空气重，会往低处积聚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取用、分装、浓缩，都在通风柜里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不在台面上敞口挥干，用完随手盖紧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二氯甲烷沸点低、挥发快，蒸气比空气重，会积聚在地面、地沟、低处的容器和柜子里。使用前读安全技术说明书和标签，了解它的特性。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把萃取后的溶液放在台面上自然挥干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在地下室等低处、通风差的房间大量使用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用量小，规矩不减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职业接触标准起因于工业大量使用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实验室用量小，规矩一样不能少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重视危害，确认控制措施真的有效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二氯甲烷等的职业接触标准源于工业上的大量使用，但实验室用量小并不等于风险小：近距离操作、通风柜使用不当、敞口挥发都可能造成短时高浓度接触。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以为用几毫升就不用防护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不看通风柜风速指示就开始操作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头晕发困就是警报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头晕、发困，是吸入过量的信号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马上离开，到空气新鲜的地方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报告负责人，查清通风哪里出了问题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症状不缓解，及时就医，急救 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使用二氯甲烷等挥发性溶剂时，出现头晕、头痛、发困、注意力不集中，说明可能吸入过量。马上停止操作，离开到空气新鲜的地方，并提醒周围的人。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以为是没睡好，坚持做完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离开后不报告，下次照样用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六价铬盐：致癌致敏，防尘单独收集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六价铬盐能致癌，也会致敏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会腐蚀皮肤，伤害鼻腔和呼吸道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称量粉末在通风柜里，防扬尘，戴手套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含铬废液单独收集，按危险废物处置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重铬酸钾、铬酸盐等六价铬化合物是确认的致癌物，同时是强致敏物和氧化剂：接触皮肤可引起溃疡和过敏性皮炎，吸入粉尘或雾滴会损伤鼻腔和呼吸道（GB 30000 系列分类，以安全技术说明书为准）。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在开放台面称量铬盐粉末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含铬废液混入普通废液桶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汞：蒸气看不见，能替代就替代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汞常温就挥发，蒸气看不见、闻不到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长期吸入伤神经和肾脏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能用无汞仪器，就替换掉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金属汞在常温下就会挥发，汞蒸气无色无味，人察觉不到。长期吸入会损害神经系统和肾脏，出现手抖、情绪改变、记忆力下降等表现。汞的可溶性化合物毒性更大，有的属于剧毒化学品（按“五双”管理，见第 045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以为没有气味就没有汞蒸气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含汞仪器随手放在台边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汞洒了：别碰、别扫、别吸，先报告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汞洒了会变成到处滚的小珠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别用手碰，别扫，别用吸尘器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人先离开，隔开现场，保持通风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报告老师，由专人用专用工具处理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含汞温度计、压力计破损后，汞会散成许多到处滚动的小珠，钻进缝隙。不要用手碰，不要用扫帚扫，更不能用吸尘器吸——会把汞打散并加速挥发。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用扫帚把汞珠扫到一起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用吸尘器清理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接触重点毒害品，按规定做职业健康检查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长期接触要做职业健康检查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上岗前、在岗期间、离岗时都要查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结果存档，异常及时调整岗位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怀孕、过敏等情况，主动告知老师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按《中华人民共和国职业病防治法》和 GBZ 188（以现行文本为准），长期、规律接触甲醛、汞、六价铬、苯等职业病危害因素的人员，应按规定进行上岗前、在岗期间和离岗时的职业健康检查，由学校组织到有资质的机构进行，结果存……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觉得学生不需要职业健康检查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隐瞒怀孕或过敏史继续接触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四件事：知危害、识材料、会防护、备应急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毒害品有害，但能安全使用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知危害：知道它伤哪里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识材料：认清哪些含毒害成分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会防护、备应急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重点毒害品虽然有害，但只要做到四件事就能安全使用：知危害——了解急性和慢性危害；识材料——通过标签和说明书认清哪些试剂和材料含毒害成分；会防护——通风柜、个人防护、密闭储存；备应急——熟悉应急程序，出现症状或洒漏立即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只记得防护，不熟悉应急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因为害怕而隐瞒接触情况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关于甲醛，下列说法错误的是：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刺激皮肤、眼睛和呼吸道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是致癌物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稀溶液无害，可以在台面上随意分装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职业接触有国家限值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判断：二氯甲烷不易燃，所以可以在实验台面上敞口挥干。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使用二氯甲烷时感到头晕、发困，应该：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坚持做完再休息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马上离开到空气新鲜处，报告负责人查通风，不缓解就医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喝杯咖啡提神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戴上口罩继续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水银温度计打碎，汞珠洒在地上，正确的做法是：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用扫帚扫起来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用吸尘器吸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人员离开、隔开现场、通风，报告老师，由专人用汞处理包处理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用手捡起来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049 · 重点毒害品安全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049 重点毒害品安全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甲醛的接触监测，采样的是：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实验室门口的空气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操作者呼吸带（口鼻周围）的空气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通风柜排风口的空气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储存柜里的空气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简答：长期接触甲醛、汞等重点毒害品的人员，在健康管理上有什么要求？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甲醛和戊二醛：常用而有毒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一接触就刺激：皮肤、眼睛、呼吸道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甲醛致癌，长期接触伤害慢慢显现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有症状，立即报告就医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职业接触有国家标准和限值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接触监测：采呼吸带空气，平均和高峰都要控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先培训，读说明书，守规程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标签写明含甲醛和致癌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风险评估定防护，不让它接触你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通风最重要：在通风柜里开瓶配制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稀释要小心，稀溶液也有害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密闭储存，少量领用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应急程序，平时就要熟悉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二氯甲烷：危害容易被小看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易挥发、蒸气下沉，在通风柜里用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用量小，规矩不减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头晕发困就是警报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六价铬盐：致癌致敏，防尘单独收集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S2  汞：蒸气看不见，能替代就替代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汞洒了：别碰、别扫、别吸，先报告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S3  接触重点毒害品，按规定做职业健康检查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四件事：知危害、识材料、会防护、备应急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