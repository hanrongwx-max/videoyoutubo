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一般危险化学品，国家对三类化学品实行专门管控：剧毒化学品（在《危险化学品目录》中标注为剧毒）、易制毒化学品（列入《易制毒化学品管理条例》附表）、易制爆危险化学品（列入公安部发布的《易制爆危险化学品名录》）。</a:t>
            </a:r>
          </a:p>
          <a:p>
            <a:r>
              <a:t>使用前先查询所用化学品是否属于这几类：可以查上述目录和名录，也可以在学校化学品管理平台上查询。一旦属于管控类，先问清学院和学校的管理规定，再按规定办理采购、保管和领用登记。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是否属于管控类化学品，看的是物质本身，而不是用量多少：哪怕只有一小瓶、几克，也要按管控品管理。</a:t>
            </a:r>
          </a:p>
          <a:p>
            <a:r>
              <a:t>管控类化学品要专柜、专区存放（储存柜见第 044 课），存取出入都要登记。用后的剩余物、废液和包装等废弃物同样要单独收集、登记，交学校按专门规定处置，不能混入普通废液或自行处理（废物处置见第 053、054 课）。具体做法以学校制度为准。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对剧毒化学品普遍实行“五双”管理：双人验收（收发）、双人保管、双人领用（取用时双人在场）、双把锁、双本账。两把钥匙分别由两名保管人掌握，任何一人都不能单独开柜；两本台账分别记录，做到账账相符、账物相符。</a:t>
            </a:r>
          </a:p>
          <a:p>
            <a:r>
              <a:t>剧毒化学品存放在专用保险柜或专柜内，存放场所按学校要求落实防盗等安全防范措施。“五双”的具体表述和执行细则以本校制度为准；剧毒化学品的购买许可、储存备案等由学校按《中华人民共和国危险化学品安全法》《危险化学品安全管理条例》（以现行文本为准）统一办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检测、传感器研究等实验常要测定砷，需要使用含砷标准品。砷的许多化合物毒性很强，部分列为剧毒化学品（以《危险化学品目录》为准），含砷标准品要按剧毒品管理：专柜存放、专人管理，领用登记，用多少记多少。</a:t>
            </a:r>
          </a:p>
          <a:p>
            <a:r>
              <a:t>含砷废液和沾染物要单独收集、贴好标签，交学校统一处置，不得倒入下水道。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制毒化学品是可用于非法制造毒品的原料和配剂，依据《易制毒化学品管理条例》（以现行文本为准）分为三类管理，购买须按类别取得许可或办理备案。例如乙酸酐属于易制毒化学品，有机化学实验中常会用到。</a:t>
            </a:r>
          </a:p>
          <a:p>
            <a:r>
              <a:t>高校实验室使用易制毒化学品，要按学校规定申请、领用并登记，用多少领多少；专柜存放、专人管理，台账记录入库、领用和结存。不得私自转让、出借或带出实验室。实验产生的废液按类别分开收集，不得倒入下水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易制爆危险化学品是可用于制造爆炸物品的化学品，依据《易制爆危险化学品治安管理办法》（以现行文本为准）管理，品种以公安部发布的《易制爆危险化学品名录》为准。</a:t>
            </a:r>
          </a:p>
          <a:p>
            <a:r>
              <a:t>实验室要专柜存放、专人管理，领用多少、使用多少、剩余多少如实登记，做到购买、储存、使用、处置的流向全程可查。不得出借、转让，不得私自带出实验室。储存场所的治安防范要求、信息系统备案等由学校按公安机关要求落实，具体按现行规定和学校制度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炸药等爆炸物品属于国家严格管控的物品，依据《民用爆炸物品安全管理条例》（以现行文本为准），未经许可任何单位和个人不得获取、储存、使用。</a:t>
            </a:r>
          </a:p>
          <a:p>
            <a:r>
              <a:t>学生不得出于好奇自行获取、保存或试验爆炸物品，也不要模仿网络上的相关视频。确需开展的相关研究，由具备资质的单位按规定审批后进行。有疑问先问导师和学院。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管控类化学品只能由学校作为购买单位，通过学校化学品采购平台向有资质的供应商采购，严禁个人私自购买，严禁从网络或无资质渠道购买。</a:t>
            </a:r>
          </a:p>
          <a:p>
            <a:r>
              <a:t>申购一般经导师（实验室负责人）、学院、学校管理部门逐级审批；需要的购买许可、备案等手续，由学校统一向公安机关等部门办理。具体流程以本校制度为准。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领用管控类化学品要经审批，按实验需要领取。称量时如实记录称取量和用途，做到用多少记多少。</a:t>
            </a:r>
          </a:p>
          <a:p>
            <a:r>
              <a:t>用剩的按规定退回专柜，并在台账上登记结存，做到账物相符。领用和使用台账要妥善保存，以备检查和追溯，保存期限以现行规定和本校制度为准。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管控类化学品一旦发现丢失、被盗、误用或账物不符，要立即报告实验室负责人，并报学院和保卫处；学校按规定立即报告公安机关和有关部门。</a:t>
            </a:r>
          </a:p>
          <a:p>
            <a:r>
              <a:t>不得瞒报、迟报，也不要自行寻找了事；保护好现场和台账，配合调查。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答案：D。解析：国家专门管控的是剧毒、易制毒、易制爆三类，品种以相应目录和名录为准。</a:t>
            </a:r>
          </a:p>
          <a:p>
            <a:r>
              <a:t>第 2 题 答案：B。解析：管不管控看物质本身，不看用量；领用必须审批登记，用多少记多少。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答案：D。解析：两把钥匙由两人分别掌握，任何一人不能单独开柜。</a:t>
            </a:r>
          </a:p>
          <a:p>
            <a:r>
              <a:t>第 4 题 答案：B。解析：易制爆、易制毒化学品不得出借、转让，流向必须可查。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答案：C。解析：丢失、被盗、账物不符要立即报告，学校按规定报告公安机关，不得瞒报迟报。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管控类化学品管理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60 镜）　适用对象：全体使用和管理化学品的高校本科生、研究生和教职工（必修）；采购、保管管控类化学品的人员重点学习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能说出剧毒化学品、易制毒化学品、易制爆危险化学品三类管控类化学品，会查《危险化学品目录》等名录和本校平台；能判断“管不管控看物质，不看用量”。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能说出剧毒化学品“五双”管理的内容，含砷标准品等按剧毒品管理。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能做到管控类化学品只通过学校平台采购、逐级审批，专柜存放、专人管理，领用称量如实登记、剩余退回，不外借不转让。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能做到发现丢失、被盗、账物不符立即报告实验室负责人、学院和保卫处；学生不得私自获取、保存或试验爆炸物品。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日起施行）及《危险化学品安全管理条例》（以现行文本为准）：剧毒化学品购买许可、专用储存、专人管理、储存情况报公安机关备案，丢失被盗立即报告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《易制毒化学品管理条例》（以现行文本为准）：易制毒化学品分三类管理，购买许可或备案，如实记录，不得转借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《易制爆危险化学品治安管理办法》（以现行文本为准）及《易制爆危险化学品名录》（公安部发布，以现行版本为准）：购买和流向登记、专库专柜储存、专人管理、不得出借转让，丢失被盗及时报告公安机关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《民用爆炸物品安全管理条例》（以现行文本为准）：爆炸物品严格管控，未经许可不得获取、储存、使用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《危险化学品目录》（以现行版本为准）：判断是否属于危险化学品和剧毒化学品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《国家危险废物名录》（以现行文本为准）：管控类化学品的废弃物单独收集，交学校按规定处置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号，以现行文本为准）：管控类化学品全过程管理，剧毒品“五双”管理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高校实验室安全检查项目表（以现行文本为准）及本校危险化学品管理制度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认出管控类化学品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剧毒、易制毒、易制爆化学品由国家专门管控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查危险化学品目录、相关名录和学校平台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属于这几类，先问清本校规定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采购、保管、领用都要按规定登记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除了一般危险化学品，国家对三类化学品实行专门管控：剧毒化学品（在《危险化学品目录》中标注为剧毒）、易制毒化学品（列入《易制毒化学品管理条例》附表）、易制爆危险化学品（列入公安部发布的《易制爆危险化学品名录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不查名录，把管控品当普通试剂使用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以为只有剧毒品才需要专门管理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看物质本身，专区专管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管不管控看物质本身，不看用量多少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哪怕只有一小瓶，也要专柜专区管理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专柜专区，出入登记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废弃物也按专门规定处理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是否属于管控类化学品，看的是物质本身，而不是用量多少：哪怕只有一小瓶、几克，也要按管控品管理。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量少就随便放在普通试剂柜里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管控品废液混入普通废液桶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剧毒化学品“五双”管理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剧毒化学品实行“五双”管理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双人验收、双人保管、双人领用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双把锁，两人各管一把钥匙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双本账，账账相符、账物相符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对剧毒化学品普遍实行“五双”管理：双人验收（收发）、双人保管、双人领用（取用时双人在场）、双把锁、双本账。两把钥匙分别由两名保管人掌握，任何一人都不能单独开柜；两本台账分别记录，做到账账相符、账物相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一个人同时保管两把钥匙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只记一本账，或领用后不及时登记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含砷样品和标准品按剧毒品管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砷的不少化合物是剧毒，检测要用含砷标准品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含砷标准品按剧毒品专人专管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领用登记，用多少记多少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含砷废液单独收集，交学校处置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环境检测、传感器研究等实验常要测定砷，需要使用含砷标准品。砷的许多化合物毒性很强，部分列为剧毒化学品（以《危险化学品目录》为准），含砷标准品要按剧毒品管理：专柜存放、专人管理，领用登记，用多少记多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觉得标准品量很少，随手放在普通冰箱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含砷废液混入普通废液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易制毒化学品：按规定领用登记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易制毒化学品按条例分三类管理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如乙酸酐，按规定领用，用多少领多少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专柜存放、专人管理、台账清楚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不得私自转让、出借，废液不倒下水道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制毒化学品是可用于非法制造毒品的原料和配剂，依据《易制毒化学品管理条例》（以现行文本为准）分为三类管理，购买须按类别取得许可或办理备案。例如乙酸酐属于易制毒化学品，有机化学实验中常会用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觉得是常用试剂，不登记就领用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课题组之间私下借用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易制爆化学品：专柜专人，不外借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易制爆化学品按治安管理办法管理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专柜存放，专人管理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领了多少、用了多少，如实登记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不外借、不转让，购买到处置流向可查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易制爆危险化学品是可用于制造爆炸物品的化学品，依据《易制爆危险化学品治安管理办法》（以现行文本为准）管理，品种以公安部发布的《易制爆危险化学品名录》为准。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借给其他课题组或个人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只登记领用，不登记实际用量和剩余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爆炸物品：学生不私取、不自试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炸药等爆炸物品由国家严格管控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学生不得自行获取、保存或试验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相关研究由有资质的单位依规开展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有疑问先问导师和学院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炸药等爆炸物品属于国家严格管控的物品，依据《民用爆炸物品安全管理条例》（以现行文本为准），未经许可任何单位和个人不得获取、储存、使用。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出于好奇模仿网上视频做“小实验”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认为少量试一试没关系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采购走学校平台，许可备案由学校办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管控品只能通过学校平台采购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不得个人私自购买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导师、学院、管理部门逐级审批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许可和备案由学校统一向公安机关办理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管控类化学品只能由学校作为购买单位，通过学校化学品采购平台向有资质的供应商采购，严禁个人私自购买，严禁从网络或无资质渠道购买。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用个人账户网购管控类试剂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绕过审批，直接找供应商送货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领用称量，如实登记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管控品领用要审批，称量按规定进行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称了多少、用在哪，如实登记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剩余的按规定退回专柜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用多少记多少，台账妥善保存备查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领用管控类化学品要经审批，按实验需要领取。称量时如实记录称取量和用途，做到用多少记多少。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先用后补登记，或凭估计填写用量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剩余部分留在自己的抽屉里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丢失被盗，立即报告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发现丢失、被盗、账物不符要立即报告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报告实验室负责人、学院和保卫处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学校按规定报告公安机关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不瞒报、不迟报、不自行寻找了事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管控类化学品一旦发现丢失、被盗、误用或账物不符，要立即报告实验室负责人，并报学院和保卫处；学校按规定立即报告公安机关和有关部门。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少了一点就自己补账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怕担责任不报告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下列不属于国家专门管控的三类化学品的是：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剧毒化学品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易制毒化学品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易制爆危险化学品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一般实验用缓冲盐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判断：某种易制毒化学品只用几克，量很少，可以不登记直接取用。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剧毒化学品“五双”管理不包括：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双人保管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双把锁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双本账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双人可各自单独开柜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判断：隔壁课题组急用易制爆化学品，可以先借给他们，再补登记。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045 · 管控类化学品管理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045 管控类化学品管理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发现专柜里的剧毒品账物不符，正确的做法是：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自己补记一笔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先找找，找不到再说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立即报告实验室负责人、学院和保卫处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等下次检查时说明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认出管控类化学品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看物质本身，专区专管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剧毒化学品“五双”管理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含砷样品和标准品按剧毒品管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易制毒化学品：按规定领用登记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易制爆化学品：专柜专人，不外借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爆炸物品：学生不私取、不自试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采购走学校平台，许可备案由学校办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领用称量，如实登记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丢失被盗，立即报告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