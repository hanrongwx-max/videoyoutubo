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检查的本质，是在事故发生之前主动发现隐患——不安全的状态（如设备故障、通道堵塞、气瓶未固定）、不安全的行为（如不戴防护、违规操作）和管理上的缺陷（如制度缺失、培训不到位）。找到问题后，还要分析原因、确定整改办法。</a:t>
            </a:r>
          </a:p>
          <a:p>
            <a:r>
              <a:t>除了人员行为和环境，设备设施本身也要定期检查和维护：通风柜、生物安全柜、洗眼器和喷淋、灭火器、电气线路、压力容器等，按规定周期检查维护并做好记录，发现问题及时整改。各类设备设施的具体检查要求在对应专题课中讲解（如电气检查见第 104 课，消防器材检查见第 33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与三级管理相对应，高校实验室安全检查也分三级：实验室层面由负责人和安全员组织日常自查；学院（二级单位）定期巡查本单位实验室；学校实验室安全管理部门组织全校定期检查和专项检查（如危险化学品、气瓶、消防、用电、生物安全等专项），必要时组织校内互查或请校外专家检查。上级教育主管部门也会按检查项目表进行检查。</a:t>
            </a:r>
          </a:p>
          <a:p>
            <a:r>
              <a:t>检查频次以本校规定为准。各级检查发现的问题都应登记，并进入隐患整改闭环。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常自查是发现隐患最及时、成本最低的方式。每天开工时，看一眼自查表和交接记录，确认设备状态、通风和防护用品；每天收工前，按本实验室的清单查一遍：通道是否畅通，线缆是否收好、插线板是否过载，废液和废料是否按规定存放，灭火器等消防器材是否在位，水、电、气是否按要求关闭。</a:t>
            </a:r>
          </a:p>
          <a:p>
            <a:r>
              <a:t>实验室的状况一直在变化：新试剂到货、实验装置搭建、人员进出。因此安全员和负责人一天中要多次巡视。自查中发现的小问题，能当场处理的就当场处理（如收好线缆、盖好试剂瓶）；处理不了的及时报告。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良好的检查节奏是逐级累积的：每天开工收工的快速自查；每周由安全员带着检查表巡查一遍；每季度（或每学期）对照检查项目表的全部要求做一次全面自查；定期邀请其他实验室或学院的人员来互查，借助“外部视角”发现自己看不到的问题；每年组织一次全面的模拟检查。具体周期以本校规定为准。</a:t>
            </a:r>
          </a:p>
          <a:p>
            <a:r>
              <a:t>模拟检查查出的问题，要像正式检查一样登记和整改。它能暴露记录缺失、人员回答不上来、隐患长期存在等问题，帮助在正式检查和事故之前把漏洞补上。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寒暑假、长假前和台风、暴雨、寒潮等恶劣天气来临前，实验室往往长时间无人或面临特殊风险，应专门组织一次检查：关好门窗，检查排水和地漏，防止雨水倒灌；关闭气瓶总阀，切断不必要的电源和水源；清理易燃杂物，危险化学品和废弃物入柜上锁；检查冰箱、培养箱等必须持续运行的设备状态。</a:t>
            </a:r>
          </a:p>
          <a:p>
            <a:r>
              <a:t>必须持续运行的设备应在显著位置注明值守人和联系方式，并按本校规定报备，安排假期巡查。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要依据清单逐项进行，避免遗漏。清单一般按类别分栏，例如：场所与通道、消防与应急设施、用电与设备、化学品与废弃物、个人防护等。常见的检查项举例：插线板是否串接或超负荷，气瓶是否固定、是否有检验标识；化学品是否按性质分类存放、不相容物质是否分开，废液是否分类收集、贴好标签、没有倒入下水道；管控化学品台账是否账物相符；安全信息牌、消防器材和应急设施是否在位有效。各检查项的具体要求在对应专题课中讲解。</a:t>
            </a:r>
          </a:p>
          <a:p>
            <a:r>
              <a:t>隐患常常藏在不显眼的地方：柜子后面、实验台下、通风柜内角、天花板上方、长期不用的储物间。检查时要仔细，必要时借助手电。清单只是起点，平时多看多想，才能发现清单没写到的问题。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式检查和安全审核不仅看现场状况，还会核对文件和记录：安全制度和操作规程是否现行有效，培训和准入记录是否齐全，设备检测、维护记录是否完整，化学品台账、废弃物交接记录是否真实。检查人员还常常单独询问实验室成员，了解其是否知道本岗位的危险、防护和应急措施。</a:t>
            </a:r>
          </a:p>
          <a:p>
            <a:r>
              <a:t>安全审核的目的，是找出与法规、标准和制度不符合或没有执行的地方。发现的问题要记录在案，并限期整改。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发现隐患、违规操作或不安全情况时，要立即报告导师或实验室负责人（或安全员），而不是视而不见、想着“等出了事再说”。能够安全制止的违规操作，应当场提醒或叫停。</a:t>
            </a:r>
          </a:p>
          <a:p>
            <a:r>
              <a:t>险情（未遂事件）同样要报告：虽然没有造成伤害，但说明防线存在漏洞。报告后要登记、整改、复查，形成闭环；在组会等场合分享出来，其他人就不会再犯同样的错误。报告隐患和险情是每个人的权利和义务，学校鼓励并保护报告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隐患按危害程度和整改难度一般分为一般隐患和重大隐患（具体分级标准以本校规定为准）。一般隐患可由实验室限期整改；重大隐患是可能导致严重后果、需要立即处置的隐患，例如管控化学品失控、气瓶严重泄漏风险、电气线路严重老化发热、关键安全设施失效等。</a:t>
            </a:r>
          </a:p>
          <a:p>
            <a:r>
              <a:t>重大隐患不能“记下来等例会再说”：要立即报告实验室负责人和学院，必要时报学校；同时立即停止相关实验、停用相关设备或场所，采取临时防护措施。整改完成后，经复查合格才能恢复使用，并记录跟踪。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隐患整改要形成闭环：登记隐患，开具整改单，明确整改责任人、整改期限和整改措施；分析根本原因（为什么会出现这个问题——是设施缺陷、制度缺失、培训不到位还是人员习惯）；针对原因采取纠正措施，而不只是处理表面现象；整改完成后由检查方或负责人复查验证，确认问题已解决且不会再次发生，才能销号。</a:t>
            </a:r>
          </a:p>
          <a:p>
            <a:r>
              <a:t>漏掉“找根因”和“验证”两步，问题就会反复出现；小问题如果不从根上改，会越积越多，最终酿成事故或受到严重处理。收到学校或上级的检查意见后，要按时回复，逐项写明整改措施和完成日期；拖延、敷衍只会让后果更严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自查和互查中发现问题，说明检查起了作用，是改进的机会，不必把它当作“丢面子”的事而隐瞒。</a:t>
            </a:r>
          </a:p>
          <a:p>
            <a:r>
              <a:t>要定期把检查发现的问题汇总起来，看看有没有重复出现的趋势。例如多个实验室都缺培训记录，说明问题不在个人，而在培训和记录系统本身，应从制度和流程上改进。这样，检查就成为持续改进的帮手，而不是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次检查都要留下记录：检查时间、检查人、检查项目、发现的问题和处理情况，由检查人签名后留存。设备设施检查后，合格的贴上检查合格标识并注明下次检查日期，按期复查；不合格的挂“禁用”或“停用”标识，隔离并送修，修好复查合格后才能重新使用。</a:t>
            </a:r>
          </a:p>
          <a:p>
            <a:r>
              <a:t>危险化学品领用登记、仪器使用记录、安全检查记录等台账，与实验记录本一样，要如实、及时填写，不事后补记。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记录不只是应付眼前的检查。有些记录多年后还可能被调阅，例如有毒有害物质和辐射的接触记录、个人剂量记录、职业健康检查记录，可能用于判断多年后出现的健康问题与工作的关系。《中华人民共和国职业病防治法》要求用人单位建立职业健康监护档案并按规定期限妥善保存。</a:t>
            </a:r>
          </a:p>
          <a:p>
            <a:r>
              <a:t>不同记录的保存期限各不相同（培训记录、检查记录、化学品台账、废弃物转移联单、个人剂量档案等），具体期限按国家规定和本校档案管理规定执行。乱塞的文件柜无法满足这些要求，建议建立分类清晰、备份可靠的电子档案，做到随时调出、查找方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如果一听说要检查就手忙脚乱，说明平时没有做到位。应当把检查看成一次“彩排”——检验日常工作是否扎实的机会，而不是需要临时排练的“正式演出”。</a:t>
            </a:r>
          </a:p>
          <a:p>
            <a:r>
              <a:t>一个安全管理成熟的实验室，日常就是这样的：安全制度和规程现行有效、审批签字齐全、随时能调出；培训记录能证明人员确实会做，而不只是签到；设备状态有效、标识清楚；连险情也进入整改闭环。做到这些，即使是不打招呼的突击检查，实验室也能一切照常。检查还可以成为大家一起学习的机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迎接检查必须实事求是：不藏匿超量或违规存放的物品，不临时转移问题，不补签、伪造记录。藏匿和造假不但掩盖了隐患，还可能造成新的危险（如把化学品塞进不合适的柜子），一旦发现，后果比问题本身严重得多。</a:t>
            </a:r>
          </a:p>
          <a:p>
            <a:r>
              <a:t>检查人员提问时如实回答；不知道的就说不知道，并当场查阅手册或请教负责人，而不是随口编造。平时什么样，检查时就什么样。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答案：B。解析：重大隐患不能等，先停用、立即报告，整改并复查合格后才能恢复使用；电气维修须由持证电工进行。</a:t>
            </a:r>
          </a:p>
          <a:p>
            <a:r>
              <a:t>第 2 题 答案：C。解析：只处理表面、不找根因、不复查验证，问题就会反复出现。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答案：B。解析：记录要如实、及时，不补签、不造假；如实迎检，平时什么样检查就什么样。</a:t>
            </a:r>
          </a:p>
          <a:p>
            <a:r>
              <a:t>第 4 题 答案：D。解析：废液必须分类收集、贴签，交有资质单位处置，任何时候都不得倒入下水道。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答案：定人（整改责任人）、定时（整改期限）、定措施（整改措施）。解析：整改完成后还要复查合格才能销号。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安全检查与隐患整改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第1章 法规、管理与安全文化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6 分钟（卡通视频 68 镜）　适用对象：全体进入高校实验室的本科生、研究生、新进教职工和博士后（必修）；实验室负责人、安全员和学院安全管理员重点学习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能说出实验室日常自查、学院定期检查、学校专项检查和节假日前检查的要求与节奏。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能做到：按清单开展日常自查，发现隐患立即报告，重大隐患先停用再报告。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能说出隐患整改闭环（定人、定时、定措施，找根因、纠正、复查销号）的步骤。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能判断检查记录、标识和台账的规范做法，理解记录保存期限和如实迎检的要求。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《中华人民共和国安全生产法》（以现行文本为准）：安全风险分级管控和隐患排查治理双重预防机制；事故隐患排查治理与记录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号，以现行文本为准）：安全检查与隐患排查治理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教育部高校实验室安全检查项目表（以现行文本为准）：安全检查类检查项（检查记录、整改台账）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《中华人民共和国职业病防治法》（以现行文本为准）：职业健康监护档案按规定期限妥善保存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本校实验室安全检查、隐患整改和档案管理规定（以本校规定为准）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检查就是主动找隐患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巡查就是主动去找隐患，找到再想怎么改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设备设施要定期检查、按时维护并记录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定期巡查是安全管理的重要一环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检查的本质，是在事故发生之前主动发现隐患——不安全的状态（如设备故障、通道堵塞、气瓶未固定）、不安全的行为（如不戴防护、违规操作）和管理上的缺陷（如制度缺失、培训不到位）。找到问题后，还要分析原因、确定整改办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把检查当成“走过场”，只看表面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设备只用不管，坏了才修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三级检查：自查、学院查、学校查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高校实行学校、学院、实验室三级安全检查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实验室天天自查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学院定期检查，学校组织定期和专项检查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与三级管理相对应，高校实验室安全检查也分三级：实验室层面由负责人和安全员组织日常自查；学院（二级单位）定期巡查本单位实验室；学校实验室安全管理部门组织全校定期检查和专项检查（如危险化学品、气瓶、消防、用电、生物安全等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认为有学院和学校检查，实验室就不必自查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日常自查：开工收工查一遍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等别人来查，不如自己先查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每天收工前按清单查一遍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通道、线缆、废料、消防都要查到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现场一直在变，一天要多看几次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日常自查是发现隐患最及时、成本最低的方式。每天开工时，看一眼自查表和交接记录，确认设备状态、通风和防护用品；每天收工前，按本实验室的清单查一遍：通道是否畅通，线缆是否收好、插线板是否过载，废液和废料是否按规定存放，灭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最后离开的人不做收工检查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发现小问题觉得“不是我弄的”就不管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逐级累积的检查节奏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自查要一层层累积起来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每周带清单巡查，每季度全面自查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定期请外部人员互查，每年一次全面模拟检查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模拟检查查出的问题当真整改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良好的检查节奏是逐级累积的：每天开工收工的快速自查；每周由安全员带着检查表巡查一遍；每季度（或每学期）对照检查项目表的全部要求做一次全面自查；定期邀请其他实验室或学院的人员来互查，借助“外部视角”发现自己看不到的问题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只在正式检查前突击自查一次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模拟检查查出的问题不当回事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节假日和恶劣天气前检查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节假日和恶劣天气前专门检查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关好门窗，查排水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关闭气瓶，切断不必要的电源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必须运行的设备留好值守联系人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寒暑假、长假前和台风、暴雨、寒潮等恶劣天气来临前，实验室往往长时间无人或面临特殊风险，应专门组织一次检查：关好门窗，检查排水和地漏，防止雨水倒灌；关闭气瓶总阀，切断不必要的电源和水源；清理易燃杂物，危险化学品和废弃物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放假前不检查，气瓶不关、设备不断电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长时间运行设备无人值守、无联系人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拿好清单，留心隐蔽隐患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拿好检查清单，一项一项查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例：插线板不串接，气瓶要固定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例：化学品分类存放，废液贴签不倒下水道，账物相符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隐患可能藏得深；清单只是起点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检查要依据清单逐项进行，避免遗漏。清单一般按类别分栏，例如：场所与通道、消防与应急设施、用电与设备、化学品与废弃物、个人防护等。常见的检查项举例：插线板是否串接或超负荷，气瓶是否固定、是否有检验标识；化学品是否按性质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不拿清单凭印象查，漏项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只查显眼处，不看柜后、桌下等隐蔽位置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检查看现场，也看记录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检查既看现场，也核对手册和各类记录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还会单独询问实验室人员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审核就是找出不符合、没执行的地方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发现问题限期整改并记录在案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正式检查和安全审核不仅看现场状况，还会核对文件和记录：安全制度和操作规程是否现行有效，培训和准入记录是否齐全，设备检测、维护记录是否完整，化学品台账、废弃物交接记录是否真实。检查人员还常常单独询问实验室成员，了解其是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只顾现场整理，忽视记录和文件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实验室成员说不清自己岗位的危险和应急措施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发现隐患立即报告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看到违规或不安全情况，立即报告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报告导师或实验室负责人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不要视而不见，不要等出了事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险情分享出来，别人就不再踩坑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发现隐患、违规操作或不安全情况时，要立即报告导师或实验室负责人（或安全员），而不是视而不见、想着“等出了事再说”。能够安全制止的违规操作，应当场提醒或叫停。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发现隐患觉得“不关我事”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险情没造成后果就不报告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重大隐患先停用、立即报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隐患分一般隐患和重大隐患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重大隐患不能等例会，立即报告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先停用设备、停止实验，再整改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整改合格、复查通过才能恢复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隐患按危害程度和整改难度一般分为一般隐患和重大隐患（具体分级标准以本校规定为准）。一般隐患可由实验室限期整改；重大隐患是可能导致严重后果、需要立即处置的隐患，例如管控化学品失控、气瓶严重泄漏风险、电气线路严重老化发热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重大隐患记下来等开会再说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未经复查就自行恢复使用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整改闭环：定人定时，复查销号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查出隐患开整改单：定人、定时、定措施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先找根本原因，再采取纠正措施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改完复查，确认问题不再发生才销号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按时回复，写明完成日期，不拖不推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隐患整改要形成闭环：登记隐患，开具整改单，明确整改责任人、整改期限和整改措施；分析根本原因（为什么会出现这个问题——是设施缺陷、制度缺失、培训不到位还是人员习惯）；针对原因采取纠正措施，而不只是处理表面现象；整改完成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只处理表面，不分析根本原因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整改后不复查就销号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整改拖延、反复“回潮”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发现问题是收获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自己查出问题不是失败，是收获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汇总问题看趋势，从系统上改进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检查是帮手，不是负担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自查和互查中发现问题，说明检查起了作用，是改进的机会，不必把它当作“丢面子”的事而隐瞒。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隐瞒自查发现的问题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同类问题反复出现却不从系统上找原因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检查要记录、贴标识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检查结果要记录、签名、留存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合格设备贴合格标识，按期复查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不合格设备挂禁用牌，送修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领用、使用、检查台账如实及时填写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每次检查都要留下记录：检查时间、检查人、检查项目、发现的问题和处理情况，由检查人签名后留存。设备设施检查后，合格的贴上检查合格标识并注明下次检查日期，按期复查；不合格的挂“禁用”或“停用”标识，隔离并送修，修好复查合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检查后不记录，或只记“正常”不写细节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故障设备不挂禁用标识，被他人继续使用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记录的保存期限与数字化归档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有的记录多年后还可能被调阅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接触和健康检查记录要长期保存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不同记录保存期限不同，按国家和学校规定执行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建好电子档案，随时调出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记录不只是应付眼前的检查。有些记录多年后还可能被调阅，例如有毒有害物质和辐射的接触记录、个人剂量记录、职业健康检查记录，可能用于判断多年后出现的健康问题与工作的关系。《中华人民共和国职业病防治法》要求用人单位建立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记录随手乱放，人员离校后无从查找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到期前销毁仍需保存的记录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检查是彩排，天天经得起查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把检查当彩排，而不是正式演出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听说要查才突击补材料，不可取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成熟实验室：制度现行、记录齐全、标识清楚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准备是每天的状态，突击检查也一切照常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如果一听说要检查就手忙脚乱，说明平时没有做到位。应当把检查看成一次“彩排”——检验日常工作是否扎实的机会，而不是需要临时排练的“正式演出”。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检查前突击补材料、补签字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培训记录只有签到，不能证明掌握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如实迎检，不补造记录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检查前突击藏东西，不可取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记录不补签、不造假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检查时如实说明，不知道就去查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平时什么样，检查就什么样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迎接检查必须实事求是：不藏匿超量或违规存放的物品，不临时转移问题，不补签、伪造记录。藏匿和造假不但掩盖了隐患，还可能造成新的危险（如把化学品塞进不合适的柜子），一旦发现，后果比问题本身严重得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检查前把东西塞进柜子或转移到别处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事后补签培训、检查记录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实验室安全员在巡查中发现一处电气线路严重老化发热，正确做法是：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记下来，等下周例会讨论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立即停用相关设备并报告负责人和学院，整改复查合格后再恢复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自己动手更换线路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贴张提示纸继续使用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隐患整改闭环中最容易被漏掉、导致问题反复的步骤是：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登记隐患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开整改单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找根本原因和复查验证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通知相关人员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判断：为了应付检查，可以在检查前补签以前漏签的培训记录。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寒假放假前的实验室检查，不包括下列哪项？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关好门窗、检查排水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关闭气瓶总阀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切断不必要的电源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把剩余废液倒入下水道清空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005 · 安全检查与隐患整改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005 安全检查与隐患整改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简答：隐患整改单上要明确哪“三定”？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检查就是主动找隐患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三级检查：自查、学院查、学校查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日常自查：开工收工查一遍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逐级累积的检查节奏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节假日和恶劣天气前检查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拿好清单，留心隐蔽隐患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检查看现场，也看记录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发现隐患立即报告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重大隐患先停用、立即报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整改闭环：定人定时，复查销号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K11  发现问题是收获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K12  检查要记录、贴标识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K13  记录的保存期限与数字化归档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K14  检查是彩排，天天经得起查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K15  如实迎检，不补造记录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