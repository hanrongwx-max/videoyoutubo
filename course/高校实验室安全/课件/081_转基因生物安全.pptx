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基因改造（基因工程）是一类生物技术：把一种生物的基因转入另一种生物，或对生物自身的基因进行改变。用重组 DNA 等技术改变了遗传物质的生物，就是转基因生物（基因工程生物、遗传修饰生物），包括转基因植物、动物和微生物（工程菌）。</a:t>
            </a:r>
          </a:p>
          <a:p>
            <a:r>
              <a:t>基因改变后，受体生物的生长发育、性状和它产生的蛋白质都可能随之改变，于是出现了新的植物和动物品种，也有了用于生产药物、处理污染的工程菌。</a:t>
            </a:r>
          </a:p>
          <a:p>
            <a:r>
              <a:t>正因为改变了生物本来的性状，转基因生物可能带来原来没有的风险，需要依法评估和管理。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我国，转基因和其他生物技术研究开发活动依法管理。《中华人民共和国生物安全法》对生物技术研究、开发和应用安全作了专门规定：研发活动按风险分为高风险、中风险、低风险三类，实行分类管理，开展前要进行风险评估，按规定取得批准或进行备案；设立单位和实验室负责人承担安全管理责任（具体要求以现行文本为准）。</a:t>
            </a:r>
          </a:p>
          <a:p>
            <a:r>
              <a:t>农业转基因生物（转基因植物、动物、微生物及其产品）按《农业转基因生物安全管理条例》（以现行文本为准）管理：依法进行安全评价，按安全等级分级管理，上市的产品按规定标识。涉及人间传染病原微生物的重组实验，同时按病原微生物实验室的规定管理。涉及重组或合成核酸的研究，生物安全管理和科研管理要一起把关。</a:t>
            </a:r>
          </a:p>
          <a:p>
            <a:r>
              <a:t>违反规定开展转基因研究，会被责令停止，还要承担法律责任。讨论转基因问题时，先了解国家的相关规定；新技术有好处，也要防风险、讲伦理。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做重组 DNA、基因工程实验，立项前先做风险评估，主要评估：宿主（受体）生物是什么、有无致病性；载体的特性；目的基因的来源和功能；实验的操作方式、规模和可能的暴露途径。通用的风险评估方法见第 067 课。</a:t>
            </a:r>
          </a:p>
          <a:p>
            <a:r>
              <a:t>评估后按本校规定报单位生物安全委员会审核（生物安全委员会见第 070 课），按审核结论在相应级别的实验室开展；批了才能做，没批准不开工。实验方案有实质性修改（换宿主、换基因、扩大规模等），要重新报审。转化实验等教学实验也要按本校规定审批或备案。</a:t>
            </a:r>
          </a:p>
          <a:p>
            <a:r>
              <a:t>课程作业、竞赛项目写了方案，不等于可以动手去做。实验室负责人是本实验室生物安全的第一责任人，学生不得擅自开展重组和基因改造实验。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《农业转基因生物安全管理条例》（以现行文本为准），农业转基因生物的研究与试验分阶段管理，一般从实验研究到中间试验、环境释放、生产性试验逐步推进，进入下一阶段要按规定报告或审批；从实验室到温室再到田间，逐级批准。怎样申报，听实验室负责人和学校主管部门的安排。</a:t>
            </a:r>
          </a:p>
          <a:p>
            <a:r>
              <a:t>风险来自过程，而不只是存放：材料一旦种下、长大、开花结籽，或工程菌进入土壤和水体，扩散和影响的可能就升高。所以转基因生物走出封闭的实验室之前，必须先评估对环境和人的风险。</a:t>
            </a:r>
          </a:p>
          <a:p>
            <a:r>
              <a:t>用工程菌清理污染场地，本质上也是把菌放进环境。未经批准，任何转基因植物、动物、微生物一律不得私自种植、放养或环境释放；试验要一步步来，每一步按规定办理。植物封闭温室的要求见第 082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基因生物按危险程度分为四类，判断时既看对个体的风险，也看对群体的风险（会不会扩散），看对人、动物、植物和生态环境的影响。国内农业转基因生物按《农业转基因生物安全管理条例》（以现行文本为准）分为安全等级 Ⅰ 至 Ⅳ（从尚不存在危险到高度危险）。</a:t>
            </a:r>
          </a:p>
          <a:p>
            <a:r>
              <a:t>一般而言：最低一类个体和群体风险都低，不会伤害人和动物、不影响植物和环境，常用的非致病实验室菌株属于这一类；第二类对个体有中等风险，但不易扩散、对环境影响小；第三类可能严重危害个体，扩散风险低到中等；最高一类个体和群体风险都高，还可能影响植物和环境。</a:t>
            </a:r>
          </a:p>
          <a:p>
            <a:r>
              <a:t>对应的防护措施也分为四级，级别越高，限制越严、设施越复杂。哪一类活动在几级实验室做，经风险评估并由生物安全委员会和主管部门审批确定（实验室防护等级见第 060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转基因生物的风险评估有四个组成部分：先识别危害，再描述危害的特征，评估接触（暴露）的程度，最后描述风险的大小。</a:t>
            </a:r>
          </a:p>
          <a:p>
            <a:r>
              <a:t>具体做时分三步：找出可能带来不良影响的特性；评价每一项可能造成什么后果；估计每一项发生的可能性和由此得出的风险。</a:t>
            </a:r>
          </a:p>
          <a:p>
            <a:r>
              <a:t>通用的风险评估也可以按五步走：找出危害；想清谁会受害、怎么受害；评估风险并确定防护措施；把结果记录下来并照着执行；定期复查，情况变化时更新。两套说法思路一致（见第 067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转基因生物进入应用（如上市）前的安全评价，要按体系做、综合考虑、一个一个逐案评价，不能一概而论。</a:t>
            </a:r>
          </a:p>
          <a:p>
            <a:r>
              <a:t>评价分两个阶段：第一阶段，把转基因生物和对应的非转基因品种比较，找出它们之间的差异；第二阶段，评价这些差异对环境、食品安全和营养各有多大影响。预期的差异和意外的差异都要看。</a:t>
            </a:r>
          </a:p>
          <a:p>
            <a:r>
              <a:t>评价时首先要说清这个生物：供体和受体各是什么生物，改了什么基因，这个基因起什么作用；然后评价环境安全和食品安全（见 K8）。国内的安全评价按《农业转基因生物安全管理条例》及配套规定进行（以现行文本为准）。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安全评价看改造带来的预期和意外变化对生态环境的影响，常见的风险因素有：会不会使害虫或杂草产生抗性；会不会出现不良性状；对目标物种和人、动物健康有何影响；会不会伤害蜜蜂等非目标生物；基因会不会转移到其他物种（如野生近缘种）。</a:t>
            </a:r>
          </a:p>
          <a:p>
            <a:r>
              <a:t>工程菌在治理污染等方面有用，但放到野外可能打乱原有的生态平衡，所以必须考虑伦理，接受监管，未经批准不得释放（见 K4）。</a:t>
            </a:r>
          </a:p>
          <a:p>
            <a:r>
              <a:t>食品安全评价看：成分和营养是否改变，新表达的蛋白质有没有毒性、会不会致敏，加工后有没有变化，人们的食用量会不会改变，长期食用对营养的影响。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风险分析要把风险和收益放在一起衡量：既问“安全吗”，也问“值得吗”；看对环境、人和动物健康的影响，并和普通品种对比。改造的生物不同，要问的问题也不同。</a:t>
            </a:r>
          </a:p>
          <a:p>
            <a:r>
              <a:t>一种教学用的风险矩阵模型用两个指数：风险指数看危害（真出问题时影响有多重）、暴露（土壤、动物、本地植物接触多少，暴露越多出问题的可能越大）和先例（以前发生过类似问题吗）；显著性指数看范围（危害会扩散多远）和可逆性（系统能不能恢复原样），还要结合在哪里种植、当地环境怎样。</a:t>
            </a:r>
          </a:p>
          <a:p>
            <a:r>
              <a:t>两个指数组合得出管控等级，从低到高大致为：不限制、需要监测、需要管理、需要限制、不建议。不易扩散、影响可逆的，监测可以少一些；容易扩散、不可逆的，要严加管控，两项都高的不建议推广。实际管理等级以国内安全评价和审批结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实验室里的工程菌株、质粒和载体、转基因细胞和植物材料，都要标识清楚，登记在册（名称、来源、构建记录编号、保存位置、数量、责任人），专人保管，保存设备上锁。</a:t>
            </a:r>
          </a:p>
          <a:p>
            <a:r>
              <a:t>基因工程生物要关在实验室里：按风险评估的要求操作，必要时在生物安全柜内进行；废弃的培养物和材料灭活后按规定处置（见第 077 课），不得带出实验室，更不能向环境释放。离开实验室前脱手套、洗手。</a:t>
            </a:r>
          </a:p>
          <a:p>
            <a:r>
              <a:t>工程菌株和载体不能私下送人、带走或寄出；需要转移给其他课题组或外单位的，先报批，再按规定包装运输和交接（见第 080 课）。转基因幼苗等植物材料同样留在实验室，不带回宿舍、不随手丢弃。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转基因动物也按风险评估确定的级别饲养和管理，在批准的动物设施中饲养，不得与普通动物混养，不得带出设施。</a:t>
            </a:r>
          </a:p>
          <a:p>
            <a:r>
              <a:t>防逃逸措施包括：动物房门口设防逃挡板，门禁随手关好；笼具完好、盖紧，笼卡标明品系、转基因信息、数量和责任人；每次操作前后清点数量并登记。</a:t>
            </a:r>
          </a:p>
          <a:p>
            <a:r>
              <a:t>发现动物逃逸或数量对不上，马上报告实验室负责人和动物设施管理人员，组织查找。死亡动物和废弃物按规定处置。实验动物的其他安全要求见第 084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转基因材料万一洒出、泄漏或丢失，先控制现场：提醒旁人，设置警示，不让污染扩散，按本实验室溢洒处置规程消毒清理（见第 078 课）。</a:t>
            </a:r>
          </a:p>
          <a:p>
            <a:r>
              <a:t>立即报告实验室负责人，再逐级报告学院和学校实验室安全、生物安全管理部门；可能已逸出到环境或丢失的，由学校按规定向主管部门报告。</a:t>
            </a:r>
          </a:p>
          <a:p>
            <a:r>
              <a:t>如实记录发生的时间、材料、数量、经过和处置措施，不隐瞒、不自行“处理掉了事”，事后复盘改进。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合成生物学、基因编辑等新技术给研究带来了新可能，也带来新挑战：改造后的生物有的性状可以稳定遗传，有的是新引入的，风险往往难以事先完全预知。</a:t>
            </a:r>
          </a:p>
          <a:p>
            <a:r>
              <a:t>改造的未知风险像一座冰山，看得见的只是一小部分；原本良性的对象，经过改造也可能变成潜在的危害，或被用于不良目的。可能增强病原危害、具有两用性的研究，国际上普遍严格管控，在国内必须先评估，报主管部门审批（两用研究见第 083 课）。</a:t>
            </a:r>
          </a:p>
          <a:p>
            <a:r>
              <a:t>所以对这类研究要保持最高谨慎：先评估，经单位生物安全委员会和主管部门批准再做；学生参加竞赛和课外项目，同样遵守本课的审批和封闭要求。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答案：B。解析：先评估、报委员会、批了才能做；作业写了方案不等于可以去做。</a:t>
            </a:r>
          </a:p>
          <a:p>
            <a:r>
              <a:t>第 2 题 答案：B。解析：该办法已废止，依据《中华人民共和国生物安全法》、《农业转基因生物安全管理条例》和单位生物安全委员会审查。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答案：B。解析：转基因材料留在实验室；分阶段审批，未经批准不得环境释放。</a:t>
            </a:r>
          </a:p>
          <a:p>
            <a:r>
              <a:t>第 4 题 答案：B。解析：先比较找差异，再评价差异对环境、食品安全和营养的影响，预期和意外差异都要看。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答案：马上报告实验室负责人和动物设施管理人员，组织查找，如实记录；平时门口放防逃挡板、门禁关好，笼卡标识，数量登记清楚。解析：防逃逸、做标识，发现逃逸立即报告。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转基因生物安全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69 镜）　适用对象：从事重组 DNA、基因工程、转基因动植物和微生物、合成生物学等研究的生命科学、农学、医学、环境等专业本科生、研究生和教职工（必修）；参加科创竞赛、课程设计的学生和实验室负责人重点学习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能说出什么是转基因生物，以及国内依法管理的框架：《中华人民共和国生物安全法》按风险分类管理、《农业转基因生物安全管理条例》分级与分阶段审批、单位生物安全委员会审查。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能做到转基因实验“先评估、报委员会、批了才能做”，改方案重新报，未经批准不向环境释放。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能说出转基因生物危险度分类与防护分级的思路，风险评估步骤，安全评价（与非转基因对照、环境安全、食品安全）和风险矩阵（扩散、可逆性）的要点。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能做到工程菌株和载体登记、不外带不私转，转基因动物防逃逸，发生逸出或丢失时控制现场、立即报告；对合成生物学等新技术保持最高谨慎。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《中华人民共和国生物安全法》：生物技术研究、开发活动按风险分为高风险、中风险、低风险三类管理，开展前进行风险评估，按规定取得批准或备案（具体要求以现行文本为准）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《农业转基因生物安全管理条例》（以现行文本为准）：农业转基因生物安全分级管理、安全评价，研究与试验分阶段报告或审批，标识管理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《病原微生物实验室生物安全管理条例》（以现行文本为准）：涉及病原微生物的转基因实验同时按病原微生物实验室管理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生物安全通用要求》：风险评估、生物安全委员会、实验室分级与记录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233（以现行文本为准）《病原微生物实验室生物安全通用准则》：实验室操作规范与意外事故报告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本单位生物安全委员会章程和转基因（基因工程）实验审批、备案规定（以本校规定为准；原《基因工程安全管理办法》已废止，不作依据）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什么是转基因生物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把一种生物的基因转入另一种生物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用重组 DNA 技术改过遗传物质的，叫转基因生物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改了基因，性状和蛋白质都可能变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于是有了新的植物、动物和微生物品种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基因改造（基因工程）是一类生物技术：把一种生物的基因转入另一种生物，或对生物自身的基因进行改变。用重组 DNA 等技术改变了遗传物质的生物，就是转基因生物（基因工程生物、遗传修饰生物），包括转基因植物、动物和微生物（……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认为课堂上做的质粒转化“不算转基因”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认为只有转基因农作物才需要管理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转基因依法管理，按风险分类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转基因实验受法律管制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生物安全法把研发活动分高、中、低风险三类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农业转基因依法评价、分级、标识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违规会被叫停，还要承担法律责任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新技术有好处，也要防风险、讲伦理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我国，转基因和其他生物技术研究开发活动依法管理。《中华人民共和国生物安全法》对生物技术研究、开发和应用安全作了专门规定：研发活动按风险分为高风险、中风险、低风险三类，实行分类管理，开展前要进行风险评估，按规定取得批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以为“只是基础研究”就不受法律管理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引用已废止的旧规章作为审批依据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先评估，报生物安全委员会，批了才能做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立项前先评估宿主、载体、目的基因和操作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按本校规定报生物安全委员会审核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批了才能做；改方案要重新报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作业写了方案，不等于可以去做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负责人是第一责任人，学生不擅自做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做重组 DNA、基因工程实验，立项前先做风险评估，主要评估：宿主（受体）生物是什么、有无致病性；载体的特性；目的基因的来源和功能；实验的操作方式、规模和可能的暴露途径。通用的风险评估方法见第 067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先做实验，等出了结果再补审批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方案改了不重新报，照旧批复执行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分阶段审批，未经批准不进环境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从实验室到温室到田间，分阶段管理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进入下一阶段，按规定报告或审批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风险来自过程：种下、长大、开花就升高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走出实验室前，先评估环境和人的风险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未经批准，不得私自释放到环境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《农业转基因生物安全管理条例》（以现行文本为准），农业转基因生物的研究与试验分阶段管理，一般从实验研究到中间试验、环境释放、生产性试验逐步推进，进入下一阶段要按规定报告或审批；从实验室到温室再到田间，逐级批准。怎样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把实验室里的转基因幼苗带回宿舍或种到校园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把工程菌培养物倒进下水道或土壤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危险度分四类，防护分四级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转基因生物按危险度分四类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看对人、动物、植物、环境的影响和扩散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最低一类如常用非致病实验室菌株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防护也分四级，级别越高越严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具体几级，经风险评估和审批确定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转基因生物按危险程度分为四类，判断时既看对个体的风险，也看对群体的风险（会不会扩散），看对人、动物、植物和生态环境的影响。国内农业转基因生物按《农业转基因生物安全管理条例》（以现行文本为准）分为安全等级 Ⅰ 至 Ⅳ（……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认为转基因生物的危险度一定和受体相同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不评估就把转基因实验放在普通教学实验室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风险评估的步骤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四部分：识别危害、危害特征、暴露评估、风险描述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找出不良特性，看后果，估可能性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定措施、记下来、照着做，定期复查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转基因生物的风险评估有四个组成部分：先识别危害，再描述危害的特征，评估接触（暴露）的程度，最后描述风险的大小。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只写评估报告，不落实措施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实验条件变了，评估还是老样子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安全评价：和非转基因的比一比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先和对应的非转基因品种比一比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找出差异，再看差异的影响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预期的、意外的差异都要看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说清供体、受体，改了什么、起什么作用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按体系综合考虑，逐案评价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转基因生物进入应用（如上市）前的安全评价，要按体系做、综合考虑、一个一个逐案评价，不能一概而论。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只看预期的新性状，不查意外变化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用一个案例的结论代替其他品种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环境安全与食品安全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环境：抗性、不良性状、非目标生物、基因转移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工程菌放到野外，可能打乱原有生态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食品：营养、毒性、致敏性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还看加工变化、食用量和长期影响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环境安全评价看改造带来的预期和意外变化对生态环境的影响，常见的风险因素有：会不会使害虫或杂草产生抗性；会不会出现不良性状；对目标物种和人、动物健康有何影响；会不会伤害蜜蜂等非目标生物；基因会不会转移到其他物种（如野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只评价对人的影响，不看非目标生物和生态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认为工程菌“能分解污染物”就可以随意投放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风险矩阵：能扩散吗？能恢复吗？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风险分析：安全吗？值得吗？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风险指数看危害、暴露和先例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显著性指数看扩散范围和可逆性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两项组合得出管控等级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易扩散、不可逆的，要严加管控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风险分析要把风险和收益放在一起衡量：既问“安全吗”，也问“值得吗”；看对环境、人和动物健康的影响，并和普通品种对比。改造的生物不同，要问的问题也不同。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只看危害大小，不看能否扩散和恢复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用教学模型的结论代替法定的安全评价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工程菌和载体：登记在册，不外带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工程菌株和载体标识清楚、登记在册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专人保管，按评估在相应条件下操作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不能私下送人、带走或寄出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实验幼苗等材料也留在实验室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离开前脱手套、洗手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实验室里的工程菌株、质粒和载体、转基因细胞和植物材料，都要标识清楚，登记在册（名称、来源、构建记录编号、保存位置、数量、责任人），专人保管，保存设备上锁。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冻存管上只写“1、2、3”，没有登记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把转基因菌株装进口袋带去别的实验室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转基因动物：防逃逸，做标识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转基因动物按级别饲养管理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门口有挡板，门禁关好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笼子做好标识，数量登记清楚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发现逃逸或数量少了，马上报告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转基因动物也按风险评估确定的级别饲养和管理，在批准的动物设施中饲养，不得与普通动物混养，不得带出设施。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开着门操作，门口挡板不放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动物少了一只不报告，自己悄悄找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意外逸出：控住现场，立即报告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材料洒出、丢失，先控制现场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按规程消毒清理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立即报告负责人，再逐级报学院、学校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如实记录经过，不隐瞒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转基因材料万一洒出、泄漏或丢失，先控制现场：提醒旁人，设置警示，不让污染扩散，按本实验室溢洒处置规程消毒清理（见第 078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洒了一点工程菌，擦一下就不报告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发现材料丢失，等找到再说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合成生物学：未知风险，最高谨慎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合成生物学，先要守住生物安全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改造的未知风险，像一座冰山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良性的，也可能变成潜在危害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可能被两用的研究，严格管控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先评估，经批准再做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合成生物学、基因编辑等新技术给研究带来了新可能，也带来新挑战：改造后的生物有的性状可以稳定遗传，有的是新引入的，风险往往难以事先完全预知。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认为“底盘生物是安全菌株”就不需要评估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在网上找到方法就自行尝试改造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学生想在课程设计中做一个质粒转化实验，正确的做法是：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照着教材直接做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先做风险评估，按本校规定报生物安全委员会审批或备案，批了在相应实验室做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在宿舍做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先做实验再补手续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判断：《基因工程安全管理办法》是当前高校转基因实验审批的主要依据。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判断：实验室里培养的转基因幼苗长势很好，可以带回宿舍或种到校园里观察。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转基因生物安全评价的第一阶段是：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直接做田间试验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与对应的非转基因品种比较，找出差异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只评价食品口味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直接上市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081 · 转基因生物安全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081 转基因生物安全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简答：转基因动物饲养中发现笼内数量少了一只，应该怎么做？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什么是转基因生物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转基因依法管理，按风险分类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先评估，报生物安全委员会，批了才能做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分阶段审批，未经批准不进环境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危险度分四类，防护分四级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风险评估的步骤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安全评价：和非转基因的比一比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环境安全与食品安全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风险矩阵：能扩散吗？能恢复吗？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工程菌和载体：登记在册，不外带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转基因动物：防逃逸，做标识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意外逸出：控住现场，立即报告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合成生物学：未知风险，最高谨慎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