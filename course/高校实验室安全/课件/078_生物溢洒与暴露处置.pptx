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病原微生物和生物毒素的溢洒、暴露事件发展很快，一旦发生，没有时间犹豫：越早控制，扩散和感染的风险越小。</a:t>
            </a:r>
          </a:p>
          <a:p>
            <a:r>
              <a:t>处置的总顺序是：立即停下手头工作，先控制（不让污染扩散），再消毒清理，全程按本实验室的应急处置规程进行，最后报告和记录。</a:t>
            </a:r>
          </a:p>
          <a:p>
            <a:r>
              <a:t>从控制到处置，每一步都有明确规定，不是“可做可不做”的建议。按规范处置，保护的是自己、同组的人和实验室外的人。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每个生物实验室都要事先制定溢洒和暴露处置规程，写明不同情况（柜内、台面、柜外、离心机、转运途中、人员暴露）怎么处理、找谁报告；规程中的一般程序按本室的病原、操作和设施调整。</a:t>
            </a:r>
          </a:p>
          <a:p>
            <a:r>
              <a:t>溢洒处理包放在实验室内就近、显眼的位置，一般包括：吸水纸或吸水垫、指定消毒剂、镊子或夹子、小铲或刮板、锐器盒、生物危害废物袋、手套、护目镜或面屏、隔离衣、口罩、警示牌等，定期检查补充，消毒剂在有效期内。</a:t>
            </a:r>
          </a:p>
          <a:p>
            <a:r>
              <a:t>所有人员都要事先学会并演练（可用清水演练）。动手处置前先检查自己的防护是否到位，按风险评估加戴一层手套或增加面部、呼吸防护。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发生溢洒，第一步是控制：大声提醒周围的人，在溢洒区域设置警示带或警示牌，贴上生物危害标志，无关人员离开，防止有人踩踏或接触后把污染带走。</a:t>
            </a:r>
          </a:p>
          <a:p>
            <a:r>
              <a:t>处置的目标很简单：把污染关在原地，不让它扩散到更大的范围和更多的人。</a:t>
            </a:r>
          </a:p>
          <a:p>
            <a:r>
              <a:t>平时就要减少溢洒带来的气溶胶风险：吹打、振荡、研磨、超声、开盖等易产生气溶胶的操作放在生物安全柜里做（见第 072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在生物安全柜内发生溢洒，不要慌：风机继续运行，柜子的气流仍在保护操作者；双手不要猛地抽出柜外，以免把气溶胶带出来。</a:t>
            </a:r>
          </a:p>
          <a:p>
            <a:r>
              <a:t>柜内溢洒要马上处理，不能放着等实验做完再说，处理方法按 K5、K6 的“盖、倒、等、清”。液体流进前格栅或台面下的集液槽时，也要按规程倒入消毒剂作用后清理。</a:t>
            </a:r>
          </a:p>
          <a:p>
            <a:r>
              <a:t>洒得多、流进集液槽难以处理，或自己拿不准的，请实验室负责人和学院、学校安全管理人员协助。处理完报告负责人，登记经过。柜内废物袋破损渗漏的处理见第 073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台面或柜内的小量溢洒，第一步用吸水纸、纸巾或吸水垫覆盖溢洒物，先把液体吸住，不让它流开，也减少飞溅。</a:t>
            </a:r>
          </a:p>
          <a:p>
            <a:r>
              <a:t>然后用规程指定的液体消毒剂，从溢洒区的外缘开始，绕圈往中间浇，浸湿覆盖物。由外向内，污染才不会被冲到更大的范围；反过来从中间往外浇，会把污染推开。</a:t>
            </a:r>
          </a:p>
          <a:p>
            <a:r>
              <a:t>处置中如果皮肤沾到，立即用流动水冲洗，并报告负责人（见 K13）。小量溢洒可以记住四个字：盖（覆盖）、倒（倒消毒剂）、等（作用足够时间）、清（清理并按感染性废物处置）。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消毒剂作用后，尽量把溢洒物擦干净，纸巾丢进生物危害废物袋。</a:t>
            </a:r>
          </a:p>
          <a:p>
            <a:r>
              <a:t>再换上新的纸巾，覆盖原溢洒区并再浇一遍消毒剂，这一次让湿纸巾留在原处，等足作用时间。作用时间取决于病原种类、污染量、有机物多少和消毒剂种类等因素，以本实验室规程和产品说明为准（见第 076 课）。</a:t>
            </a:r>
          </a:p>
          <a:p>
            <a:r>
              <a:t>时间到后，再把纸巾丢进废物袋，废物按感染性废物处置（见第 077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溢洒物里有碎玻璃、碎管时，不要用手去捡，戴着手套也不行；用镊子、夹子或小铲把碎片夹进锐器盒。</a:t>
            </a:r>
          </a:p>
          <a:p>
            <a:r>
              <a:t>含氯消毒剂会腐蚀不锈钢台面和柜体：用了它，作用后再用清水（或按规程用乙醇）擦一遍。溢洒时被溅到的物品、仪器外表面，也要用浸湿消毒剂的纸巾擦拭，保持湿润等足时间，再继续实验。</a:t>
            </a:r>
          </a:p>
          <a:p>
            <a:r>
              <a:t>清理不能偷工减料：选对消毒剂，把病原彻底消灭；污染的器材、工具送去高压灭菌，灭菌到位。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培养物等感染性材料洒在生物安全柜外，或瓶子摔碎，可能产生气溶胶。这时不要急着擦：提醒旁人，所有人立即撤出房间，关好门，门口挂上警示牌，防止有人进入。</a:t>
            </a:r>
          </a:p>
          <a:p>
            <a:r>
              <a:t>身上被溅到的，先脱去污染的外层防护、冲洗暴露部位，再报告。立即报告实验室负责人，按应急预案处置。</a:t>
            </a:r>
          </a:p>
          <a:p>
            <a:r>
              <a:t>等待规程规定的时间，让气溶胶沉降（实验室有负压通风的，同时让通风系统换气）。之后由经过培训的人员穿好防护（按风险评估增加呼吸防护），进入后按“盖、倒、等、清”处置，必要时请学校安全管理部门协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在走廊、电梯等转运路上，废物袋或样品盒掉落、渗漏时，先让周围的人绕开，看住现场，不要用手去捡。</a:t>
            </a:r>
          </a:p>
          <a:p>
            <a:r>
              <a:t>马上报告实验室负责人，请人取来溢洒处理包。穿好防护后，用吸水材料覆盖，倒消毒剂作用后清理，按规程处置；破损的包装在外面再套袋。楼内转运要用密闭、防漏的转运箱，减少此类事件（见第 080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离心感染性样品时，如果怀疑或发现离心管破裂（听到破裂声、运行异常），停机后不要马上打开离心机盖；关闭的盖子能把气溶胶关在里面。挂上警示牌，静置规程规定的时间让气溶胶沉降，并立即报告实验室负责人。</a:t>
            </a:r>
          </a:p>
          <a:p>
            <a:r>
              <a:t>使用密封转子或密封吊篮离心的，穿戴好防护后，把密封转子或吊篮整体拿进生物安全柜内再打开。没有密封装置的，按本实验室规程由专人处置。</a:t>
            </a:r>
          </a:p>
          <a:p>
            <a:r>
              <a:t>用与转子、吊篮材质相容的消毒剂浸泡消毒（不相容会腐蚀转子），碎片用镊子夹进锐器盒，污染物按感染性废物处置，离心机腔体也要去污。离心机的安全使用见第 121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工作中隔离衣被大片溅湿、口罩被打湿、手套破损，都属于防护失效。先停下，把锐器安全放好，盖好样品容器，再到脱卸区按顺序脱下污染的防护用品（见第 075 课），换上新的。</a:t>
            </a:r>
          </a:p>
          <a:p>
            <a:r>
              <a:t>手套破了，脱下后仔细检查皮肤有没有伤口或沾染，洗手后换上新手套。一旦发现皮肤破损或沾染，按暴露处置（K12、K13）。事后报告实验室负责人。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操作针头、玻片、刀片时一滑，就可能被扎伤或割伤；沾过血液、临床样本或培养物的锐器造成的伤口，就有感染风险。立即处理是最关键的一步。</a:t>
            </a:r>
          </a:p>
          <a:p>
            <a:r>
              <a:t>现场急救：立即停下，把锐器安全放进锐器盒；从近心端向伤口方向轻轻挤出少量血液，不要用力挤压伤口局部，更不能用嘴吸；用肥皂和流动水彻底冲洗；冲洗后用急救箱中的皮肤消毒剂（如碘伏或 75% 乙醇）消毒，包扎伤口（急救见第 158 课）。</a:t>
            </a:r>
          </a:p>
          <a:p>
            <a:r>
              <a:t>处理后马上报告负责人，确认样本来源和可能的病原，尽快就医评估（K14、K15）。被实验动物使用过的针头扎伤，风险更特殊，不能拖延。预防在先：用过的针头不回套，直接投入锐器盒（见第 077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完整皮肤沾到样品或培养物，立即脱去污染的衣物或手套，用肥皂和流动水冲洗。</a:t>
            </a:r>
          </a:p>
          <a:p>
            <a:r>
              <a:t>溅进眼睛，马上到洗眼器（或用生理盐水）冲洗：撑开眼睑，转动眼球，反复冲洗，冲洗时间按规程，不要揉眼（洗眼器见第 027 课，眼部急救见第 160 课）。口腔、鼻腔黏膜溅到，用清水或生理盐水反复冲洗，不要吞咽。</a:t>
            </a:r>
          </a:p>
          <a:p>
            <a:r>
              <a:t>冲洗后立即报告实验室负责人，按要求就医评估；情况紧急拨打 120。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发生针刺、溢洒、暴露，先立即进行现场处置，处置后马上报告：实验室负责人（导师）→ 学院 → 学校实验室安全管理部门、保卫处和校医院，按本校应急预案和报告程序执行（报告程序见第 157 课）。</a:t>
            </a:r>
          </a:p>
          <a:p>
            <a:r>
              <a:t>溢洒和暴露都要报告，量小、没有受伤的也要报，未遂事件同样报告（见第 161 课）。如实说明时间、地点、样本、经过和已采取的处置，不隐瞒、不拖延，不要怕批评而自己扛着。</a:t>
            </a:r>
          </a:p>
          <a:p>
            <a:r>
              <a:t>伤情严重或情况紧急，立即拨打 120 急救电话。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暴露后尽快到学校指定的医疗机构就医，向医生说清样本来源、可能的病原、暴露方式和已做的处置。是否需要进一步检查或预防性处理，由医生评估决定，遵医嘱执行，不要自己判断“没事”而拖延。</a:t>
            </a:r>
          </a:p>
          <a:p>
            <a:r>
              <a:t>暴露要登记在案：时间、地点、样本和病原、经过、防护情况、现场处置、报告和就医情况，由实验室和学校按规定存档。按医嘱定期随访复查，进行医学观察，不能一扎了之。</a:t>
            </a:r>
          </a:p>
          <a:p>
            <a:r>
              <a:t>事后全组复盘，查找原因，改进操作方法、器材（如改用安全型锐器）和规程（事故调查见第 162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答案：B。解析：盖、倒、等、清；由外向内防止污染扩大。</a:t>
            </a:r>
          </a:p>
          <a:p>
            <a:r>
              <a:t>第 2 题 答案：B。解析：风机继续运行，气流仍在保护操作者；手不要猛地抽出柜外。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答案：B。解析：柜外溢洒可能有气溶胶，先撤离、封闭、报告，再处置。</a:t>
            </a:r>
          </a:p>
          <a:p>
            <a:r>
              <a:t>第 4 题 答案：B。解析：关闭的盖子能把气溶胶关住；密封吊篮在柜内打开。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答案：A。解析：不用力挤压伤口、不用嘴吸；报告、就医评估、登记随访。</a:t>
            </a:r>
          </a:p>
          <a:p>
            <a:r>
              <a:t>第 6 题 答案：先现场处置，然后逐级报告实验室负责人、学院和学校实验室安全管理部门（保卫处、校医院按本校程序），紧急时拨打 120；尽快就医评估，遵医嘱处理，登记暴露经过并按医嘱随访，全组复盘改进。解析：如实报告不隐瞒，是否需要预防性处理由医生决定。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生物溢洒与暴露处置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85 镜）　适用对象：从事微生物、细胞、分子生物学、医学、农学、环境等生物实验和临床样本检测的高校本科生、研究生和教职工（必修）；实验室负责人和安全员重点学习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能说出生物溢洒处置的原则（先控制、不扩散、按规程）和溢洒处理包的配置，事先学会、演练过。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能做到柜内和台面小量溢洒按“盖、倒、等、清”处置：吸水材料覆盖、消毒剂由外向内、二次留置、碎片用夹子、物品器材去污。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能判断柜外溢洒、转运洒漏和离心管破裂时先撤离或先封闭、等气溶胶沉降、报告后由专人处置。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能做到针刺伤、皮肤和眼睛沾染后立即冲洗等现场急救，逐级报告，就医评估，登记并随访。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《中华人民共和国生物安全法》：病原微生物实验室应制定应急预案，发生意外事故及时处置、报告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《病原微生物实验室生物安全管理条例》（以现行文本为准）：实验室制定实验室感染应急处置预案；发生暴露或感染时立即采取控制措施、报告，并对有关人员进行医学观察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生物安全通用要求》：溢洒处理程序、应急预案和演练、事故报告、暴露人员医学评估与监测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233（以现行文本为准）《病原微生物实验室生物安全通用准则》：意外事故处置、消毒和报告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号，以现行文本为准）：应急预案、应急物资配备与事故报告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本校实验室安全事故应急预案和本实验室生物溢洒、暴露处置标准操作规程（以本校规定为准）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出了事马上行动，规定必须照做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生物事件升级很快，不能犹豫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停下、控制、消毒，按规程处理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处置规定不是建议，必须照做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按规范来，才能保护每一个人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病原微生物和生物毒素的溢洒、暴露事件发展很快，一旦发生，没有时间犹豫：越早控制，扩散和感染的风险越小。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慌乱中凭本能乱擦乱跑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觉得“洒一点没事”，不按规程处理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事先定好规程，备好溢洒处理包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溢洒怎么处理，事先写进规程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溢洒处理包就近备好，人人知道在哪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人人提前学会、演练过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动手前先查防护，需要时加戴手套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每个生物实验室都要事先制定溢洒和暴露处置规程，写明不同情况（柜内、台面、柜外、离心机、转运途中、人员暴露）怎么处理、找谁报告；规程中的一般程序按本室的病原、操作和设施调整。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出了事才找消毒剂和吸水纸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防护不到位就上手清理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第一步控制：警示清场，不让扩散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第一步是控制：拉警示，贴标志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提醒周围的人，无关人员先离开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目标：关住它，不让它扩散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平时易产生气溶胶的操作放柜里做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发生溢洒，第一步是控制：大声提醒周围的人，在溢洒区域设置警示带或警示牌，贴上生物危害标志，无关人员离开，防止有人踩踏或接触后把污染带走。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不提醒旁人，自己闷头处理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让别人从溢洒区域走过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柜内溢洒：风机不关，及时清理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柜里洒了别慌，风机继续开着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别急着把手抽出来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马上清理去污，不能等以后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流进格栅下面的也要清理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量大处理不了请人协助，事后报告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在生物安全柜内发生溢洒，不要慌：风机继续运行，柜子的气流仍在保护操作者；双手不要猛地抽出柜外，以免把气溶胶带出来。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一洒就关风机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只擦台面，不管格栅和集液槽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盖住，消毒剂由外向内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先用吸水纸盖住，把液体吸住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用指定消毒剂，从外缘往中间浇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由外向内，污染才不会扩大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沾到皮肤，立即冲洗并报告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记住：盖、倒、等、清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台面或柜内的小量溢洒，第一步用吸水纸、纸巾或吸水垫覆盖溢洒物，先把液体吸住，不让它流开，也减少飞溅。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直接用纸巾来回抹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对着溢洒中心猛倒消毒剂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擦掉，再浇一遍留置，时间到再丢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尽量擦干净，纸巾丢进废物袋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换新纸巾再浇一遍，留在原处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等多久，以本实验室规程为准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时间到了，再丢进废物袋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消毒剂作用后，尽量把溢洒物擦干净，纸巾丢进生物危害废物袋。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浇完消毒剂立刻擦掉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用过的纸巾丢进普通垃圾桶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碎片用夹子，物品器材都去污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碎玻璃碎管用镊子夹进锐器盒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千万别用手去捡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用了含氯消毒剂，再用清水擦一遍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溅到的物品也要擦，等够时间再用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污染器材送去高压灭菌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溢洒物里有碎玻璃、碎管时，不要用手去捡，戴着手套也不行；用镊子、夹子或小铲把碎片夹进锐器盒。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戴手套直接捡碎玻璃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只清理台面，不管被溅到的物品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柜外溢洒：先撤离，关门等沉降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柜外洒了摔碎了，可能有气溶胶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别急着擦，提醒旁人，撤出房间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关好门，挂警示；身上溅到先冲洗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立即报告，等气溶胶沉降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穿好防护，由专人覆盖消毒清理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培养物等感染性材料洒在生物安全柜外，或瓶子摔碎，可能产生气溶胶。这时不要急着擦：提醒旁人，所有人立即撤出房间，关好门，门口挂上警示牌，防止有人进入。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柜外打碎了马上蹲下去擦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撤离时不关门、不挂警示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转运途中洒漏：先围住，再报告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转运路上袋子掉了漏了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先让旁人绕开，别用手去捡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马上报告，取来溢洒处理包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穿好防护，覆盖消毒，按规程处理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在走廊、电梯等转运路上，废物袋或样品盒掉落、渗漏时，先让周围的人绕开，看住现场，不要用手去捡。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徒手把漏液的袋子捡起来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留下渗漏的地面不管就走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离心管破裂：不开盖，柜内开吊篮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离心感染性样品，怀疑管子破了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别急着开盖，先让气溶胶沉降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挂上警示，静置，报告负责人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穿好防护，密封吊篮拿进柜里开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消毒剂要和转子材质相容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离心感染性样品时，如果怀疑或发现离心管破裂（听到破裂声、运行异常），停机后不要马上打开离心机盖；关闭的盖子能把气溶胶关在里面。挂上警示牌，静置规程规定的时间让气溶胶沉降，并立即报告实验室负责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离心机一停就打开盖子查看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用会腐蚀转子的消毒剂随意浸泡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防护失效：停下、更换、查皮肤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隔离衣大片溅湿，先停下盖好样品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到脱卸区按顺序脱下，换新的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手套破了，脱下来仔细查皮肤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洗手换手套；有破皮按暴露处置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工作中隔离衣被大片溅湿、口罩被打湿、手套破损，都属于防护失效。先停下，把锐器安全放好，盖好样品容器，再到脱卸区按顺序脱下污染的防护用品（见第 075 课），换上新的。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手套破了继续操作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换手套时不检查皮肤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针刺伤：轻挤、冲洗、消毒、包扎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沾过血样的针扎到，就有感染风险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立即处理，是最关键的一步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从近心端向伤口方向轻挤，不用嘴吸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肥皂加流动水彻底冲洗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冲洗后消毒、包扎，马上报告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操作针头、玻片、刀片时一滑，就可能被扎伤或割伤；沾过血液、临床样本或培养物的锐器造成的伤口，就有感染风险。立即处理是最关键的一步。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被扎后用嘴吸伤口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觉得只是小伤，不冲洗不报告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皮肤和眼睛沾染：马上冲洗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皮肤沾到样品，立即流水冲洗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溅进眼睛，马上到洗眼器反复冲洗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口鼻溅到，也用清水反复冲洗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冲洗后报告，紧急拨打120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完整皮肤沾到样品或培养物，立即脱去污染的衣物或手套，用肥皂和流动水冲洗。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溅进眼睛后用手揉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冲洗几秒就停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立即逐级报告，不隐瞒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先立即处置，再马上报告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逐级报告负责人、学院和学校部门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溢洒、暴露都要报，小事也报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如实报告，别隐瞒，别自己扛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伤情严重，立即拨打120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发生针刺、溢洒、暴露，先立即进行现场处置，处置后马上报告：实验室负责人（导师）→ 学院 → 学校实验室安全管理部门、保卫处和校医院，按本校应急预案和报告程序执行（报告程序见第 157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怕挨批评，暴露后不报告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只告诉同学，不报告负责人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就医评估，登记随访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尽快就医，说清样本来源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需不需要进一步处理，听医生的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登记时间、样本、经过和处置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按医嘱随访复查，不能一扎了之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全组复盘，改进操作和器材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暴露后尽快到学校指定的医疗机构就医，向医生说清样本来源、可能的病原、暴露方式和已做的处置。是否需要进一步检查或预防性处理，由医生评估决定，遵医嘱执行，不要自己判断“没事”而拖延。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自认为没事，不去就医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就医一次就不再随访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台面小量菌液溢洒，下列处置顺序正确的是：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直接用纸巾来回擦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吸水纸覆盖，消毒剂由外向内浇，作用足够时间后清理，按感染性废物处置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从中间往外倒消毒剂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用水冲进下水道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判断：生物安全柜内发生溢洒，应立即关闭风机再处理。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培养瓶在生物安全柜外摔碎，正确的第一反应是：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马上蹲下用手捡碎片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提醒旁人撤出房间，关门挂警示，报告负责人，等气溶胶沉降后由专人穿好防护处理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开窗通风后继续实验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用拖把拖干净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怀疑离心感染性样品时离心管破裂，应该：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停机后立即开盖查看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不开盖，挂警示静置让气溶胶沉降，报告后穿好防护，把密封吊篮拿进生物安全柜内打开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继续离心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用手取出碎管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078 · 生物溢洒与暴露处置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078 生物溢洒与暴露处置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判断：被沾过血样的针头扎伤后，应从近心端向伤口方向轻轻挤出血液，用肥皂和流动水冲洗，消毒包扎后立即报告并就医。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简答：发生生物暴露后，应向谁报告？报告后还要做什么？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出了事马上行动，规定必须照做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事先定好规程，备好溢洒处理包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第一步控制：警示清场，不让扩散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柜内溢洒：风机不关，及时清理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盖住，消毒剂由外向内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擦掉，再浇一遍留置，时间到再丢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碎片用夹子，物品器材都去污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柜外溢洒：先撤离，关门等沉降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转运途中洒漏：先围住，再报告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离心管破裂：不开盖，柜内开吊篮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防护失效：停下、更换、查皮肤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针刺伤：轻挤、冲洗、消毒、包扎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皮肤和眼睛沾染：马上冲洗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立即逐级报告，不隐瞒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就医评估，登记随访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