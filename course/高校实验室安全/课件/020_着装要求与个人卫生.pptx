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每天都会接触有毒、腐蚀性、致癌或有感染性的物质。污染往往从很小的地方开始：一滴挂在试管外壁的液体沾到手套上，手套再碰笔、门把手、手机、键盘，污染就传到了摸过的每样东西上。几个下意识的动作，就能把它从实验台带走。</a:t>
            </a:r>
          </a:p>
          <a:p>
            <a:r>
              <a:t>有害物质可以沾上皮肤，也可以随手、食物、水杯进入口中；同样的途径还会把杂质带进样品，造成实验结果出错。不加控制，受伤的可能是自己，也可能是同事和离开实验室后接触到的人。</a:t>
            </a:r>
          </a:p>
          <a:p>
            <a:r>
              <a:t>正因为污染这么容易发生，着装、卫生和行为规范要从细节做起：用什么物质、怎么操作、手碰了什么，都要心中有数。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防止化学品伤害皮肤，最基本的办法是让衣物尽量把皮肤遮住。进入实验室穿长袖、长裤，外面按规定穿实验服并扣好扣子；袜子也要穿上，不露出脚踝。</a:t>
            </a:r>
          </a:p>
          <a:p>
            <a:r>
              <a:t>衣物的材质也有讲究：化纤衣物遇火容易燃烧、熔化并粘在皮肤上，加重烧伤；棉质等天然纤维相对更好。在有明火、易燃溶剂的实验室，里面的衣物更应选棉质（实验服和阻燃服的选择见第 024 课）。背心、吊带、露腰装等露出大片皮肤的衣服，不得进入实验室。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裤、短裙和凉鞋、拖鞋会让腿和脚直接暴露，一旦有液体洒落或玻璃、重物掉落，首先受伤的就是脚。进入实验室应穿长裤和包住脚面、不露脚趾的鞋，鞋面最好不透水、不是网面，能挡住洒落的化学品和液体。</a:t>
            </a:r>
          </a:p>
          <a:p>
            <a:r>
              <a:t>裤腿要盖在鞋面外，不要塞进鞋里，否则液体顺着裤腿流进鞋内。在工程实训车间、有重物搬运或机械加工的场所，还要按要求穿安全鞋，参观的同学也要先按现场要求穿戴好（安全鞋和足部防护见第 021 课）。具体还需要哪些防护，按实验项目的风险评估确定（第 014–015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长头发散着，靠近酒精灯、燃气灯会着火，还会挡住视线、扫翻器皿、垂进烧瓶或培养物中。进实验室前要把长发扎起、盘好，在有转动设备或需要戴帽的场所，把头发收进帽子里。</a:t>
            </a:r>
          </a:p>
          <a:p>
            <a:r>
              <a:t>宽松下垂的衣物同样危险，尤其是大袖口：会扫倒试剂瓶、浸进液体、碰到火焰，还可能被离心机、搅拌器、车床、送丝轮等转动部件卷入。袖口要收紧，围巾、领带、长挂绳、工牌挂绳等下垂物摘掉或收好。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戒指、手链、手表、悬垂耳环等首饰会钩住器皿和设备，戒指和手链还会戳破手套，缝隙里藏着的化学品和微生物难以清洗干净。进入实验室前应把首饰摘下，放进门外的储物柜。</a:t>
            </a:r>
          </a:p>
          <a:p>
            <a:r>
              <a:t>做电学实验时，金属饰品可能导电造成触电或短路，要摘下金属饰品，并保持双手干燥。需要佩戴密合型口罩或呼吸器时，胡须会破坏面部密合、造成漏气，要提前刮干净（呼吸防护见第 025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类型、任何级别的实验室，进门前都要先把自己收拾好：实验服穿好并扣上扣子，长发束起，穿长裤和包脚鞋，首饰摘下，手机等私人物品放好。很多实验室在门口设有穿衣镜或着装提示，进门前对照检查一遍；不符合要求的，不得进入实验室，以本校和本实验室规定为准。</a:t>
            </a:r>
          </a:p>
          <a:p>
            <a:r>
              <a:t>护目镜、手套等防护用品要按实验项目的风险评估和本实验室的要求佩戴，手套要按所用化学品选择、戴前检查有无破损（具体选择见第 021–025 课）。近视的同学戴框架眼镜，并按要求外加护目镜（隐形眼镜问题见第 022 课）。裙子和丝袜不适合实验室：丝袜多为化纤，遇火熔化，也挡不住液体。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背包、外套、水杯等私人物品应留在实验室外的储物柜或清洁区，只带实验需要的东西进去，避免被污染后再带回宿舍和教室。</a:t>
            </a:r>
          </a:p>
          <a:p>
            <a:r>
              <a:t>记录本、电脑、手机、计算器要远离化学品，不放在实验台上；确实需要带进实验区的手机、计算器，可以装进密封袋。在生物安全实验室，私人物品一律留在清洁区，记录使用室内专用的设备和用品，按该实验室的规定执行，因为带进污染区的东西很难再干净地带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内严禁饮食、吸烟、嚼口香糖和化妆。有毒化学品和微生物可能沾在手上、空气中和台面上，吃东西、喝水、化妆时就会随手进入口中或沾到脸上；水杯和烧杯放在一起，还可能被拿错。吸烟则同时带来火源和入口两种风险。</a:t>
            </a:r>
          </a:p>
          <a:p>
            <a:r>
              <a:t>这些规定适用于各类教学和科研实验室，只做“简单”实验时也不例外。要吃东西、喝水，先摘手套、洗手，离开实验区再吃。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食物和饮料不得带进实验室，也不得在实验室内存放。实验室的冰箱、冰柜只放实验材料，绝不放个人的饭菜、水果、饮料；个人食品放在实验室外的生活区域。</a:t>
            </a:r>
          </a:p>
          <a:p>
            <a:r>
              <a:t>有些实验要用到食品，如胡萝卜、食用油、糖、牛奶等，这些一旦进入实验室，就是实验材料，要标明“仅供实验”，用完按实验废物处理，不能再吃。反过来，也不能用烧杯、量筒、培养皿等实验器皿盛食物或喝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能直接饮用的水叫饮用水。实验室水龙头的水、纯水和去离子水都不能当饮用水：管路、容器可能被污染，纯水也不保证卫生。要喝水，洗手后到实验区外的饮用水处。</a:t>
            </a:r>
          </a:p>
          <a:p>
            <a:r>
              <a:t>实验室的容器不能用来装饮用水；个人的水杯、饭盒、餐具也不能拿到实验室水槽清洗，水槽里可能残留化学品和微生物。此外，不要把实验记录本带到吃饭的地方，以免本子上的污染沾到食物上（见本课 K14）。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摸脸、揉眼、挠鼻子、托腮、咬笔头这些下意识的小动作，会把手上或手套上的污染直接带到眼、鼻、口的黏膜上。操作中要有意识地管住自己的手，戴着手套更不能摸脸。</a:t>
            </a:r>
          </a:p>
          <a:p>
            <a:r>
              <a:t>脸上痒或需要整理眼镜时，先摘下手套、洗手再处理。不要在实验室里摘戴隐形眼镜，摘戴时手指要直接接触眼睛（隐形眼镜与眼面部防护见第 022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手套保护的是操作时的手，摘下前它本身就是被污染的物品。戴着手套去开门、按电梯、敲键盘、接电话、拿手机，就把污染留在了这些物品上，下一个徒手接触的人就会沾上。</a:t>
            </a:r>
          </a:p>
          <a:p>
            <a:r>
              <a:t>需要开门或使用公共物品时，先摘下一只手套，用干净的手操作；或者按实验室规定，由“干净手”的同伴协助。用过的手套不要随手丢进生活垃圾桶，沾染危险化学品的按危险废物处理，沾染生物材料的按感染性废物处理（废物处置见第 053 课等，手套的正确摘除见第 023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实验服和手套上可能沾有化学品或微生物。穿着实验服坐在办公桌前、去会议室或食堂，污染就会沾到桌面、门把手、水杯上，扩散到原本干净的区域。实验服、手套等防护用品一律不得穿出实验室或实验区。</a:t>
            </a:r>
          </a:p>
          <a:p>
            <a:r>
              <a:t>离开实验室前，先脱下手套和实验服，放到实验室内指定的柜子或挂钩上，护目镜放回指定位置，再洗手离开。防止污染扩散，保护的不只是自己，还有同学、家人和整个校园社区。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休息、吃饭、回家时，污染可能跟着人走。台面上要分清污染区和清洁区：用过的器皿、移液器、手套放在污染一侧，干净的器材、记录本放在另一侧，绝不混放。用过的东西，都先当它已被污染。</a:t>
            </a:r>
          </a:p>
          <a:p>
            <a:r>
              <a:t>实验记录本和笔放在干净、不会被溅到的位置，不戴着污染的手套写记录。实验用的本子和笔留在实验室，不带去食堂、宿舍。进入生物安全实验室，按该实验室的规定记录。离开工作区之前，要彻底洗手。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用完要按程序当天清洁、去污，不留到“明天再说”。共用的加热板、搅拌器、天平、离心机最容易积残留，你不知道下一个用它的人是谁、要做什么，残留物既可能伤到他，也会混进他的样品，让结果出错。</a:t>
            </a:r>
          </a:p>
          <a:p>
            <a:r>
              <a:t>实验开始前、进行中和结束后，都检查一下台面和设备是否干净。发现前一个人没有清洁，不要直接使用，先清洁或报告实验室负责人。体谅前一个人，照顾下一个人（日常清洁与 5S 见第 028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上的化学品和微生物，会被带到门把手、食物和脸上。以下时候必须洗手：摘下手套之后；接触化学品、微生物、动物或样品之后；离开实验室之前；吃饭、喝水、去洗手间之前。戴了手套不等于不用洗手，手套可能有看不见的破口，摘手套时手也可能沾上污染。</a:t>
            </a:r>
          </a:p>
          <a:p>
            <a:r>
              <a:t>操作中手套破了或沾污了，要及时摘下、洗手、换新手套。洗手处要备好洗手液和一次性擦手纸巾。离开实验室的顺序是：先脱防护用品，再洗手，最后进入公共区域。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洗手要用流动的水和洗手液（或肥皂）。步骤是：先用流水打湿双手，取适量洗手液；然后依次揉搓掌心、手背、指缝、指背、拇指、指尖和手腕，每个部位都要搓到，揉搓时间不少于 15 秒（以本校规定为准）；再用流水把泡沫冲干净。</a:t>
            </a:r>
          </a:p>
          <a:p>
            <a:r>
              <a:t>洗完用一次性纸巾擦干，用纸巾垫着关闭水龙头，避免干净的手再碰到被污染的龙头；有感应或脚踏式水龙头的直接使用。生物安全实验室按该实验室的洗手程序执行。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长时间实验需要休息时，先摘下手套、脱下实验服、洗手，再离开实验区。喝水、吃东西、拉伸放松，都在实验区外的休息区进行，不在实验台旁或通风柜前休息（工位与疲劳见第 147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皮肤上的伤口会让化学品和病原微生物更容易进入人体。手上有伤口、破皮或皮肤病时，要先用防水敷料包扎好，再戴手套；并告诉实验室负责人或导师，必要时暂时调换不接触危险物质的工作。实验中受伤的处理和报告见第 158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防止污染扩散，可以记住五件事：一是了解所用物质的危害（安全技术说明书见第 041 课）；二是按要求穿戴防护用品；三是用好通风柜、生物安全柜等工程控制；四是保持台面和设备整洁；五是小心工作，不想当然，不凭“应该没事”省略步骤。本课的着装和卫生要求，就是落实这五件事的日常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实验服不用时，挂在实验室内指定的挂钩或柜子里，与日常衣物、背包分开存放。实验服不带回宿舍或家中，也不和日常衣物一起清洗，以免把实验室的化学品和微生物带进生活区。</a:t>
            </a:r>
          </a:p>
          <a:p>
            <a:r>
              <a:t>实验服要定期清洗，具体方式（实验室统一清洗、送专门洗涤或一次性使用）按本校规定执行；被化学品或生物材料明显污染的，要立即脱下，装袋标识后交实验室按规定去污或处置，必要时按危险废物或感染性废物管理（实验服的选择见第 024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答案：C。解析：衣物要遮住皮肤、穿包脚鞋、长发束起、实验服扣好；化纤丝袜遇火易熔。</a:t>
            </a:r>
          </a:p>
          <a:p>
            <a:r>
              <a:t>第 2 题 答案：B。解析：实验冰箱只放实验材料，个人食品一律不得放入。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答案：B。解析：手套可能有看不见的破口，摘手套时手也会沾上污染，摘手套后必须洗手。</a:t>
            </a:r>
          </a:p>
          <a:p>
            <a:r>
              <a:t>第 4 题 答案：C。解析：实验服和手套不出实验室，戴着手套不碰门把手等公共物品。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答案：B。解析：实验室龙头的水和纯水都不是饮用水，喝水要到实验区外的饮用水处。</a:t>
            </a:r>
          </a:p>
          <a:p>
            <a:r>
              <a:t>第 6 题 答案：指缝、指尖、拇指、手背和手腕容易漏洗；洗完用一次性纸巾擦干，再用纸巾垫着关龙头。解析：避免干净的手再被龙头污染。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着装要求与个人卫生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84 镜）　适用对象：全体进入高校实验室的本科生、研究生和教职工（必修）；化学、生物、医学、电学和工程实训实验室人员重点学习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能说出进入实验室的基本着装要求：衣物遮住皮肤、长裤和包脚鞋、长发束起、不穿宽松下垂衣物、摘下首饰。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能说出实验室禁止饮食、吸烟、化妆，食品不进实验室、实验冰箱不放食物、实验室的水不能喝。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能做到实验服和手套不出实验室、戴手套不碰公共物品、污染物与清洁物分开，防止污染扩散到办公区和生活区。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能判断什么时候必须洗手，并按正确步骤把手洗干净。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号，以现行文本为准）：实验人员按要求着装和佩戴防护用品，实验室内禁止饮食等与实验无关的活动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高校实验室安全检查项目表（以现行文本为准）：实验人员着装、实验室内无食品饮料、实验冰箱不存放食品等检查内容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《中华人民共和国安全生产法》（以现行文本为准）：从业人员应正确佩戴和使用劳动防护用品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《病原微生物实验室生物安全管理条例》、GB 19489-2008（以现行文本为准）《实验室 生物安全通用要求》：实验室内不饮食、不吸烟、不化妆，防护服不穿出实验室，离开前洗手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39800.1-2020（以现行文本为准）《个体防护装备配备规范 第1部分：总则》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《国家危险废物名录》（以现行文本为准）：沾染危险化学品的手套等废弃物按危险废物管理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本校实验室安全管理制度、实验室准入和着装规定（以本校规定为准）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污染是怎么传开的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一滴挂在试管外的液体，经手套传到各处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有害物可经皮肤接触和入口进入人体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污染还会混进样品，毁掉实验结果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不加控制，伤到的可能是同事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每天都会接触有毒、腐蚀性、致癌或有感染性的物质。污染往往从很小的地方开始：一滴挂在试管外壁的液体沾到手套上，手套再碰笔、门把手、手机、键盘，污染就传到了摸过的每样东西上。几个下意识的动作，就能把它从实验台带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认为“没看见洒出来”就没有污染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只想到保护自己，忽视对同事和样品的影响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衣物尽量遮住皮肤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化学品碰到皮肤就可能造成伤害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衣物尽量遮住全身，长袖好于短袖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化纤遇火易燃易熔，棉质等天然纤维更好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背心、露腰装不能进实验室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防止化学品伤害皮肤，最基本的办法是让衣物尽量把皮肤遮住。进入实验室穿长袖、长裤，外面按规定穿实验服并扣好扣子；袜子也要穿上，不露出脚踝。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夏天穿短袖短裤进实验室，只在外面套一件实验服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里面穿化纤运动服做有明火的实验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长裤和包脚鞋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短裤、短裙、凉鞋、拖鞋都不行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穿包住脚面、不露脚趾的鞋，挡住洒落液体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裤腿盖住鞋面，不塞进鞋里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车间等场所按要求穿安全鞋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短裤、短裙和凉鞋、拖鞋会让腿和脚直接暴露，一旦有液体洒落或玻璃、重物掉落，首先受伤的就是脚。进入实验室应穿长裤和包住脚面、不露脚趾的鞋，鞋面最好不透水、不是网面，能挡住洒落的化学品和液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穿洞洞鞋、网面运动鞋进化学实验室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把裤腿塞进鞋里或卷起裤腿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长发束起，衣物不宽松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长头发一定要扎起来，必要时收进帽子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散发会着火、挡视线、垂进容器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宽袖、围巾、挂绳会卷进转动部件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袖口收紧，下垂的东西都摘掉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长头发散着，靠近酒精灯、燃气灯会着火，还会挡住视线、扫翻器皿、垂进烧瓶或培养物中。进实验室前要把长发扎起、盘好，在有转动设备或需要戴帽的场所，把头发收进帽子里。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头发只拢到耳后，弯腰时又散落下来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戴着围巾或长挂绳操作转动设备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摘下首饰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进实验室前，先摘下戒指、手链、手表等首饰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戒指会戳破手套，还会藏污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电学实验摘下金属饰品，手要擦干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戴密合型口罩，胡须要刮干净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戒指、手链、手表、悬垂耳环等首饰会钩住器皿和设备，戒指和手链还会戳破手套，缝隙里藏着的化学品和微生物难以清洗干净。进入实验室前应把首饰摘下，放进门外的储物柜。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认为戒指很小，戴着手套操作没关系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戴着金属手链接线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进门前的着装自查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进门前对照清单查一遍着装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实验服扣好，长发束起，长裤包脚鞋，无首饰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护目镜、手套等按风险评估和本实验室要求佩戴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近视戴框架眼镜；裙子、丝袜不适合实验室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任何类型、任何级别的实验室，进门前都要先把自己收拾好：实验服穿好并扣上扣子，长发束起，穿长裤和包脚鞋，首饰摘下，手机等私人物品放好。很多实验室在门口设有穿衣镜或着装提示，进门前对照检查一遍；不符合要求的，不得进入实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先进实验室，再慢慢扣扣子、扎头发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认为“只进去拿个东西”就可以不按要求着装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私人物品不进实验区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背包、外套等私人物品留在门外储物柜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手机、计算器不放在实验台上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必须带进去的，可装进密封袋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带进污染区的东西，很难干净地带出来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背包、外套、水杯等私人物品应留在实验室外的储物柜或清洁区，只带实验需要的东西进去，避免被污染后再带回宿舍和教室。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把书包放在实验台下或通风柜旁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一边操作一边用手机拍照、回消息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不吃不喝，不吸烟不化妆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实验室里不吃东西、不喝水、不嚼口香糖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实验室内严禁吸烟，也不化妆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化学品会沾进食物，杯子会拿错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一吃一喝，有害物质就可能进嘴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内严禁饮食、吸烟、嚼口香糖和化妆。有毒化学品和微生物可能沾在手上、空气中和台面上，吃东西、喝水、化妆时就会随手进入口中或沾到脸上；水杯和烧杯放在一起，还可能被拿错。吸烟则同时带来火源和入口两种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在实验台边喝一口水、吃一块糖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在实验室里涂唇膏、护手霜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食品不进实验室，实验冰箱不放食物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食物和饮料不带进实验室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实验冰箱只放实验材料，不放饭菜饮料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实验用的食品标明“仅供实验”，不能吃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不用实验器皿盛食物、喝水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食物和饮料不得带进实验室，也不得在实验室内存放。实验室的冰箱、冰柜只放实验材料，绝不放个人的饭菜、水果、饮料；个人食品放在实验室外的生活区域。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把午饭临时放进实验冰箱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实验剩下的食用材料带回去吃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实验室的水不能喝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实验室龙头的水和纯水都不是饮用水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喝水到实验区外的饮用水处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实验容器不能装饮用水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不在实验水槽洗杯子和餐具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能直接饮用的水叫饮用水。实验室水龙头的水、纯水和去离子水都不能当饮用水：管路、容器可能被污染，纯水也不保证卫生。要喝水，洗手后到实验区外的饮用水处。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用实验室的纯水桶接水喝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在实验室水槽洗饭盒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管住摸脸的手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污染会从手跑到眼睛、鼻子和嘴边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戴着手套不摸脸、不揉眼、不挠鼻子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不在实验室里摘戴隐形眼镜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摸脸、揉眼、挠鼻子、托腮、咬笔头这些下意识的小动作，会把手上或手套上的污染直接带到眼、鼻、口的黏膜上。操作中要有意识地管住自己的手，戴着手套更不能摸脸。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戴着手套推眼镜、擦汗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在实验室里摘戴隐形眼镜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戴着手套不碰公共物品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戴着手套，不碰门把手、电梯按钮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不碰键盘、电话、手机等公共和个人物品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你碰过，下一个人就沾上了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沾染化学品的手套按危险废物处理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手套保护的是操作时的手，摘下前它本身就是被污染的物品。戴着手套去开门、按电梯、敲键盘、接电话、拿手机，就把污染留在了这些物品上，下一个徒手接触的人就会沾上。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戴着手套去走廊开门、按电梯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把用过的手套扔进普通垃圾桶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实验服和手套不出实验室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实验服和手套不穿出实验室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不穿进办公室、会议室、食堂和宿舍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离开前脱下防护用品，放在指定位置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管好自己，也是保护校园和社区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实验服和手套上可能沾有化学品或微生物。穿着实验服坐在办公桌前、去会议室或食堂，污染就会沾到桌面、门把手、水杯上，扩散到原本干净的区域。实验服、手套等防护用品一律不得穿出实验室或实验区。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穿着实验服去办公室、厕所或食堂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实验服搭在办公室椅背上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污染物与清洁物分开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污染的和干净的东西绝不混放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记录本放在干净、溅不到的地方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别戴着脏手套写记录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实验用的本子和笔留在实验室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休息、吃饭、回家时，污染可能跟着人走。台面上要分清污染区和清洁区：用过的器皿、移液器、手套放在污染一侧，干净的器材、记录本放在另一侧，绝不混放。用过的东西，都先当它已被污染。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把记录本放在操作台中央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带着实验记录本边吃饭边看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设备用后及时去污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设备用完，当天清洁去污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共用设备的残留会混进别人的实验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实验前、中、后都检查台面和设备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体谅前一个人，照顾下一个人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备用完要按程序当天清洁、去污，不留到“明天再说”。共用的加热板、搅拌器、天平、离心机最容易积残留，你不知道下一个用它的人是谁、要做什么，残留物既可能伤到他，也会混进他的样品，让结果出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用完共用天平，不清理洒落的试剂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发现设备有残留，不清洁就直接用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什么时候要洗手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摘下手套后马上洗手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接触化学品、微生物和样品后洗手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离开实验室前、吃饭喝水前洗手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手套破了或沾污了，及时更换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上的化学品和微生物，会被带到门把手、食物和脸上。以下时候必须洗手：摘下手套之后；接触化学品、微生物、动物或样品之后；离开实验室之前；吃饭、喝水、去洗手间之前。戴了手套不等于不用洗手，手套可能有看不见的破口，摘手套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认为戴了手套就不用洗手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离开实验室直接去吃饭，不洗手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怎样把手洗干净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流水打湿，取洗手液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掌心、手背、指缝、指尖、拇指、手腕都搓到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揉搓后用流水冲干净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一次性纸巾擦干，用纸巾关水龙头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洗手要用流动的水和洗手液（或肥皂）。步骤是：先用流水打湿双手，取适量洗手液；然后依次揉搓掌心、手背、指缝、指背、拇指、指尖和手腕，每个部位都要搓到，揉搓时间不少于 15 秒（以本校规定为准）；再用流水把泡沫冲干净。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只冲一下手心，不搓指缝和指尖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洗完手又徒手关水龙头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休息到实验区外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休息时，先脱手套、洗手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喝水、吃东西都到实验区外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拉伸放松也在休息区做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长时间实验需要休息时，先摘下手套、脱下实验服、洗手，再离开实验区。喝水、吃东西、拉伸放松，都在实验区外的休息区进行，不在实验台旁或通风柜前休息（工位与疲劳见第 147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戴着手套在实验台边喝水休息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手上有伤口，先包好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手上有伤口，最容易被感染和受化学品伤害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用防水敷料包好，再戴手套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告诉实验室负责人，必要时调整工作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皮肤上的伤口会让化学品和病原微生物更容易进入人体。手上有伤口、破皮或皮肤病时，要先用防水敷料包扎好，再戴手套；并告诉实验室负责人或导师，必要时暂时调换不接触危险物质的工作。实验中受伤的处理和报告见第 158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手上有伤口不包扎，直接戴手套做实验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防污染五要点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了解所用物质的危害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穿戴好防护，用好通风柜等工程控制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保持整洁，小心工作，不想当然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防止污染扩散，可以记住五件事：一是了解所用物质的危害（安全技术说明书见第 041 课）；二是按要求穿戴防护用品；三是用好通风柜、生物安全柜等工程控制；四是保持台面和设备整洁；五是小心工作，不想当然，不凭“应该没事”省……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凭经验认为某种物质“没毒”，不做防护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实验服的存放与清洗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实验服挂在实验室内指定位置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不和日常衣物混放，不带回宿舍或家里洗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被污染的实验服按本校规定统一清洗或处置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实验服不用时，挂在实验室内指定的挂钩或柜子里，与日常衣物、背包分开存放。实验服不带回宿舍或家中，也不和日常衣物一起清洗，以免把实验室的化学品和微生物带进生活区。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把实验服塞进书包带回宿舍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实验服沾了试剂，擦一擦继续穿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下列哪一种着装适合进入化学实验室？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短裤、凉鞋，外套实验服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长裤、网面运动鞋、披着长发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棉质长袖长裤、包脚鞋、长发束起、实验服扣好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裙子、丝袜、高跟鞋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判断：午饭只是临时放一会儿，可以放在实验室冰箱里。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判断：做完实验时戴着手套，所以摘下手套后就不用洗手了。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实验中需要出门去取一件东西，正确的做法是：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戴着手套直接开门出去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穿着实验服、戴着手套去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摘下手套、脱下实验服、洗手后再离开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戴两层手套出去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020 · 着装要求与个人卫生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020 着装要求与个人卫生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下列哪一项不属于本课要求？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进实验室前摘下戒指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用实验室纯水桶接水喝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不在实验水槽洗饭盒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记录本放在干净处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简答：洗手时哪些部位容易漏洗？洗完后怎样关水龙头？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污染是怎么传开的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衣物尽量遮住皮肤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长裤和包脚鞋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长发束起，衣物不宽松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摘下首饰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进门前的着装自查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私人物品不进实验区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不吃不喝，不吸烟不化妆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食品不进实验室，实验冰箱不放食物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实验室的水不能喝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管住摸脸的手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戴着手套不碰公共物品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实验服和手套不出实验室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污染物与清洁物分开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设备用后及时去污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什么时候要洗手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怎样把手洗干净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休息到实验区外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手上有伤口，先包好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防污染五要点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实验服的存放与清洗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