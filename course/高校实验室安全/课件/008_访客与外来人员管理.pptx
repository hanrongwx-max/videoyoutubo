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放日、参观考察、招生宣传、科普活动时，常有校外人员或其他专业的师生进入实验室。他们对实验设备感兴趣，这很正常，也值得欢迎。但访客习惯的是家和办公室，不知道实验室里哪些东西危险、哪些地方不能去，也没有接受过本实验室的安全培训。</a:t>
            </a:r>
          </a:p>
          <a:p>
            <a:r>
              <a:t>因此接待参观的人（向导）最重要的职责不是讲解得多精彩，而是保护访客的安全：可以展示，但眼睛一直要留意每一位访客的位置和动作。一次参观的人数应与向导能照看的范围相适应，必要时分组进行。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来人员进入实验室，应按本校规定办理：一是登记，写明姓名、单位、事由、进出时间和接待人；二是经实验室负责人（必要时经学院）批准；三是进门前进行安全交底，讲清实验室的主要危险、不能触碰的物品和设备、需要佩戴的防护用品、应急出口和集合点；四是佩戴访客标识，由本实验室人员全程陪同。</a:t>
            </a:r>
          </a:p>
          <a:p>
            <a:r>
              <a:t>访客不得单独在实验室内走动，不得操作仪器设备，不得触碰化学品、样品和废弃物。参观结束后核对人数并登记离开时间。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访客往往穿着便装甚至凉鞋、短裙前来，身上没有任何防护。接待方应在参观前通知访客着装要求：穿长裤和包住脚面的鞋，长发束起，不戴悬垂饰物。</a:t>
            </a:r>
          </a:p>
          <a:p>
            <a:r>
              <a:t>进门时按实验室风险发放防护用品，至少佩戴护目镜，必要时穿实验服。着装不符合要求的访客，不进入操作区，只在走廊或观察区参观。个人防护的具体要求见第 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访客不熟悉现场，容易被通道上的纸箱、线缆、软管绊倒。参观前要把参观路线清理干净，保持通道畅通。</a:t>
            </a:r>
          </a:p>
          <a:p>
            <a:r>
              <a:t>在工程训练中心、大型设备实验室等场所，访客在场时应暂停吊装、搬运重物、装卸板材等作业；起重机械作业要遵守特种设备的有关规定，吊运区下方任何人不得站立和通过（以本校规定为准）。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参观区可以用地面黄色警戒线等方式划定，位置既要能看清设备和演示，又要在设备运动范围、飞溅范围和危险区之外。走到设备前，人人都想凑近看，向导要提前说明“只在线内看”，发现越线及时提醒退回。</a:t>
            </a:r>
          </a:p>
          <a:p>
            <a:r>
              <a:t>激光加工设备、激光实验室等区域设有激光警告标志和隔离措施，访客不得越线进入，只能隔着设备的观察窗或防护屏观看，不靠近机门，不打开防护门。激光的危害和防护见第 9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很多设备的台面、格栅、导轨边缘锋利，部件可能是热的或会突然移动。访客和非操作人员不要倚靠在设备上，不要把手搭在格栅或台面上，更不能爬上台面。曾有人摔倒在设备台面上，受了很重的伤。</a:t>
            </a:r>
          </a:p>
          <a:p>
            <a:r>
              <a:t>向导在讲解前就要提醒“不靠、不搭、不爬”，并注意儿童和青少年访客的好奇举动。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实验室和车间里有不少会突然启动或发出巨响的设备：气动台面、储气罐排气、自动门、真空泵、离心机、空压机等。气动上料台的滚珠靠压缩空气顶起，一按按钮就会“砰”的一声升起。</a:t>
            </a:r>
          </a:p>
          <a:p>
            <a:r>
              <a:t>受惊本身也会造成伤害：人被吓到后会本能地后退，撞上货架、设备或其他人，甚至摔倒。背对设备站立、第一次来的人最容易受惊。向导要事先了解现场哪些设备会突然动作，站位时让访客面向设备，替他们留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操作人员和向导在设备动作前，先告诉访客接下来要做什么，指出声音从哪里发出、哪个部位会怎样运动，然后再操作。访客心里有准备，就不会突然受惊后退。</a:t>
            </a:r>
          </a:p>
          <a:p>
            <a:r>
              <a:t>这一做法同样适用于实验室内部：在他人身边开启设备、移动物品、开关柜门前，先说一声。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访客喜欢拍照、拍视频留念，这可以在规定范围内进行：只在参观区内拍摄，不为了取景越线，不挤到操作人员身边，不使用闪光灯干扰操作。</a:t>
            </a:r>
          </a:p>
          <a:p>
            <a:r>
              <a:t>涉及危险化学品储存、病原微生物、放射源、重要科研数据和未公开成果的区域，以及标明禁止拍摄的地方，一律不拍；拍摄的内容不得暴露安保设施的位置和薄弱环节（以本校规定为准）。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原微生物实验室（尤其是二级及以上生物安全实验室）、放射性同位素和射线装置工作场所、剧毒和易制爆等危险化学品储存场所，有专门的准入和安保要求，一般不安排参观；确需进入的，要按相关法规和本校规定另行审批，并由具备资质的人员陪同。</a:t>
            </a:r>
          </a:p>
          <a:p>
            <a:r>
              <a:t>实验室成员发现走廊或实验室内有身份不明的陌生人，应礼貌询问来意；无法确认时不要放行，及时报告实验室负责人或学校保卫处。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访客不熟悉实验室的布局、安全出口和应急集合点。参观前的安全交底就要说明：一旦听到警报或接到撤离指令，跟着向导走，不要自行乱跑，不要返回取物。</a:t>
            </a:r>
          </a:p>
          <a:p>
            <a:r>
              <a:t>发生紧急情况时，向导立即组织访客沿疏散通道撤离到集合点，清点人数，确认无人遗漏，并向现场负责人报告；如有人员不明下落，告知消防救援人员，不要自行返回寻找。报火警拨打 119，急救拨打 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勤维修、设备厂家工程师、保洁人员等进入实验室区域作业时，往往并不了解实验室里有哪些危险。实验室要主动告知：作业点附近有哪些化学品、气体、生物材料、带电设备，哪些东西不能碰，出了意外怎么办。</a:t>
            </a:r>
          </a:p>
          <a:p>
            <a:r>
              <a:t>同时，外来作业人员也应主动询问作业部位（如通风管道、排水管、配电箱）可能残留的危险物质。双方都把信息讲清楚，才能避免伤害。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来人员在实验室内维修、安装或施工前，实验室负责人或安全员应当面交底，必要时填写作业审批单。随后做好现场准备：把作业点附近的化学品移走或妥善存放，关闭相关气源、水源、电源并挂牌提示，对要触碰的设备、管道和台面先进行去污（涉及生物材料的先消毒），标明仍有危险的部位。</a:t>
            </a:r>
          </a:p>
          <a:p>
            <a:r>
              <a:t>作业期间实验室要有人陪同，随时提醒；作业完成后检查现场、恢复设施并登记离开，不让外来人员独自进出实验室。动火、高处、带电等特殊作业要按学校规定另行审批，校园施工承包商管理见第 146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学生社团开展科普展示、竞赛、实践等活动，活动方案（时间、地点、内容、人数、风险和防范措施、应急预案）要先报指导教师和学校有关部门审批，批准后才能举办。</a:t>
            </a:r>
          </a:p>
          <a:p>
            <a:r>
              <a:t>每场活动都要指定安全负责人，负责活动前检查场地、活动中维持秩序、发生意外时组织处置和报告。活动内容有安全风险的，要相应调整或取消。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社团借用实验室开展活动，与正式进入实验室工作一样，参加者要先完成实验室安全培训和准入考核（见第 007 课），并经实验室负责人同意。活动时要有指导教师或实验室人员在场，所有人遵守该实验室的规章制度和着装要求。</a:t>
            </a:r>
          </a:p>
          <a:p>
            <a:r>
              <a:t>活动中不进行明火表演和未经评估的“趣味实验”，不私自携带化学品、气体和生物材料进入实验室；所需材料由实验室按规定提供和管理，活动结束后清理现场、交还实验室。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答案：B。解析：外来人员要登记、批准、交底、全程陪同，不得单独走动和操作设备。</a:t>
            </a:r>
          </a:p>
          <a:p>
            <a:r>
              <a:t>第 2 题 答案：B。解析：激光区不越线，只能隔着观察窗看，不靠近机门、不打开防护门。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答案：B。解析：先说清楚再动手，访客心里有数就不会受惊后退、碰撞摔倒。</a:t>
            </a:r>
          </a:p>
          <a:p>
            <a:r>
              <a:t>第 4 题 答案：D。解析：作业期间实验室要有人陪同，不让外来人员独自进出。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答案：B。解析：社团活动先审批、定安全负责人；借用实验室须培训准入、老师在场，不私带化学品。</a:t>
            </a:r>
          </a:p>
          <a:p>
            <a:r>
              <a:t>第 6 题 答案：不倚靠设备，不把手搭在格栅或台面上，不爬上设备台面。解析：设备格栅锋利、部件可能突然移动，摔在台面上会严重受伤。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访客与外来人员管理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64 镜）　适用对象：全体进入高校实验室的人员；实验室负责人、安全员、承担参观接待的师生、学生社团负责人和指导教师重点学习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能说出访客和外来人员进入实验室“登记、批准、交底、全程陪同”的要求。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能做到：带访客参观时选好安全区，提醒不越线、不靠不搭不爬，动作前先告知，紧急时带队撤离。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能做到：外来维修人员进实验室前双向告知危险，清场、去污、关闭气源并全程陪同。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能判断社团借用实验室或开展活动是否已审批、有安全负责人、参加者已培训准入。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《中华人民共和国安全生产法》（以现行文本为准）：生产经营单位对进入作业场所的人员告知危险因素和防范措施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号，以现行文本为准）：外来人员进入实验室的管理和安全告知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教育部高校实验室安全检查项目表（以现行文本为准）：人员准入与外来人员管理类检查项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《中华人民共和国消防法》（以现行文本为准）：人员密集活动的安全疏散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《中华人民共和国特种设备安全法》（以现行文本为准）：起重机械作业安全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2894-2025（以现行文本为准）《安全色和安全标志》：警戒线、禁止和警告标志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7247.1-2024（以现行文本为准）《激光产品的安全 第1部分》：激光警告标志和受控区域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本校实验室外来人员管理、参观接待和学生社团活动管理规定（以本校规定为准）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欢迎参观，保护访客是第一位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想看实验室很正常，也很欢迎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访客只熟悉家和办公室，不熟悉实验室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带人进来，要时刻照看好每一个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可以展示，保护访客永远第一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放日、参观考察、招生宣传、科普活动时，常有校外人员或其他专业的师生进入实验室。他们对实验设备感兴趣，这很正常，也值得欢迎。但访客习惯的是家和办公室，不知道实验室里哪些东西危险、哪些地方不能去，也没有接受过本实验室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只顾讲解，不留意访客走到了哪里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一次带太多人参观，照看不过来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登记、批准、交底、全程陪同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访客进门先登记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经实验室负责人批准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进门前讲清安全须知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佩戴访客牌，全程陪同，不单独走动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外来人员进入实验室，应按本校规定办理：一是登记，写明姓名、单位、事由、进出时间和接待人；二是经实验室负责人（必要时经学院）批准；三是进门前进行安全交底，讲清实验室的主要危险、不能触碰的物品和设备、需要佩戴的防护用品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熟人来访不登记，直接带进实验室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把访客一个人留在实验室里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参观前告知着装，进门配防护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参观前就告诉访客怎么穿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长裤、包脚鞋，长发束起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进门发护目镜，戴好再进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穿凉鞋、裙装的访客不进操作区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访客往往穿着便装甚至凉鞋、短裙前来，身上没有任何防护。接待方应在参观前通知访客着装要求：穿长裤和包住脚面的鞋，长发束起，不戴悬垂饰物。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访客穿凉鞋短裤进入操作区，接待人“通融”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只给访客发护目镜，自己却不戴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访客在场：通道畅通，暂停吊运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访客在场，通道要清空，防止绊倒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暂停吊装、搬运重物等高风险作业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吊运区下方绝不能站人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访客不熟悉现场，容易被通道上的纸箱、线缆、软管绊倒。参观前要把参观路线清理干净，保持通道畅通。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参观时照常吊运，访客从吊物下方经过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参观路线上堆放杂物和线缆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站在安全区：不越线，隔窗看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把访客带到划定的参观区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既看得清，又在安全范围里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人人都想凑近看，不能越线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激光区有警示，只隔着观察窗看，不靠近机门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参观区可以用地面黄色警戒线等方式划定，位置既要能看清设备和演示，又要在设备运动范围、飞溅范围和危险区之外。走到设备前，人人都想凑近看，向导要提前说明“只在线内看”，发现越线及时提醒退回。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为了看得清楚，让访客站到设备旁边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访客好奇推开设备防护门向里看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不靠、不搭、不爬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设备台面的格栅又尖又利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不靠机器，不搭格栅，不爬台面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摔在设备台面上，伤得会很重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很多设备的台面、格栅、导轨边缘锋利，部件可能是热的或会突然移动。访客和非操作人员不要倚靠在设备上，不要把手搭在格栅或台面上，更不能爬上台面。曾有人摔倒在设备台面上，受了很重的伤。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访客倚靠在设备上听讲解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为拍照爬上设备台面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留意会突然启动的设备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有些设备会突然动起来、突然发出响声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气动台面一按按钮就“砰”地升起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受惊的人常往后乱退，碰撞、摔倒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向导替访客留意，背对设备的人最易受惊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实验室和车间里有不少会突然启动或发出巨响的设备：气动台面、储气罐排气、自动门、真空泵、离心机、空压机等。气动上料台的滚珠靠压缩空气顶起，一按按钮就会“砰”的一声升起。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有访客在场时，不打招呼就启动设备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让访客背对设备站立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先说清楚，再动手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动作之前，先告诉访客要做什么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指给他们看：从这里响，会这样动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心里有数，就不会被吓到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操作人员和向导在设备动作前，先告诉访客接下来要做什么，指出声音从哪里发出、哪个部位会怎样运动，然后再操作。访客心里有准备，就不会突然受惊后退。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演示时突然开机，“给大家一个惊喜”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拍照拍视频有边界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拍照拍视频只在参观区里拍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不挤到操作员身边，不打扰操作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标明禁止拍摄的地方不拍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访客喜欢拍照、拍视频留念，这可以在规定范围内进行：只在参观区内拍摄，不为了取景越线，不挤到操作人员身边，不使用闪光灯干扰操作。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为拍到好角度越过警戒线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拍摄并公开发布危化品库、门禁等安保信息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高风险区域限制进入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生物安全实验室、辐射场所、危化品库不对访客开放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未经批准，外来人员不得进入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看到陌生人，主动询问并报告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原微生物实验室（尤其是二级及以上生物安全实验室）、放射性同位素和射线装置工作场所、剧毒和易制爆等危险化学品储存场所，有专门的准入和安保要求，一般不安排参观；确需进入的，要按相关法规和本校规定另行审批，并由具备资质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把参观者带进生物安全实验室或辐射工作场所“看一眼”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看到陌生人在实验室里转悠不闻不问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紧急时带访客撤离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访客不知道出口和集合点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向导带队沿疏散通道撤离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到集合点清点人数，一个不少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访客不熟悉实验室的布局、安全出口和应急集合点。参观前的安全交底就要说明：一旦听到警报或接到撤离指令，跟着向导走，不要自行乱跑，不要返回取物。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警报响起时只顾自己撤离，忘了访客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撤离后不清点人数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外来维修人员：双向告知危险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维修、保洁人员进实验室，实验室主动讲清危险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维修人员也要主动问清楚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信息双向流动，才安全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后勤维修、设备厂家工程师、保洁人员等进入实验室区域作业时，往往并不了解实验室里有哪些危险。实验室要主动告知：作业点附近有哪些化学品、气体、生物材料、带电设备，哪些东西不能碰，出了意外怎么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维修人员进来后，实验室没人告知任何危险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维修人员不问情况就拆开通风管道、下水管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外来人员作业前：清场、去污、陪同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作业前负责人当面交底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清走作业点附近的化学品，关闭相关气源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要碰的设备台面先去污，标明危险部位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作业期间有人陪同，做完登记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外来人员在实验室内维修、安装或施工前，实验室负责人或安全员应当面交底，必要时填写作业审批单。随后做好现场准备：把作业点附近的化学品移走或妥善存放，关闭相关气源、水源、电源并挂牌提示，对要触碰的设备、管道和台面先进行去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维修人员到场时，台面上的化学品和样品没有清走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交了钥匙就走，让维修人员独自在实验室作业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社团活动：先审批，定安全负责人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社团办活动，安全第一位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活动方案先报指导老师和学校审批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每场活动都要明确安全负责人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学生社团开展科普展示、竞赛、实践等活动，活动方案（时间、地点、内容、人数、风险和防范措施、应急预案）要先报指导教师和学校有关部门审批，批准后才能举办。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先办活动，再补审批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活动没有指定安全负责人，出了事没人管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社团借用实验室：先培训准入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借用实验室，先完成安全培训和准入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要有老师在场，遵守实验室规定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活动不玩火，不私带化学品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社团借用实验室开展活动，与正式进入实验室工作一样，参加者要先完成实验室安全培训和准入考核（见第 007 课），并经实验室负责人同意。活动时要有指导教师或实验室人员在场，所有人遵守该实验室的规章制度和着装要求。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社团成员未经培训就在实验室里做“演示实验”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自带化学品到实验室搞展示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校外访客到实验室参观，下列做法正确的是：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熟人来访可以不登记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登记并经负责人批准，进门前安全交底，全程陪同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讲解完让访客自己随便看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访客可以试操作仪器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判断：参观激光加工设备时，访客可以打开设备防护门凑近观看。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设备即将启动并会发出较大声响，向导应当：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直接启动，给访客惊喜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先告诉访客要做什么、哪里会响、会怎样动，再操作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让访客背对设备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让访客离开实验室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后勤维修人员要进实验室检修通风管道，下列哪项做法不正确？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当面交底，讲清危险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清走作业点附近化学品、关闭相关气源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对要触碰的部位先去污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把钥匙交给维修人员，自己先下班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008 · 访客与外来人员管理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008 访客与外来人员管理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学生社团想借用实验室开展科普活动，应当：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跟实验室同学打个招呼就行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活动方案报指导老师和学校审批，明确安全负责人，参加者先培训准入，活动时老师在场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自带化学品做演示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活动后再补审批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简答：带访客参观时，“不靠、不搭、不爬”指什么？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欢迎参观，保护访客是第一位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登记、批准、交底、全程陪同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参观前告知着装，进门配防护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访客在场：通道畅通，暂停吊运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站在安全区：不越线，隔窗看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不靠、不搭、不爬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留意会突然启动的设备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先说清楚，再动手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拍照拍视频有边界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高风险区域限制进入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S2  紧急时带访客撤离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外来维修人员：双向告知危险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外来人员作业前：清场、去污、陪同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社团活动：先审批，定安全负责人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社团借用实验室：先培训准入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