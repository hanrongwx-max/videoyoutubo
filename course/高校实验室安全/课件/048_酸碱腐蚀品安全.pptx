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化学品安全标签上红色菱形框内“液体滴到手和金属上被腐蚀”的象形图表示腐蚀性（GB 30000 系列）。硫酸、盐酸、硝酸等强酸，氢氧化钠、氢氧化钾等强碱，浓硫酸等脱水剂以及部分氧化剂都具有腐蚀性。</a:t>
            </a:r>
          </a:p>
          <a:p>
            <a:r>
              <a:t>腐蚀品对皮肤和眼睛的伤害最重：酸灼伤疼痛剧烈、愈合慢；碱会持续向组织深处渗透，溅入眼睛造成的损伤往往更严重，可能导致失明。氢氟酸等特殊腐蚀品还有全身毒性，使用前须接受专门培训并备好专用急救用品（以本校规定为准，急救见第 160 课）。</a:t>
            </a:r>
          </a:p>
          <a:p>
            <a:r>
              <a:t>腐蚀品还会腐蚀金属架子、仪器和管道，造成设备损坏和泄漏。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使用腐蚀品之前，先阅读安全技术说明书，了解成分、性质、危害、个体防护和急救措施（见第 041 课），并熟悉本校实验室安全手册和本实验室的操作规程。</a:t>
            </a:r>
          </a:p>
          <a:p>
            <a:r>
              <a:t>操作时始终佩戴护目镜（GB 14866-2023，以现行文本为准）、穿实验服、戴耐酸碱的化学防护手套（GB 28881-2023，以现行文本为准），穿长裤和不露脚面的鞋；量较大或容易飞溅时，在护目镜外再加戴面屏，必要时穿防护围裙。</a:t>
            </a:r>
          </a:p>
          <a:p>
            <a:r>
              <a:t>配制培养基、缓冲液时调节酸碱度、称量药品，同样要戴护目镜和手套；激素等试剂也按化学品管理。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浓酸（特别是浓硫酸）溶于水会放出大量的热。正确做法是“酸入水”：先在容器中放好水，再把酸缓慢地加入水中。如果把水倒进浓酸里，少量水在酸表面迅速沸腾，会把酸液溅出伤人。</a:t>
            </a:r>
          </a:p>
          <a:p>
            <a:r>
              <a:t>固体氢氧化钠等强碱溶解时同样放热，也要少量分次加入水中，并搅拌散热。</a:t>
            </a:r>
          </a:p>
          <a:p>
            <a:r>
              <a:t>稀释操作时要专心，不边聊天边操作，不玩手机，遵守本实验室操作规程。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浓盐酸、浓硝酸等会挥发出刺激性、腐蚀性气体，稀释和取用浓溶液、挥发性溶剂都应在通风柜里进行，柜门拉到合适高度（通风柜使用见第 052 课）。</a:t>
            </a:r>
          </a:p>
          <a:p>
            <a:r>
              <a:t>加酸时沿玻璃棒或容器内壁缓慢加入，边加边搅拌，使热量及时散开；容器明显发热时暂停，待冷却后再继续。使用耐热的玻璃容器，不用量筒等不耐热的容器直接稀释。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取用浓酸时，按需要量用滴管或合适的移液工具少量取用，不直接从大瓶往小容器里猛倒。打开瓶盖和倾倒时，瓶口不对着自己和他人。</a:t>
            </a:r>
          </a:p>
          <a:p>
            <a:r>
              <a:t>倾倒操作在台面高度、视线以下进行，不把瓶子举过眼睛，防止液体沿瓶身流下或溅入眼睛。向含酸的反应液中加水，或反应结束后加水淬灭时，也要缓慢分次加入，防止放热飞溅。取用和转移的通用要求见第 050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滴加酸碱或调节 pH 时，容器放在稳固的台面或用铁架台固定，不用手悬空端着操作，防止打翻。</a:t>
            </a:r>
          </a:p>
          <a:p>
            <a:r>
              <a:t>观察时保持适当距离，脸不要凑近容器口，避免溅出的液滴和逸出的气体伤及眼睛和呼吸道。调节酸碱度时逐滴加入，边加边搅拌，接近目标值时更要慢。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酸和碱相互接触会剧烈反应放热，存放时要分柜或分格隔开（储存相容性见第 043 课）。</a:t>
            </a:r>
          </a:p>
          <a:p>
            <a:r>
              <a:t>强碱溶液会腐蚀玻璃，使磨口玻璃塞与瓶口粘连打不开，因此碱液用耐碱的塑料瓶盛装，不用磨口玻璃塞。自配的酸碱溶液，标签上写清名称、浓度、配制日期和配制人，用完立即拧紧瓶盖。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腐蚀品存放在柜子下层，不放在高过视线的架子上，取放时不会因失手而从高处洒落到脸上。瓶子放在耐腐蚀的托盘或二次容器里，万一泄漏能兜住，不扩散。</a:t>
            </a:r>
          </a:p>
          <a:p>
            <a:r>
              <a:t>硝酸、高氯酸等氧化性酸与有机溶剂、有机酸等有机物分开存放。腐蚀品放入专用的腐蚀品柜（耐腐蚀材料，必要时接排风），远离金属设备和电气设施，按 GB 15603-2022（以现行文本为准）和本校规定分类存放（储存柜见第 044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腐蚀品溅到皮肤上，立即用大量流动的清水冲洗，范围大时使用紧急喷淋，边冲洗边脱去被污染的衣物和饰品。溅入眼睛时，马上到洗眼器用流水冲洗，用手指撑开眼睑、转动眼球，冲洗时间要足够，不要揉眼睛（洗眼器使用见第 027 课）。</a:t>
            </a:r>
          </a:p>
          <a:p>
            <a:r>
              <a:t>冲洗后立即报告实验室负责人，伤情较重或眼部受伤时拨打 120 或尽快就医，并带上安全技术说明书。详细的灼伤急救流程见第 160 课，泄漏处置见第 056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答案：B。解析：“酸入水”，在通风柜里慢慢加并搅拌散热；水倒进浓酸会剧烈放热飞溅。</a:t>
            </a:r>
          </a:p>
          <a:p>
            <a:r>
              <a:t>第 2 题 答案：B。解析：碱溅入眼睛损伤往往更严重，要立即到洗眼器用流水冲洗足够时间，报告并就医。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答案：B。解析：碱会使磨口玻璃塞粘住打不开；酸碱分开，腐蚀品放低处、放托盘、进专柜。</a:t>
            </a:r>
          </a:p>
          <a:p>
            <a:r>
              <a:t>第 4 题 答案：C。解析：不在高于视线的位置倾倒，防止溅入眼睛。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答案：立即用大量流动清水冲洗（必要时用紧急喷淋），边冲洗边脱去被污染的衣物，冲洗足够时间后报告实验室负责人，伤情较重时拨打 120 就医。解析：不要先找中和剂，冲水最重要。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酸碱腐蚀品安全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第5章 化学品安全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4 分钟（卡通视频 48 镜）　适用对象：全体使用酸、碱等腐蚀性化学品的高校本科生、研究生和教职工（必修）；化学、化工、材料、生物、环境、农学等专业重点学习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048 · 酸碱腐蚀品安全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048 酸碱腐蚀品安全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能说出强酸、强碱、脱水剂等腐蚀品对皮肤、眼睛和金属的危害，能判断碱溅入眼睛尤其严重。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能做到使用前读安全技术说明书、始终穿戴护目镜、实验服和耐酸碱手套，量大易溅时加戴面屏。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能做到稀释时“酸入水”、在通风柜里慢慢加并搅拌散热，浓酸少量取用、瓶口不对人、不在高于视线处倾倒，滴加时容器放稳、脸不凑近。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能做到酸碱分开、碱液用塑料瓶、腐蚀品放低处和托盘里进专柜；溅到皮肤或眼睛立即冲洗、报告并就医。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048 · 酸碱腐蚀品安全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048 酸碱腐蚀品安全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《中华人民共和国危险化学品安全法》（2026 年 5 月 1 日起施行）及《危险化学品安全管理条例》（以现行文本为准）：学校、科研机构使用危险化学品的安全责任，按安全技术说明书和安全标签要求使用和储存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30000 系列（以现行文本为准）《化学品分类和标签规范》：金属腐蚀物、皮肤腐蚀/刺激、严重眼损伤/眼刺激的分类和腐蚀象形图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GB/T 16483-2008（以现行文本为准）《化学品安全技术说明书 内容和项目顺序》：危险性概述、急救措施、操作处置与储存、个体防护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15603-2022（以现行文本为准）《危险化学品仓库储存通则》：按性质分类储存，酸碱等禁配物不得混存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14866-2023（以现行文本为准）《眼面防护具通用技术规范》：护目镜、面屏的选用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28881-2023（以现行文本为准）《手部防护 化学品及微生物防护手套》：耐化学品手套的选用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38144-2025（以现行文本为准）《眼面部防护 应急喷淋和洗眼设备》：洗眼器和紧急喷淋的配置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8727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61607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1687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号，以现行文本为准）及高校实验室安全检查项目表、本校危险化学品管理制度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048 · 酸碱腐蚀品安全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腐蚀品伤皮肤，更伤眼睛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048 酸碱腐蚀品安全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腐蚀象形图表示腐蚀性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强酸、强碱、脱水剂、部分氧化剂都有腐蚀性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对皮肤和眼睛伤害最重，酸灼伤疼、愈合慢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碱溅进眼睛，损伤往往更严重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腐蚀品还会腐蚀金属和设备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化学品安全标签上红色菱形框内“液体滴到手和金属上被腐蚀”的象形图表示腐蚀性（GB 30000 系列）。硫酸、盐酸、硝酸等强酸，氢氧化钠、氢氧化钾等强碱，浓硫酸等脱水剂以及部分氧化剂都具有腐蚀性。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以为稀酸稀碱不伤人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认为碱比酸“温和”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048 · 酸碱腐蚀品安全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先读说明书，始终穿戴防护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048 酸碱腐蚀品安全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用之前先读安全技术说明书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熟悉本校安全手册和操作规程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护目镜、实验服、耐酸碱手套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量大或容易溅时，再加戴面屏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配培养基调酸碱，也要戴护目镜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使用腐蚀品之前，先阅读安全技术说明书，了解成分、性质、危害、个体防护和急救措施（见第 041 课），并熟悉本校实验室安全手册和本实验室的操作规程。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只做“一点点”就不戴护目镜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用一次性薄手套长时间接触浓酸碱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048 · 酸碱腐蚀品安全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稀释酸碱：酸入水，不能反过来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048 酸碱腐蚀品安全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稀释酸碱，把酸加进水里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反过来倒，会剧烈放热、溅出伤人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先放水，再慢慢加酸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固体碱溶解也放热，同样慢慢加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专心操作，别边聊边干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浓酸（特别是浓硫酸）溶于水会放出大量的热。正确做法是“酸入水”：先在容器中放好水，再把酸缓慢地加入水中。如果把水倒进浓酸里，少量水在酸表面迅速沸腾，会把酸液溅出伤人。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往浓酸里倒水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一次把酸全部倒进去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048 · 酸碱腐蚀品安全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在通风柜里慢慢加，边加边搅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048 酸碱腐蚀品安全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稀释浓酸在通风柜里做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浓溶液和挥发性溶剂都在通风柜里取用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慢慢加，边加边搅，让热量散开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容器明显变热就停一停再加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浓盐酸、浓硝酸等会挥发出刺激性、腐蚀性气体，稀释和取用浓溶液、挥发性溶剂都应在通风柜里进行，柜门拉到合适高度（通风柜使用见第 052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在开放台面上稀释浓酸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不搅拌，热量集中导致局部沸腾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048 · 酸碱腐蚀品安全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浓酸取用：少量取，瓶口不对人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048 酸碱腐蚀品安全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浓酸用滴管或移液器少量取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瓶口不对着自己和别人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不在高于视线的位置倾倒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反应液加水也要慢，防止放热飞溅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取用浓酸时，按需要量用滴管或合适的移液工具少量取用，不直接从大瓶往小容器里猛倒。打开瓶盖和倾倒时，瓶口不对着自己和他人。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把酸瓶举过头顶看液面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打开瓶盖时瓶口对着脸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048 · 酸碱腐蚀品安全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滴加放稳，脸不凑近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048 酸碱腐蚀品安全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滴加时容器要放稳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脸不要凑近容器口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调酸碱度，逐滴加，边加边搅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滴加酸碱或调节 pH 时，容器放在稳固的台面或用铁架台固定，不用手悬空端着操作，防止打翻。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一手端烧杯一手滴加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低头凑到烧杯口闻或看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048 · 酸碱腐蚀品安全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酸碱分开放，碱液用塑料瓶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048 酸碱腐蚀品安全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酸和碱分开存放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碱液用塑料瓶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别用磨口玻璃塞，会粘住打不开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标签写清名称和浓度，瓶盖拧紧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酸和碱相互接触会剧烈反应放热，存放时要分柜或分格隔开（储存相容性见第 043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酸碱放在同一个托盘里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自配溶液不贴标签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048 · 酸碱腐蚀品安全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腐蚀品存低处，放托盘进专柜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048 酸碱腐蚀品安全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腐蚀品放低处，不高过视线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放在耐腐蚀托盘里，漏了也能兜住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氧化性的酸和有机物分开放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放进腐蚀品柜，远离金属设备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腐蚀品存放在柜子下层，不放在高过视线的架子上，取放时不会因失手而从高处洒落到脸上。瓶子放在耐腐蚀的托盘或二次容器里，万一泄漏能兜住，不扩散。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把酸瓶放在最高一层架子上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腐蚀品放在普通金属柜里不加托盘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048 · 酸碱腐蚀品安全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溅到就冲，报告就医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048 酸碱腐蚀品安全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溅到皮肤，立即用大量流水冲洗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边冲边脱掉被污染的衣物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溅进眼睛，马上到洗眼器冲洗，撑开眼皮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报告老师，需要时拨打 120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腐蚀品溅到皮肤上，立即用大量流动的清水冲洗，范围大时使用紧急喷淋，边冲洗边脱去被污染的衣物和饰品。溅入眼睛时，马上到洗眼器用流水冲洗，用手指撑开眼睑、转动眼球，冲洗时间要足够，不要揉眼睛（洗眼器使用见第 027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先找中和剂而不是立即冲水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冲几秒钟觉得不疼就停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048 · 酸碱腐蚀品安全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048 酸碱腐蚀品安全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稀释浓硫酸，正确的操作是：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把水快速倒进浓硫酸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把浓硫酸缓慢加入水中，边加边搅拌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一次把酸和水倒进同一个容器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在量筒里直接稀释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判断：碱溅入眼睛比酸温和，用纸巾擦干即可。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048 · 酸碱腐蚀品安全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048 酸碱腐蚀品安全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关于碱液的存放，下列说法正确的是：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用磨口玻璃塞的玻璃瓶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用塑料瓶，写清名称和浓度，和酸分开存放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和酸放在同一托盘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放在最高一层架子上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取用浓酸时，下列做法错误的是：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用滴管少量取用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瓶口不对着人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把酸瓶举到眼睛以上倾倒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在通风柜里操作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048 · 酸碱腐蚀品安全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048 酸碱腐蚀品安全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简答：浓碱溶液溅到前臂上，应该怎么做？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K1  腐蚀品伤皮肤，更伤眼睛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K2  先读说明书，始终穿戴防护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K3  稀释酸碱：酸入水，不能反过来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K4  在通风柜里慢慢加，边加边搅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K5  浓酸取用：少量取，瓶口不对人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K6  滴加放稳，脸不凑近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K7  酸碱分开放，碱液用塑料瓶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S1  腐蚀品存低处，放托盘进专柜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K8  溅到就冲，报告就医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