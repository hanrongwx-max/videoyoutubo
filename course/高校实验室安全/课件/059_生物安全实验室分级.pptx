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生物安全防护级别（生物安全水平，BSL）是一整套标准化的防护措施，包括安全规程和做法、安全设备和实验室设施，用来控制操作微生物带来的风险，保护操作人员、公众和环境。</a:t>
            </a:r>
          </a:p>
          <a:p>
            <a:r>
              <a:t>我国把生物安全实验室按防护水平分为一级、二级、三级、四级（BSL-1～BSL-4），从一级到四级逐级加严：等级越高，对应的生物因子风险越高，防护措施也越严。设计实验室、编写实验室安全手册，都按级别来确定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实验在哪一级实验室做，取决于所操作生物因子的危害和具体实验活动（如何为具体实验定级见第 060 课）。每一级对三方面都有要求：什么样的房间和设施；用什么安全设备；按什么程序操作。</a:t>
            </a:r>
          </a:p>
          <a:p>
            <a:r>
              <a:t>级别越高，设施要求越多：三级、四级实验室要与其他区域独立隔离，房间能密封，可以进行气体熏蒸消毒，并有定向气流、负压和排风高效过滤等工程措施（封闭原理见第 062 课）。各级具体的操作要求见第 061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实验室防护级别与病原分类是两套不同的编号：实验室级别国内外一致，一级最低、四级最高，动物生物安全实验室（ABSL）也一样；而病原微生物分类，国内第一类危害最大、第四类最小，国际风险组则是 1 组最低、4 组最高，方向相反（见第 058 课）。</a:t>
            </a:r>
          </a:p>
          <a:p>
            <a:r>
              <a:t>记口诀：病原分类反着走，实验室级别顺着走。国内第一类、第二类（高致病性）病原，需要的是高级别实验室。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级生物安全实验室（BSL-1）风险最低，操作的是已知通常不会使健康成人致病的微生物，例如无害的实验室菌株、做面包的酵母、土壤和水中的常见非致病菌。许多基础教学实验、微生物学入门课就在这一级开展。</a:t>
            </a:r>
          </a:p>
          <a:p>
            <a:r>
              <a:t>一级实验室通常是开放台面，一般不需要专门的封闭设施；但仍要遵守基本操作规范，穿实验服、戴手套，做好洗手和台面消毒，限制无关人员进入。一级实验室大致对应国际第 1 组，具体以国内目录和风险评估为准。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级生物安全实验室（BSL-2）操作的是有中度风险的微生物：能让人生病，引起轻到中度疾病，但一般不严重，或者有有效的治疗和预防手段，例如一些常见的致病细菌、病毒和寄生虫；具体某种病原、某项实验需要几级，查《人间传染的病原微生物目录》。二级实验室多用于临床检验、高校科研和医院实验室。</a:t>
            </a:r>
          </a:p>
          <a:p>
            <a:r>
              <a:t>与一级相比，二级要受控进入：门能自动关闭，门口挂生物危害标志和防护级别、负责人等信息，有合适的通风，配备洗手池和高压灭菌器等设施；可能产生气溶胶的操作要在生物安全柜内进行。人员要先经过培训，会操作、会处置感染性材料；按风险评估，必要时加戴面屏和呼吸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生物安全实验室（BSL-3）也称防护实验室，用于特殊诊断和较高危害病原的研究，对应可经空气吸入传播、能引起严重甚至致命疾病的病原。多设在高级临床实验室、公共卫生实验室和科研机构；涉及高致病性病原微生物的实验活动须在相应级别实验室并经批准。</a:t>
            </a:r>
          </a:p>
          <a:p>
            <a:r>
              <a:t>三级实验室与其他区域隔离，有门禁和缓冲间；房间保持负压，形成由清洁区向污染区的定向气流，排风经高效过滤后排出；房间可密封，能做气体熏蒸消毒；所有感染性材料操作都在生物安全柜内进行。人员须经严格培训，严格按程序操作和去污，按要求穿全身防护、戴呼吸防护。三级实验室须通过国家认可。布局与进出见第 063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四级生物安全实验室（BSL-4）是最高等级的防护，对应能危及生命、可经气溶胶传播、通常缺乏有效预防和治疗手段的高危病原；已宣布消灭的病原只在极少数指定机构保存。</a:t>
            </a:r>
          </a:p>
          <a:p>
            <a:r>
              <a:t>四级实验室有两种基本形式：人员穿独立供气的正压防护服工作（即使防护服破损，空气也是向外吹），或者在三级生物安全柜（全封闭手套箱式）内操作。进出要经过多道去污缓冲区，出口设化学淋浴和人员淋浴，物品经双扉高压灭菌器传出，有专用的通风和废水处理系统。进入受到严格控制，所有工作都在有经验人员的监督下进行。</a:t>
            </a:r>
          </a:p>
          <a:p>
            <a:r>
              <a:t>四级实验室造价和运行费用都非常高，维护和监管要求极严，只在国家批准的少数设施中建设；大多数从业人员工作在二级、三级实验室，高校学生平时接触的是一级、二级。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用动物做感染性实验，按动物生物安全实验室分级，即 ABSL-1～ABSL-4，同样一级最低、四级最高（GB 19489-2008，以现行文本为准）。动物实验除了防操作中的暴露，还要防动物咬伤、抓伤，防动物排出的分泌物、排泄物和垫料中的病原，以及动物逃逸（见第 084 课）。</a:t>
            </a:r>
          </a:p>
          <a:p>
            <a:r>
              <a:t>植物病原和转基因植物的研究设施（如封闭温室）另有专门要求（见第 082 课）。国际资料中有在级别后加“加号”的“加强型”说法，表示在本级基础上借用了更高一级的部分设计或措施；国内以现行标准和主管部门要求为准。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实验室分级的标准不是一个机构说了算。在国内，是法律、法规、标准一层层落实：最上层是《中华人民共和国生物安全法》，下面是《病原微生物实验室生物安全管理条例》；技术要求写在国家标准 GB 19489-2008《实验室 生物安全通用要求》和行业标准 WS 233《病原微生物实验室生物安全通用准则》中（均以现行文本为准），包括防护设施、个人防护、实验室设计以及每一级的具体要求；具体病原的哪类实验放在几级做，查《人间传染的病原微生物目录》。</a:t>
            </a:r>
          </a:p>
          <a:p>
            <a:r>
              <a:t>标准和目录会随着新的认识不断修订。查规定时先确认是不是现行有效版本，旧版本不要再照用；学校发布更新通知，要及时学习。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国际上也有国际组织制定实验室生物安全手册，以及针对高风险病原的专项指南，尤其帮助公共卫生体系还在建设中的国家，在全球疫情应对中发挥作用。</a:t>
            </a:r>
          </a:p>
          <a:p>
            <a:r>
              <a:t>这些手册和指南在我国只作参考和背景资料。实验室分级、设施要求、审批程序，一律以国内法律法规、国家标准、行业标准和本校规定为准。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用一张图记住谁管什么：</a:t>
            </a:r>
          </a:p>
          <a:p>
            <a:r>
              <a:t>- 国际组织：提供手册和指南，作为国际参考；</a:t>
            </a:r>
          </a:p>
          <a:p>
            <a:r>
              <a:t>- 国家：法律、行政法规确定管理框架，国家标准和行业标准规定技术要求；</a:t>
            </a:r>
          </a:p>
          <a:p>
            <a:r>
              <a:t>- 主管部门和认可机构：卫生健康、农业农村等主管部门负责实验室备案和实验活动审批，三级、四级实验室须通过国家认可（具体分工以现行规定为准）；</a:t>
            </a:r>
          </a:p>
          <a:p>
            <a:r>
              <a:t>- 单位：学校生物安全委员会和实验室管理部门负责本地的审查、监督和执行，实验室负责人负责本实验室的日常管理（见第 070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高校学生的教学和多数科研实验在一级、二级实验室开展。进入三级、四级实验室工作，须经单位专门批准，接受专门培训并考核合格，获得授权；学生不得自行进入或开展相关实验。</a:t>
            </a:r>
          </a:p>
          <a:p>
            <a:r>
              <a:t>任何涉及病原微生物的实验，都要按国家目录和风险评估确定实验室级别，经批准后在相应级别的实验室里做；进入实验室前先通过准入培训，做好个人防护。拿不准实验该在几级做，先问导师和实验室负责人，不擅自开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答案：B。解析：实验室级别国内外同向，四级最高；病原分类国内第一类最危险，方向相反。</a:t>
            </a:r>
          </a:p>
          <a:p>
            <a:r>
              <a:t>第 2 题 答案：A。解析：二级实验室受控进入、门自动关闭、挂标识，可能产生气溶胶的操作进安全柜。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答案：C。解析：三级实验室用于可经吸入致严重疾病的病原，须通过国家认可。</a:t>
            </a:r>
          </a:p>
          <a:p>
            <a:r>
              <a:t>第 4 题 答案：A。解析：以法律、条例为框架，技术要求见 GB 19489-2008 和 WS 233（以现行文本为准），国际手册只作参考。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答案：先查现行目录、做风险评估，并请教导师和实验室负责人，按确定的级别和批准开展；拿不准时不擅自做。解析：学生实验多在一级、二级，三四级须专门批准、培训和授权。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生物安全实验室分级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61 镜）　适用对象：进入生命科学、医学、农学、环境等涉及生物材料实验室的高校本科生、研究生和教职工（必修）；实验室负责人和生物安全员重点学习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能说出生物安全实验室按防护水平分为一级至四级（BSL-1～BSL-4），一级最低、四级最高，与国内病原分类的编号方向相反。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能说出各级实验室适用的病原类别、典型用途，以及在设施、设备和程序上的递进（开放台面—受控进入与安全柜—负压与缓冲间—正压防护服）。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能说出动物实验室（ABSL）的分级，知道国内标准和规定由谁制定、谁负责备案认可审批，国际手册只作参考。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能判断学生实验的级别边界：多在一级、二级实验室；三级、四级须专门批准、培训和授权；拿不准先问负责人。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《中华人民共和国生物安全法》（以现行文本为准）：病原微生物实验室分级管理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《病原微生物实验室生物安全管理条例》（以现行文本为准）：实验室按生物安全防护水平分为一级至四级；一级、二级实验室备案，三级、四级实验室须通过国家认可，高致病性病原微生物实验活动须经批准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生物安全通用要求》：各级生物安全实验室（含动物生物安全实验室 ABSL-1～ABSL-4）的设施设备和管理要求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233（以现行文本为准）《病原微生物实验室生物安全通用准则》：各级病原微生物实验室的设施、设备和操作要求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《人间传染的病原微生物目录》（国家卫生健康委发布，以现行版本为准）：各病原不同实验活动所需的实验室级别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号，以现行文本为准）：实验室准入、分级分类管理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本校生物安全管理制度：实验室级别标识、准入和授权，以本校规定为准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防护级别：一套标准化措施，四级逐级加严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防护级别是一套标准化的防护措施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从一级到四级，一共四个等级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等级越高，对应风险越高，措施越严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目的是保护人员、公众和环境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生物安全防护级别（生物安全水平，BSL）是一整套标准化的防护措施，包括安全规程和做法、安全设备和实验室设施，用来控制操作微生物带来的风险，保护操作人员、公众和环境。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认为各级实验室只是“房间大小不同”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把病原分类的“第一类”和实验室的“一级”混为一谈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按危害定级，每级都有设施、设备、程序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定哪一级，看所操作生物因子的危害和实验活动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每一级都有设施、设备、程序三方面要求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级别越高，设施要求越多，三四级要独立隔离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设计实验室、写安全手册，都按级别来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实验在哪一级实验室做，取决于所操作生物因子的危害和具体实验活动（如何为具体实验定级见第 060 课）。每一级对三方面都有要求：什么样的房间和设施；用什么安全设备；按什么程序操作。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只买了生物安全柜，就以为实验室“升了级”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不看实验活动，只看病原名称定级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实验室级别国内外同向，病原分类反向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实验室防护级别国内外同向：一级最低，四级最高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动物实验室也是同样的排法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病原分类国内第一类最危险，与国际风险组相反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口诀：病原分类反着走，实验室级别顺着走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实验室防护级别与病原分类是两套不同的编号：实验室级别国内外一致，一级最低、四级最高，动物生物安全实验室（ABSL）也一样；而病原微生物分类，国内第一类危害最大、第四类最小，国际风险组则是 1 组最低、4 组最高，方向……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认为第一类病原在一级实验室做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把国际风险组的数字直接当作实验室级别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一级：不致病的微生物，基本防护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操作已知对健康成人不致病的微生物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如无害的实验室菌株、面包酵母、常见环境菌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多用于基础教学和入门实验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开放台面，守基本规范，穿实验服戴手套，限制进入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级生物安全实验室（BSL-1）风险最低，操作的是已知通常不会使健康成人致病的微生物，例如无害的实验室菌株、做面包的酵母、土壤和水中的常见非致病菌。许多基础教学实验、微生物学入门课就在这一级开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认为一级实验室“没有风险”，在里面饮食、不洗手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在一级实验室操作未经评估的不明样本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二级：中度风险，受控进入、安全柜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操作能致病、但一般不严重或可治的微生物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多用于临床检验、高校科研和医院实验室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受控进入，门能自动关闭，挂好生物危害标识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可能产生气溶胶的操作进生物安全柜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二级生物安全实验室（BSL-2）操作的是有中度风险的微生物：能让人生病，引起轻到中度疾病，但一般不严重，或者有有效的治疗和预防手段，例如一些常见的致病细菌、病毒和寄生虫；具体某种病原、某项实验需要几级，查《人间传染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二级实验室的门用东西顶住常开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可能产生气溶胶的操作在开放台面上做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三级：经吸入致重病，负压与严格程序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对应可经吸入传播、致严重甚至致命疾病的病原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独立区域、门禁，进出经缓冲间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房间负压，空气只往里走，排风高效过滤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操作都在安全柜内，严格培训、严格程序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三级生物安全实验室（BSL-3）也称防护实验室，用于特殊诊断和较高危害病原的研究，对应可经空气吸入传播、能引起严重甚至致命疾病的病原。多设在高级临床实验室、公共卫生实验室和科研机构；涉及高致病性病原微生物的实验活动须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认为学生经过一般培训就能进三级实验室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忽视压差、气流异常的提示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四级：最高防护，全国少数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对应危及生命、易传播、缺乏有效防治的病原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穿独立供气的正压防护服，破了也往外吹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多道去污缓冲区、出口淋浴、双扉灭菌器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严格准入，专人监督；造价运行昂贵，数量极少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四级生物安全实验室（BSL-4）是最高等级的防护，对应能危及生命、可经气溶胶传播、通常缺乏有效预防和治疗手段的高危病原；已宣布消灭的病原只在极少数指定机构保存。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认为穿上正压防护服就可以放松操作规范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把四级实验室当作参观场所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动物ABSL、植物设施与“加强型”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动物实验另有动物生物安全一到四级（ABSL）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要防咬伤抓伤，也防动物排出的病原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植物和转基因植物设施另有要求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“加强型”指借用了更高一级的部分设计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用动物做感染性实验，按动物生物安全实验室分级，即 ABSL-1～ABSL-4，同样一级最低、四级最高（GB 19489-2008，以现行文本为准）。动物实验除了防操作中的暴露，还要防动物咬伤、抓伤，防动物排出的分泌物……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认为动物实验只要按普通实验室的级别做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动物垫料、排泄物按普通垃圾处理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谁定标准：国内法律、法规、标准层层落实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最上层是生物安全法，下面是管理条例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技术要求写在 GB 19489 和 WS 233 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病原放几级做，查国家目录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标准会修订，认准现行有效版本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实验室分级的标准不是一个机构说了算。在国内，是法律、法规、标准一层层落实：最上层是《中华人民共和国生物安全法》，下面是《病原微生物实验室生物安全管理条例》；技术要求写在国家标准 GB 19489-2008《实验室 生……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引用已作废的旧版标准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只记得国外的分级说法，不知道国内标准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国际手册和指南只作参考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国际组织发布实验室生物安全手册和专项指南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多用于全球疫情应对和各国能力建设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在我国只作参考，以国内规定为准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国际上也有国际组织制定实验室生物安全手册，以及针对高风险病原的专项指南，尤其帮助公共卫生体系还在建设中的国家，在全球疫情应对中发挥作用。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按国际手册自行决定实验室级别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认为国际指南比国内标准“更权威”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一张图看清谁管什么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国际组织：提供国际参考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国家：法律法规定框架，标准定技术要求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主管部门和认可机构：备案、认可和审批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单位生物安全委员会：本地监督和执行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用一张图记住谁管什么：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以为实验室建好就能直接用，不需要备案或认可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以为生物安全只是国家部门的事，学校不用管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学生实验的级别边界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学生实验多在一级、二级实验室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三级、四级须专门批准、培训和授权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实验须在相应级别实验室，经评估和批准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拿不准级别，先问负责人，不擅自做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高校学生的教学和多数科研实验在一级、二级实验室开展。进入三级、四级实验室工作，须经单位专门批准，接受专门培训并考核合格，获得授权；学生不得自行进入或开展相关实验。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为了“方便”在级别不够的实验室做实验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未经准入培训就进入二级实验室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关于生物安全实验室防护级别，正确的是：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一级最高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一级最低、四级最高，国内外同向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与病原分类编号方向相同，第一类病原在一级实验室做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国内只有三级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判断：二级实验室里，可能产生气溶胶的操作应在生物安全柜内进行。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房间保持负压、进出经缓冲间、排风经高效过滤、所有操作在安全柜内，这是哪一级实验室的特点：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一级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二级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三级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只是普通化学实验室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我国生物安全实验室的技术要求主要写在：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GB 19489 和 WS 233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国际组织的手册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化学品安全技术说明书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网上的经验帖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059 · 生物安全实验室分级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059 生物安全实验室分级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简答：阿杰不确定自己的实验该在几级实验室做，应该怎么办？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防护级别：一套标准化措施，四级逐级加严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按危害定级，每级都有设施、设备、程序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实验室级别国内外同向，病原分类反向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一级：不致病的微生物，基本防护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二级：中度风险，受控进入、安全柜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三级：经吸入致重病，负压与严格程序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四级：最高防护，全国少数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动物ABSL、植物设施与“加强型”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谁定标准：国内法律、法规、标准层层落实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国际手册和指南只作参考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一张图看清谁管什么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学生实验的级别边界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