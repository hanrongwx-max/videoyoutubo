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风险评估的第一步，是想清楚化学品会通过什么途径进入人体。危险物质进入人体有四条途径：吸入蒸气、气体、粉尘或烟雾；皮肤和眼睛接触（溅入眼睛、皮肤沾染）；注入（被扎破、割伤）；食入（吃进嘴里）。</a:t>
            </a:r>
          </a:p>
          <a:p>
            <a:r>
              <a:t>每条途径对应不同的防护：通风柜挡吸入，手套、实验服和护目镜挡皮肤和眼睛接触，规范处理锐器防注入，禁止饮食防食入。总原则只有一句：别让危险物质碰到你。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吸入是实验室里最常见的暴露途径。气体、挥发性液体的蒸气、固体的粉尘和烟雾都可能被吸入；有些化学品不用碰到就能伤人。</a:t>
            </a:r>
          </a:p>
          <a:p>
            <a:r>
              <a:t>闻到气味，就说明你已经吸入了；但闻不到也不等于安全：有的气体无色无味（如一氧化碳，会使血液无法正常输送氧气，所以不能在封闭空间里发动车辆或使用燃烧设备），有的浓度太低闻不出来但仍有害。挥发性操作一律在通风柜内进行（通风柜见第 051、052 课；一氧化碳等气体见第 134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皮肤和眼睛接触是第二常见的暴露途径。化学品可以灼伤皮肤，有的还能透过皮肤进入血液。</a:t>
            </a:r>
          </a:p>
          <a:p>
            <a:r>
              <a:t>眼睛组织极其娇嫩，少量化学品就可能造成严重甚至永久的伤害，所以要把眼睛单独作为一条途径考虑：在实验室始终佩戴合适的眼面部防护（见第 022 课），并知道洗眼器的位置（见第 027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注入是指化学品通过伤口直接进入体内，例如被沾有化学品的碎玻璃割伤、被针头扎伤。规范处理锐器和碎玻璃（见第 029 课）就能大大降低这种风险。</a:t>
            </a:r>
          </a:p>
          <a:p>
            <a:r>
              <a:t>食入在严格遵守规定时很少发生：实验室严禁品尝任何化学品，严禁饮食、吸烟和化妆。要注意间接食入：戴着沾染的手套摸手机、门把手，或不洗手就吃东西，有毒物质就会进嘴；沾染还会污染样品，毁掉实验结果。离开实验室前脱手套、洗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以微生物降解农药的实验为例：实验要用到农药，而农药本身就是毒物，既可能被吸入，也能透过皮肤吸收。</a:t>
            </a:r>
          </a:p>
          <a:p>
            <a:r>
              <a:t>配制含农药的培养基要在通风柜内进行，戴好手套和护目镜；属于剧毒化学品的品种按规定领用，用多少领多少（管控化学品见第 045 课）。一旦沾到皮肤，立即用大量清水冲洗，并报告负责人。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新合成的产物、来历不明或标签缺失的样品，毒性并不清楚，一律按有毒物质对待：不闻、不尝、不用手直接接触，戴好手套和护目镜，只取需要的最少量。</a:t>
            </a:r>
          </a:p>
          <a:p>
            <a:r>
              <a:t>分类不明时，先按最危险的情况防护，查阅资料、请教导师，确认后再处理；无法确认的按未知废物交学校处置。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化学品对人体的危害分为急性和慢性。急性危害在接触后短时间内出现，如腐蚀灼伤、急性中毒；局部腐蚀造成的伤害往往难以恢复，中毒要及时处理。</a:t>
            </a:r>
          </a:p>
          <a:p>
            <a:r>
              <a:t>慢性危害来得慢：一次接触没事，不等于没事，长期小量接触，伤害会逐渐累积，患癌症、呼吸系统疾病、神经系统损害等慢性病的风险慢慢升高，而且往往多年后才显现。</a:t>
            </a:r>
          </a:p>
          <a:p>
            <a:r>
              <a:t>因此保护人员的关键是尽量减少接触：每一次都按规定防护，不因“上次没事”而图省事。少接触，就少受伤、少生病、少留后患。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毒理学的基本规律是“剂量决定毒性”：同一种物质，进入人体的剂量（或接触的浓度和时间）越大，产生的伤害越重，这叫剂量—反应关系。所以控制接触量、缩短接触时间，是降低危害的根本办法。</a:t>
            </a:r>
          </a:p>
          <a:p>
            <a:r>
              <a:t>不同物质的毒性差别很大：毒性强的物质很小剂量就能造成严重伤害。说明书第 11 部分的半数致死量等数据可用于比较，数值越小毒性越大；GB 30000 系列按急性毒性把化学品分为不同类别。剧毒化学品按专门规定管理（见第 045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GB 30000 系列中的致癌性、生殖细胞致突变性、生殖毒性（可能致畸、影响生育）属于严重的慢性健康危害，标签上通常带“健康危害”象形图。使用这类物质要尽量用替代品、减少用量，在通风柜内操作，做好个体防护，并按本校规定登记管理。</a:t>
            </a:r>
          </a:p>
          <a:p>
            <a:r>
              <a:t>不同人群敏感程度不同：孕期、哺乳期人员应主动向导师和实验室负责人报告，依据《女职工劳动保护特别规定》（以现行文本为准）和本校规定调整工作，避免接触有生殖毒性等危害的物质；对某些化学品过敏或有相关疾病的人，也要提前说明，采取额外保护（职业健康监护与特殊人群见第 152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有些化学品中毒的症状不会立刻出现，可能几小时甚至更久以后才显现。接触后即使暂时没有不适，也不能掉以轻心。</a:t>
            </a:r>
          </a:p>
          <a:p>
            <a:r>
              <a:t>就医时要向医生说清接触过什么化学品、接触方式和时间，最好带上说明书或标签；同时报告实验室负责人，如实记录事件（报告程序见第 157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职业接触限值是针对工作场所空气中有害物质浓度规定的界线：在此之下，绝大多数人长期反复接触不会受到明显的健康损害。国外资料中常见的“阈限值”等也是类似概念，国内统一按 GBZ 2.1（以现行文本为准）执行。</a:t>
            </a:r>
          </a:p>
          <a:p>
            <a:r>
              <a:t>每种物质的限值不同，没有一个统一的数，要查标准，不凭记忆。高校实验室不是例外，同样要遵守；接近限值时就要加强监测和防护。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我国化学有害因素的职业接触限值由 GBZ 2.1 规定，主要分三类：时间加权平均容许浓度（PC-TWA）、短时间接触容许浓度（PC-STEL）和最高容许浓度（MAC）。</a:t>
            </a:r>
          </a:p>
          <a:p>
            <a:r>
              <a:t>进口化学品的说明书上常见国外的限值缩写和数值，只作了解，国内评价和防护以国家标准现行文本为准。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加权平均容许浓度，是把一个工作日内高低变化的接触浓度按时间加权平均后的容许值，用来控制长期、每天的接触。按正常工作日计算的平均浓度不能超过它；长期接触不超过这条线，绝大多数人正常工作不会损害健康。</a:t>
            </a:r>
          </a:p>
          <a:p>
            <a:r>
              <a:t>具体数值以 GBZ 2.1 现行文本为准，查标准，不靠背。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开瓶、倾倒试剂、转移溶剂时，空气中的浓度会短暂冒高。短时间接触容许浓度规定了短时间内（具体时长按 GBZ 2.1 现行文本）接触浓度的上限，管的就是这种短时高峰。</a:t>
            </a:r>
          </a:p>
          <a:p>
            <a:r>
              <a:t>只看平均值是不够的：全天平均没超，但短时尖峰超了，同样不符合要求。所以开瓶、倾倒等操作也要在通风柜内进行。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最高容许浓度是指在一个工作日内、任何时间、任何地点都不应超过的浓度，通常对作用快、刺激性或毒性强的物质规定（具体物质和数值以 GBZ 2.1 现行文本为准）。</a:t>
            </a:r>
          </a:p>
          <a:p>
            <a:r>
              <a:t>只要测得浓度达到它，就属于超标，应立即停止作业、撤离并报告，查找原因整改。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立即威胁生命或健康的浓度（GB 18664-2025 等标准中称为立即威胁生命或健康的环境，以现行文本为准）是指一旦接触就可能致死、造成不可逆健康损害或使人失去逃生能力的浓度。</a:t>
            </a:r>
          </a:p>
          <a:p>
            <a:r>
              <a:t>这样的环境，人不能在里面作业，也绝不能为了救人贸然冲进去；只有经过检测、配备合适呼吸防护（如空气呼吸器）的专业人员才能进入。普通师生遇到气体大量泄漏等情况，应立即撤离，报告实验室负责人和保卫处，需要时拨打 119。具体数值不靠记，靠检测和撤离。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可以把这些概念想成四级台阶：最下面是长期接触的界线（接触限值），然后是每天的平均（时间加权平均），再往上是短时尖峰的上限（短时间接触），最高一级是立即危及生命的浓度。</a:t>
            </a:r>
          </a:p>
          <a:p>
            <a:r>
              <a:t>前两个关注长期和每日平均的接触，后两个关注短时高峰和立即危险。国内的三类限值和最高容许浓度见 K10—K13。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职业接触限值是管理的上限，不是安全与危险的绝对分界：低于限值也不等于绝对安全，个别敏感的人即使在限值以下也可能受到影响，需要额外保护。</a:t>
            </a:r>
          </a:p>
          <a:p>
            <a:r>
              <a:t>正确的做法是尽量降低接触：能少用就少用，能换成低毒物质就换，挥发性操作放进通风柜（控制层级见第 017 课）。接触越低越好，而不是“贴着限值线”就行。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说明书和标准中会出现“行动水平”的概念：接触水平虽然还没超过限值，但已经高到需要采取措施的程度，就要开展接触监测、职业健康检查、培训和告知等工作（具体以 GBZ 2.1 现行文本和本校规定为准）。</a:t>
            </a:r>
          </a:p>
          <a:p>
            <a:r>
              <a:t>使用有害化学品的实验室，要关注所用有害物在空气中的浓度，确保不超过国家规定的职业接触限值（职业健康监护见第 152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大量使用挥发性溶剂，或者有人出现头痛、头晕等不适，怀疑空气中浓度超标时，要报告实验室负责人，由学校委托的专业人员或有资质的机构检测空气，不要凭感觉估计。</a:t>
            </a:r>
          </a:p>
          <a:p>
            <a:r>
              <a:t>测量结果都有误差，判断时要留出余量，不能“刚好不超”就算合格。结果偏高时，要改进通风、减少用量或改变操作方式，并定期复测确认效果（气体检测报警见第 135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空气检测结果要及时告知实验室的所有人员，包括结果是否超标、采取了哪些改进措施。依据《中华人民共和国职业病防治法》（以现行文本为准），职业病危害因素检测结果应当告知劳动者。</a:t>
            </a:r>
          </a:p>
          <a:p>
            <a:r>
              <a:t>报告锁在柜子里、不告诉大家是不行的：每个人都有权知道自己接触的危害，才能做好防护。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答案：C。解析：气体、蒸气、粉尘烟雾都可能被吸入；闻到气味就说明已经吸入，闻不到也不一定安全。</a:t>
            </a:r>
          </a:p>
          <a:p>
            <a:r>
              <a:t>第 2 题 答案：B。解析：短时间接触容许浓度管短时高峰，平均没超、尖峰超了也不行。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答案：B。解析：GBZ 2.1 规定时间加权平均容许浓度、短时间接触容许浓度和最高容许浓度，国外限值只作了解。</a:t>
            </a:r>
          </a:p>
          <a:p>
            <a:r>
              <a:t>第 4 题 答案：C。解析：可能处于立即威胁生命或健康的浓度环境，未经检测和防护绝不进入，由配备呼吸器的专业人员施救。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答案：B。解析：限值不是安全线，有人更敏感；能少用就少用、能替换就替换，接触越低越好。</a:t>
            </a:r>
          </a:p>
          <a:p>
            <a:r>
              <a:t>第 6 题 答案：一律按有毒对待：不闻、不尝、不用手碰；戴好手套和护目镜，只取需要的一点；按最危险的情况防护，查资料、问导师，确认后再处理。解析：未知不等于无害。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毒性、暴露途径与接触限值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70 镜）　适用对象：全体使用化学品的高校本科生、研究生和教职工（必修）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能说出化学品进入人体的四条途径（吸入、皮肤和眼睛接触、注入、食入）及各自的防护要点。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能说出急性与慢性毒性、剂量—反应关系，以及致癌、致突变、生殖毒性物质和特殊人群的防护要求。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能说出国内职业接触限值的三类（时间加权平均、短时间接触、最高容许浓度）和立即威胁生命或健康浓度的含义，具体数值以 GBZ 2.1 现行文本为准。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能判断“低于限值不等于安全”，知道怀疑超标时请专业人员检测、结果要告知全体人员。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《中华人民共和国职业病防治法》（以现行文本为准）：工作场所职业病危害因素检测、评价和告知，职业健康检查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2.1（以现行文本为准）《工作场所有害因素职业接触限值 第1部分：化学有害因素》：时间加权平均容许浓度、短时间接触容许浓度、最高容许浓度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18664-2025（以现行文本为准）《呼吸防护装备的选择、使用和维护》：立即威胁生命或健康的环境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系列（以现行文本为准）《化学品分类和标签规范》：急性毒性、致癌性、生殖细胞致突变性、生殖毒性等健康危害分类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16483-2008（以现行文本为准）《化学品安全技术说明书 内容和项目顺序》：第 8 部分接触控制、第 11 部分毒理学信息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日起施行）及《危险化学品安全管理条例》（以现行文本为准）：剧毒化学品等的使用管理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《女职工劳动保护特别规定》（以现行文本为准）：孕期、哺乳期女职工禁忌从事的作业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号，以现行文本为准）：实验室禁止饮食，开展风险评估和个人防护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先想清楚：化学品怎么进入人体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第一步：想清楚化学品怎么进入人体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四条途径：吸入、皮肤和眼睛接触、注入、食入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总原则：别让化学品碰到你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做风险评估的第一步，是想清楚化学品会通过什么途径进入人体。危险物质进入人体有四条途径：吸入蒸气、气体、粉尘或烟雾；皮肤和眼睛接触（溅入眼睛、皮肤沾染）；注入（被扎破、割伤）；食入（吃进嘴里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只防溅到身上，忽视吸入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不做途径分析就开始实验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吸入：最常见，闻到就已吸入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吸入是最常见的途径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气体、液体蒸气、固体粉尘烟雾都能吸入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闻到气味，说明已经吸进去了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无色无味或浓度低，闻不到也可能有害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吸入是实验室里最常见的暴露途径。气体、挥发性液体的蒸气、固体的粉尘和烟雾都可能被吸入；有些化学品不用碰到就能伤人。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用“有没有味道”判断是否安全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在敞开台面使用挥发性溶剂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皮肤和眼睛：眼睛单列一条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第二常见的途径是皮肤和眼睛接触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眼睛极其娇嫩，要单独当一条途径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戴手套、穿实验服、戴护目镜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皮肤和眼睛接触是第二常见的暴露途径。化学品可以灼伤皮肤，有的还能透过皮肤进入血液。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嫌麻烦不戴护目镜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戴手套后用手揉眼睛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注入和食入：碎玻璃与入口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被沾化学品的碎玻璃、针头割伤就是注入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严禁品尝化学品，实验室严禁饮食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手套沾染会带到嘴边，也会污染样品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注入是指化学品通过伤口直接进入体内，例如被沾有化学品的碎玻璃割伤、被针头扎伤。规范处理锐器和碎玻璃（见第 029 课）就能大大降低这种风险。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戴着手套接电话、摸门把手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在实验室喝水、吃零食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例：农药能吸入，也能透皮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农药本身有毒，能吸入，也能透过皮肤吸收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配含农药的培养基，在通风柜里做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剧毒品种按规定领用，用多少领多少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沾到皮肤，马上用大量清水冲洗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以微生物降解农药的实验为例：实验要用到农药，而农药本身就是毒物，既可能被吸入，也能透过皮肤吸收。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认为农药是“常见物品”不用防护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一次领用大量剧毒品种存放在实验台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未知物一律按有毒对待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未知样品，一律当有毒的对待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不闻、不尝、不用手碰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戴好手套护目镜，只取需要的一点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来历不明的，按最危险防护，问清再处理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新合成的产物、来历不明或标签缺失的样品，毒性并不清楚，一律按有毒物质对待：不闻、不尝、不用手直接接触，戴好手套和护目镜，只取需要的最少量。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闻气味来判断未知物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认为自己合成的东西“应该没毒”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急性与慢性：伤害会累积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毒性分急性和慢性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急性：腐蚀灼伤、急性中毒，要及时处理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一次没事不等于没事，长期小量接触会累积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慢性危害：癌症、呼吸系统疾病、神经损害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少接触，就少受伤、少生病、少留后患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化学品对人体的危害分为急性和慢性。急性危害在接触后短时间内出现，如腐蚀灼伤、急性中毒；局部腐蚀造成的伤害往往难以恢复，中毒要及时处理。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“做了很多次都没事”，就不再防护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只关注急性症状，忽视长期慢性影响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剂量决定毒性：剂量—反应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剂量越大，伤害越重：剂量—反应关系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毒性强的物质，很小剂量就能伤人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半数致死量越小，毒性越大（见第 041 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毒理学的基本规律是“剂量决定毒性”：同一种物质，进入人体的剂量（或接触的浓度和时间）越大，产生的伤害越重，这叫剂量—反应关系。所以控制接触量、缩短接触时间，是降低危害的根本办法。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认为“只用一点点”就一定安全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把半数致死量的大小理解反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致癌、致畸、致突变与特殊人群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致癌、致突变、生殖毒性物质要格外防护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看标签和说明书上的健康危害象形图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孕期、哺乳期主动报告，调整实验工作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过敏、敏感人群需要额外保护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GB 30000 系列中的致癌性、生殖细胞致突变性、生殖毒性（可能致畸、影响生育）属于严重的慢性健康危害，标签上通常带“健康危害”象形图。使用这类物质要尽量用替代品、减少用量，在通风柜内操作，做好个体防护，并按本校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怀孕后不好意思说，继续接触有害物质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使用致癌物时不进通风柜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症状可能迟发，就医说明接触史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有些中毒症状会迟发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就医时说清接触过什么，带上说明书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同时报告负责人，如实记录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有些化学品中毒的症状不会立刻出现，可能几小时甚至更久以后才显现。接触后即使暂时没有不适，也不能掉以轻心。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当时没症状就不报告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就医时说不清接触了什么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接触限值：空气中有害物的浓度界线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接触限值指工作场所空气中有害物的浓度界线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在此之下，多数人长期接触不受伤害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每种物质限值不同，没有统一的数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实验室不是例外，同样要遵守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职业接触限值是针对工作场所空气中有害物质浓度规定的界线：在此之下，绝大多数人长期反复接触不会受到明显的健康损害。国外资料中常见的“阈限值”等也是类似概念，国内统一按 GBZ 2.1（以现行文本为准）执行。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以为接触限值只管工厂，不管实验室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凭记忆说限值，不查标准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国内三类限值，以GBZ 2.1为准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国内看 GBZ 2.1 职业接触限值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三类：时间加权平均、短时间接触、最高容许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国外缩写只作了解，以国标为准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我国化学有害因素的职业接触限值由 GBZ 2.1 规定，主要分三类：时间加权平均容许浓度（PC-TWA）、短时间接触容许浓度（PC-STEL）和最高容许浓度（MAC）。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用进口说明书上的国外限值作国内依据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只知道一种限值，不知道还有短时和最高限值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时间加权平均：整天平均不能超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把一天里高高低低的浓度平均一下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按正常工作日平均，平均值不能超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长期接触不超这条线，正常工作不伤身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具体数值查国家标准，不靠背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时间加权平均容许浓度，是把一个工作日内高低变化的接触浓度按时间加权平均后的容许值，用来控制长期、每天的接触。按正常工作日计算的平均浓度不能超过它；长期接触不超过这条线，绝大多数人正常工作不会损害健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拿一次瞬时读数直接和平均限值比较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记错数值，不查标准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短时间接触：尖峰也不能超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倒试剂、开瓶时，浓度会短暂冒高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短时间接触容许浓度管短时高峰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平均没超，尖峰超了也不行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开瓶、倾倒试剂、转移溶剂时，空气中的浓度会短暂冒高。短时间接触容许浓度规定了短时间内（具体时长按 GBZ 2.1 现行文本）接触浓度的上限，管的就是这种短时高峰。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认为“平均没超就行”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在通风柜外开瓶、倒溶剂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最高容许浓度：任何时候不能超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最高容许浓度：任何时候都不能超过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对刺激性强、作用快的物质规定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一碰到就是超标，立即停止并处理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最高容许浓度是指在一个工作日内、任何时间、任何地点都不应超过的浓度，通常对作用快、刺激性或毒性强的物质规定（具体物质和数值以 GBZ 2.1 现行文本为准）。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把最高容许浓度当作平均值使用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发现超标仍继续作业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立即威胁生命或健康的浓度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达到这个浓度，接触即可能危及生命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人不能在里面作业，也绝不能贸然冲进去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未经检测和防护绝不进入，撤离并报告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具体数值查说明书和标准，不凭记忆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立即威胁生命或健康的浓度（GB 18664-2025 等标准中称为立即威胁生命或健康的环境，以现行文本为准）是指一旦接触就可能致死、造成不可逆健康损害或使人失去逃生能力的浓度。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同伴倒下时冲进去施救，造成连环伤亡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戴普通口罩进入高浓度区域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四个概念像四级台阶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接触限值、平均、短时、立即危险像四级台阶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前两个看长期和每天的平均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后两个看短时尖峰和立即危险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可以把这些概念想成四级台阶：最下面是长期接触的界线（接触限值），然后是每天的平均（时间加权平均），再往上是短时尖峰的上限（短时间接触），最高一级是立即危及生命的浓度。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把几个概念混为一谈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以为立即危险浓度以下就可以随便待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限值不是安全线，越低越好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低于限值，不等于绝对安全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有人更敏感，需要额外保护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能少用就少用，能替换就替换，进通风柜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接触越低越好，不是贴线就行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职业接触限值是管理的上限，不是安全与危险的绝对分界：低于限值也不等于绝对安全，个别敏感的人即使在限值以下也可能受到影响，需要额外保护。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认为“没超限”就不用再改进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不考虑个人敏感差异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行动水平：该监测、该体检了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浓度达到行动水平，就要启动监测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还要开展职业健康检查等措施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监测有害物浓度，确保不超国家限值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说明书和标准中会出现“行动水平”的概念：接触水平虽然还没超过限值，但已经高到需要采取措施的程度，就要开展接触监测、职业健康检查、培训和告知等工作（具体以 GBZ 2.1 现行文本和本校规定为准）。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等到超标才想起监测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长期接触有害物却从不参加职业健康检查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怀疑超标，请专业人员检测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大量用挥发性溶剂、怀疑超标，就要检测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请专业人员检测空气，不自己估计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测量有误差，判断时要留余量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结果偏高，改进措施并定期复测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大量使用挥发性溶剂，或者有人出现头痛、头晕等不适，怀疑空气中浓度超标时，要报告实验室负责人，由学校委托的专业人员或有资质的机构检测空气，不要凭感觉估计。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凭气味大小判断是否超标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检测偏高后不整改、不复测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检测结果要告知大家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检测结果要及时告知实验室人员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不能锁在柜子里不告诉大家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每个人都有权知道自己接触了什么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空气检测结果要及时告知实验室的所有人员，包括结果是否超标、采取了哪些改进措施。依据《中华人民共和国职业病防治法》（以现行文本为准），职业病危害因素检测结果应当告知劳动者。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检测报告只交给领导存档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结果偏高却怕影响实验而隐瞒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化学品进入人体最常见的途径是：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食入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注入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吸入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眼睛接触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判断：开瓶倾倒溶剂时浓度短暂冒高，只要全天平均浓度没超过时间加权平均容许浓度就没问题。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我国化学有害因素职业接触限值的依据是：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GB 2894-2025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GBZ 2.1（以现行文本为准）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GB 15603-2022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GB/T 7144-2016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同伴在气体大量泄漏的房间里倒下，你应该：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立即冲进去把人拖出来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戴上普通口罩进去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不贸然进入，撤离并报告，拨打 119、120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先打开灯查看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042 · 毒性、暴露途径与接触限值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042 毒性、暴露途径与接触限值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判断：只要接触浓度低于职业接触限值，就绝对安全，不需要再采取措施。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简答：处理一瓶来历不明的样品应注意什么？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先想清楚：化学品怎么进入人体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吸入：最常见，闻到就已吸入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皮肤和眼睛：眼睛单列一条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注入和食入：碎玻璃与入口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例：农药能吸入，也能透皮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未知物一律按有毒对待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急性与慢性：伤害会累积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剂量决定毒性：剂量—反应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S2  致癌、致畸、致突变与特殊人群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症状可能迟发，就医说明接触史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接触限值：空气中有害物的浓度界线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国内三类限值，以GBZ 2.1为准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时间加权平均：整天平均不能超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短时间接触：尖峰也不能超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最高容许浓度：任何时候不能超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立即威胁生命或健康的浓度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四个概念像四级台阶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K16  限值不是安全线，越低越好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K17  行动水平：该监测、该体检了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K18  怀疑超标，请专业人员检测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K19  检测结果要告知大家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