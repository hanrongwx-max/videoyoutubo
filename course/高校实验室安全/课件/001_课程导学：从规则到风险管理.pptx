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校实验室集中了化学品、病原微生物、放射源和射线装置、高压气瓶、高温高压设备、激光和电气设备等多种危险源，人员流动大、新手多、实验内容经常变化，事故风险客观存在。国内外高校每年都有实验室事故的报道，它们并不遥远，也不只发生在“危险专业”。</a:t>
            </a:r>
          </a:p>
          <a:p>
            <a:r>
              <a:t>常见的事故类型包括：化学品溢洒和喷溅、针头和锐器刺伤、实验室获得性感染、火灾和爆炸，以及触电、烫伤、冻伤、机械伤害等。后果轻则皮肤灼伤、眼部损伤，重则致残甚至造成人员死亡。</a:t>
            </a:r>
          </a:p>
          <a:p>
            <a:r>
              <a:t>学习本课程的目的，是在动手之前就知道“哪里可能出事、怎样防止出事、出了事怎么办”。第一次进入实验室时就要建立这种意识，而不是等到发生险情之后才补课。</a:t>
            </a:r>
          </a:p>
          <a:p/>
          <a:p>
            <a:r>
              <a:t>来源：合并了 2 个原知识点，最佳讲解取自 CDC Laboratory Safety Series 01（详见 来源.tsv）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有的同学把安全当成“检查前突击整理、检查表上打勾”的任务。实际上安全是科研活动的前提和基础：没有安全，实验无法持续进行，已经取得的成果也可能因为一次事故毁于一旦。</a:t>
            </a:r>
          </a:p>
          <a:p>
            <a:r>
              <a:t>安全与实验质量、数据可靠性是相互关联的。规范操作、整洁有序的实验环境、准确的记录，既减少事故，也减少污染、差错和数据失真。一个在安全上马虎的实验，往往在质量上同样靠不住。</a:t>
            </a:r>
          </a:p>
          <a:p>
            <a:r>
              <a:t>因此，要把安全要求当作实验方案的一部分来设计和执行，而不是额外的负担。</a:t>
            </a:r>
          </a:p>
          <a:p/>
          <a:p>
            <a:r>
              <a:t>来源：合并了 1 个原知识点，最佳讲解取自 Acids, Bases &amp; Solvents Safety 12（详见 来源.tsv）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一次实验，都同时关系到四样东西：自己和他人的生命健康；价值较高、来之不易的仪器设备和设施；长期积累的样品、试剂和实验数据；以及学校、学院和实验室继续开展相关科研活动的资格。发生严重事故后，实验室可能被要求停业整改，相关资质、项目也可能受到影响。</a:t>
            </a:r>
          </a:p>
          <a:p>
            <a:r>
              <a:t>实验室是共享空间。一个人的不规范操作，可能伤及隔壁实验台的同学、楼内其他人员乃至周边环境；反过来，别人的疏忽也可能波及你。所以安全不只是“管好自己”，还包括提醒他人、及时报告隐患。</a:t>
            </a:r>
          </a:p>
          <a:p/>
          <a:p>
            <a:r>
              <a:t>来源：合并了 2 个原知识点，最佳讲解取自 Acids, Bases &amp; Solvents Safety 12（详见 来源.tsv）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故的成本可以分为两部分。直接成本是看得见、能直接计算的支出，例如医疗费用、赔偿金、设备维修和更换费用。间接成本则像冰山的水下部分：受伤人员和相关人员的误工、实验室停用整改、事故调查和处理占用的时间、管理成本、声誉损失等。</a:t>
            </a:r>
          </a:p>
          <a:p>
            <a:r>
              <a:t>在高校，事故还会带来特有的损失：实验停摆导致课题进度延误，长期培养的细胞、菌种、样品和数据报废，学生的学业和毕业时间受到影响，甚至整个课题组、学院的实验室都要停工检查。</a:t>
            </a:r>
          </a:p>
          <a:p>
            <a:r>
              <a:t>认识到事故的全部代价，就会明白：在预防上花的时间和经费，是最划算的投入。</a:t>
            </a:r>
          </a:p>
          <a:p/>
          <a:p>
            <a:r>
              <a:t>来源：合并了 3 个原知识点，最佳讲解取自 Laboratory Ergonomics &amp; RSI 17（详见 来源.tsv）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学阶段的实验安全教育以“规则”为主：必须戴护目镜、禁止饮食、不准嬉闹等。这些规则在大学依然有效，而且会被反复强调。但大学和研究生阶段的实验内容更新快、使用的物质和设备更多样，任何规则清单都不可能把所有情况写全。</a:t>
            </a:r>
          </a:p>
          <a:p>
            <a:r>
              <a:t>因此，本课程要在规则之上更进一步：理解规则背后的原则。遇到新物质、新仪器、新方法时，先识别有哪些危害，再评估风险有多大（与严重程度、可能性、用量和场所有关），然后确定降低风险的措施，并提前做好应急准备。具体的风险评估方法在第 2 章讲解。</a:t>
            </a:r>
          </a:p>
          <a:p>
            <a:r>
              <a:t>懂原则的人，在规则没有写到的地方也能做出正确判断；但懂原则不等于可以不守规则——学校和实验室的规定是底线，必须遵守。</a:t>
            </a:r>
          </a:p>
          <a:p/>
          <a:p>
            <a:r>
              <a:t>来源：合并了 2 个原知识点，最佳讲解取自 ACS College Lab Safety Series 01（详见 来源.tsv）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本课程讲的是高校实验室安全的通用知识和原则。不同实验室的危险源、设备和管理规定差别很大，课程内容不能代替学校、学院组织的安全培训和考核，也不能代替本实验室的安全操作规程和岗前指导。</a:t>
            </a:r>
          </a:p>
          <a:p>
            <a:r>
              <a:t>进入一间实验室前，要按本校规定完成相应的培训和考核，阅读实验室门口的安全信息牌（危险类别、安全责任人、应急联系方式等），熟悉本室的操作规程，并实地确认洗眼器、紧急喷淋、灭火器、急救箱和安全出口的位置。</a:t>
            </a:r>
          </a:p>
          <a:p>
            <a:r>
              <a:t>对于设备用法、化学品性质、操作步骤等任何拿不准的问题，先问实验室负责人、导师或实验室安全员，弄清楚再做。</a:t>
            </a:r>
          </a:p>
          <a:p/>
          <a:p>
            <a:r>
              <a:t>来源：合并了 1 个原知识点，最佳讲解取自 Lab Safety Training Series 03（详见 来源.tsv）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中华人民共和国安全生产法》规定，安全生产工作坚持安全第一、预防为主、综合治理的方针。“安全第一”指在安全与进度、效率、成本发生冲突时，安全优先；“预防为主”指把工作重点放在事前的风险辨识、隐患排查和教育培训上；“综合治理”指综合运用制度、技术、教育、检查等多种手段，由各方共同承担责任。</a:t>
            </a:r>
          </a:p>
          <a:p>
            <a:r>
              <a:t>高校实验室安全工作同样遵循这一方针（具体表述以《高等学校实验室安全规范》和本校制度的现行文本为准）。落到每个人身上，就是：实验前做好准备和评估，实验中规范操作，发现隐患及时报告，而不是等出了事再补救。</a:t>
            </a:r>
          </a:p>
          <a:p/>
          <a:p>
            <a:r>
              <a:t>来源：补充知识点（依据《中华人民共和国安全生产法》和《高等学校实验室安全规范》，原视频未涉及）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本课程共 15 章：第 1 章法规、管理与安全文化，第 2 章危险源辨识与风险评估，第 3 章通用安全与个人防护，第 4 章消防安全，为全体必修；第 5–13 章分别讲化学品、生物、辐射、电气、激光与光学、机械与设备、气瓶低温与气体、特种作业与工程施工、人机工效与职业健康，按所在实验室的危险类别选修；第 14 章应急处置与事故调查为全体必修；第 15 章实验基本技能按专业选学。</a:t>
            </a:r>
          </a:p>
          <a:p>
            <a:r>
              <a:t>每节课包括一段卡通视频、一份知识点详细内容说明书、一份学习课件和课后练习。建议先看视频建立整体印象，再读说明书掌握细节，最后完成练习检验理解。</a:t>
            </a:r>
          </a:p>
          <a:p>
            <a:r>
              <a:t>学习时要带着问题：我的实验用了哪些物质和设备？可能出什么事？应该怎样防护和应急？把课程内容和自己的实际工作对照起来，才能真正用得上。</a:t>
            </a:r>
          </a:p>
          <a:p/>
          <a:p>
            <a:r>
              <a:t>来源：补充知识点（依据本课程大纲，原视频未涉及）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答案：C。解析：医疗费、赔偿金属于直接成本；停工、调查、误工和进度延误属于间接成本。</a:t>
            </a:r>
          </a:p>
          <a:p>
            <a:r>
              <a:t>第 2 题 答案：A。解析：《中华人民共和国安全生产法》规定安全生产工作坚持安全第一、预防为主、综合治理的方针，高校实验室同样遵循。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答案：B。解析：本课程只讲通用要点，不能代替学校、学院和本实验室的培训考核与操作规程。</a:t>
            </a:r>
          </a:p>
          <a:p>
            <a:r>
              <a:t>第 4 题 答案：B。解析：本课程强调“懂原则、会评估”，新情况先评估风险，并向实验室负责人或老师确认后再操作。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答案：人员的生命健康、仪器设备、样品和数据、单位继续开展科研的资格。解析：见 K3。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课程导学：从规则到风险管理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第1章 法规、管理与安全文化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4 分钟（卡通视频 48 镜）　适用对象：全体进入高校实验室的本科生、研究生、新进教职工和博士后（必修，建议入学或进入实验室前学习）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001 · 课程导学：从规则到风险管理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001 课程导学：从规则到风险管理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能说出实验室常见事故类型，以及一次实验同时关系到的人员、设备、样品数据和单位科研资格。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能区分事故的直接成本与间接成本，说出高校事故特有的损失。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能说明“安全第一、预防为主、综合治理”方针和“从背规则到懂原则、会评估”的学习思路。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能做到：明白本课程不能代替学校、学院和本实验室的培训与操作规程，遇到不确定的情况先问再做。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001 · 课程导学：从规则到风险管理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001 课程导学：从规则到风险管理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《中华人民共和国安全生产法》（以现行文本为准）：安全生产工作坚持安全第一、预防为主、综合治理的方针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号）：实验室安全工作的总体要求、安全教育培训与准入（以现行文本为准）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教育部高校实验室安全检查项目表（以现行文本为准）：安全教育与培训类检查项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本校实验室安全管理办法、准入制度和本实验室安全操作规程（以本校规定为准）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001 · 课程导学：从规则到风险管理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实验室事故离我们不远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001 课程导学：从规则到风险管理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实验室事故每年都在发生，不是偶然个例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常见类型：溢洒、针刺、感染、火灾和爆炸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严重时可致伤、致残甚至死亡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安全意识要从第一次进实验室开始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高校实验室集中了化学品、病原微生物、放射源和射线装置、高压气瓶、高温高压设备、激光和电气设备等多种危险源，人员流动大、新手多、实验内容经常变化，事故风险客观存在。国内外高校每年都有实验室事故的报道，它们并不遥远，也不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认为事故只发生在别人身上或“危险专业”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觉得自己只做简单实验，不需要学安全知识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001 · 课程导学：从规则到风险管理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安全是科研的地基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001 课程导学：从规则到风险管理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安全不是为了应付检查打勾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安全像地基，托起所有科研活动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安全、质量、数据三者密不可分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有的同学把安全当成“检查前突击整理、检查表上打勾”的任务。实际上安全是科研活动的前提和基础：没有安全，实验无法持续进行，已经取得的成果也可能因为一次事故毁于一旦。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平时不管，检查前突击整改、补记录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把安全和科研效率对立起来，觉得“讲安全耽误进度”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001 · 课程导学：从规则到风险管理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每次实验押上的四样东西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001 课程导学：从规则到风险管理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第一是人员的生命和健康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还有仪器设备和样品数据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以及单位继续开展科研的资格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同一实验室里每个人的安全都和你相关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每一次实验，都同时关系到四样东西：自己和他人的生命健康；价值较高、来之不易的仪器设备和设施；长期积累的样品、试剂和实验数据；以及学校、学院和实验室继续开展相关科研活动的资格。发生严重事故后，实验室可能被要求停业整改，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只考虑自己有没有防护，不顾及周围同学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发现别人违规操作或存在隐患时不提醒、不报告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001 · 课程导学：从规则到风险管理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事故的代价远不止医药费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001 课程导学：从规则到风险管理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直接成本：医疗费、赔偿金等看得见的支出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间接成本：停工、事故调查、误工等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高校还有实验停摆、样品报废、学业延误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间接损失往往远大于直接损失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事故的成本可以分为两部分。直接成本是看得见、能直接计算的支出，例如医疗费用、赔偿金、设备维修和更换费用。间接成本则像冰山的水下部分：受伤人员和相关人员的误工、实验室停用整改、事故调查和处理占用的时间、管理成本、声誉损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只算医药费，忽视停工、调查和学业延误等间接损失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认为“没伤到人就不算事故”，不报告未遂事件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001 · 课程导学：从规则到风险管理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从背规则到懂原则、会评估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001 课程导学：从规则到风险管理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高中学过的规则，大学还会再强调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规则清单不可能覆盖所有新情况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懂原则：认危害、估风险、定措施、备应急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安全远不只是遵守规则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中学阶段的实验安全教育以“规则”为主：必须戴护目镜、禁止饮食、不准嬉闹等。这些规则在大学依然有效，而且会被反复强调。但大学和研究生阶段的实验内容更新快、使用的物质和设备更多样，任何规则清单都不可能把所有情况写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认为“规则高中就背过了”，不再认真学习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遇到规则没写到的新情况就凭感觉操作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以“懂原则”为由自行变通、不遵守本实验室规定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001 · 课程导学：从规则到风险管理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本课程不能代替本实验室培训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001 课程导学：从规则到风险管理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本课程讲通用要点，帮助打基础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还须参加学校、学院和实验室的安全培训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进入实验室要学习本室规程、认清应急设施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拿不准就问实验室负责人和老师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本课程讲的是高校实验室安全的通用知识和原则。不同实验室的危险源、设备和管理规定差别很大，课程内容不能代替学校、学院组织的安全培训和考核，也不能代替本实验室的安全操作规程和岗前指导。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看完线上课程就以为可以独立做所有实验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进实验室不看安全信息牌，不知道应急设施在哪里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001 · 课程导学：从规则到风险管理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安全第一、预防为主、综合治理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001 课程导学：从规则到风险管理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安全生产法确立的基本方针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安全第一：安全优先于进度和效率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预防为主：功夫下在事前，不靠事后补救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高校实验室安全工作同样坚持这一方针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《中华人民共和国安全生产法》规定，安全生产工作坚持安全第一、预防为主、综合治理的方针。“安全第一”指在安全与进度、效率、成本发生冲突时，安全优先；“预防为主”指把工作重点放在事前的风险辨识、隐患排查和教育培训上；“综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为赶进度省略安全步骤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只在出事后才重视安全，平时不排查隐患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001 · 课程导学：从规则到风险管理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课程地图与学习方法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001 课程导学：从规则到风险管理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全课程 15 章，先管理通识后专项危害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第1–4、14章人人必修，专项章按实验选学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学习方法：看视频、读说明书、做练习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边学边对照自己的实验找危害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本课程共 15 章：第 1 章法规、管理与安全文化，第 2 章危险源辨识与风险评估，第 3 章通用安全与个人防护，第 4 章消防安全，为全体必修；第 5–13 章分别讲化学品、生物、辐射、电气、激光与光学、机械与设备……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只学和自己专业“相关”的章节，跳过必修的通用内容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只看视频不做练习，学完无法应用到自己的实验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001 · 课程导学：从规则到风险管理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001 课程导学：从规则到风险管理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下列哪一项不属于事故的间接成本？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实验室停用整改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事故调查占用的时间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受伤人员的医疗费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课题进度延误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我国安全生产工作的方针是：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安全第一、预防为主、综合治理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效率优先、兼顾安全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谁出事谁负责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先实验后整改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001 · 课程导学：从规则到风险管理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001 课程导学：从规则到风险管理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判断：已经学完本课程的线上视频，就可以不参加本实验室的岗前培训。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在实验室遇到规则清单没有写到的新仪器、新物质时，正确的做法是：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凭经验先试一试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识别危害、评估风险、确定措施并做好应急准备，拿不准先请教负责人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等出了问题再问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照搬别的实验室的做法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001 · 课程导学：从规则到风险管理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001 课程导学：从规则到风险管理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简答：一次实验同时关系到哪四样东西？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K1  实验室事故离我们不远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K2  安全是科研的地基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K3  每次实验押上的四样东西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K4  事故的代价远不止医药费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K5  从背规则到懂原则、会评估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K6  本课程不能代替本实验室培训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S1  安全第一、预防为主、综合治理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S2  课程地图与学习方法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