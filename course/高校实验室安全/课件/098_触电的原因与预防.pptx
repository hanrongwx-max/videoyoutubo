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实验室离不开电，但不守用电规则，就会发生触电、烧伤、电气火灾，甚至死亡事故。用电安全就是安全地使用电气设备和线路，防触电、防火灾；最先要记住的一句话是：水和电不碰面（见 K6）。</a:t>
            </a:r>
          </a:p>
          <a:p>
            <a:r>
              <a:t>用电出事会同时伤到三样：人员、仪器设备和科研工作。电气危害听起来可怕，但只要知道原因、守住规则，绝大多数都可以预防。以下用电规则每个人都要知道：电工照着做，学生要懂、要配合。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触电按接触方式可分为两类。直接接触触电：人体碰到正常工作时就带电的导体，如裸露的导线、接线端子、破损插头里的金属片。间接接触触电：设备内部绝缘损坏，使本来不带电的金属外壳、支架带上电，人去碰外壳时触电。</a:t>
            </a:r>
          </a:p>
          <a:p>
            <a:r>
              <a:t>间接接触最隐蔽：外表看起来好好的仪器，摸上去却会电人。设备外壳可靠接地（接保护导体）并配合漏电保护，可以在漏电时迅速切断电源（见第 099、100 课）；外壳没有接地或接地线断开，漏电就“等着”人去碰。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电流经过人体的方式，触电又常分为：单相触电——人站在地上（或接触接地的金属），身体碰到一根相线（火线），电流经人体流入大地，这是实验室最常见的触电方式；两相触电——人体同时碰到两根相线，承受线电压（我国低压系统为 380 V），更加危险。</a:t>
            </a:r>
          </a:p>
          <a:p>
            <a:r>
              <a:t>跨步电压触电：电线断落地面或接地故障时，电流从落地点向四周大地扩散，地面上离落地点越近电位越高，人两脚之间存在电位差（跨步电压），电流从一只脚流到另一只脚，可能使人抽筋倒地，进而导致更严重的触电。看到电线断落地面，不要走近，设立警戒、远离并报告学校电力管理部门或保卫处，由电工处置；如已在附近感到发麻，应双脚并拢或单脚跳着离开（以本校规定和电力安全规程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电气事故大多源于两类原因（事故致因见第 011 课）：不安全状态，如电线破损、带电体裸露、绝缘不良、过载、缺少维护、设备损坏、环境潮湿；不安全行为，如不懂用电知识、不按规定方法使用设备、私自改装和乱修、没有经过培训。</a:t>
            </a:r>
          </a:p>
          <a:p>
            <a:r>
              <a:t>统计上电气事故多数与人为失误有关：不懂、图省事、不按规程。不安全状态和不安全行为叠加时，风险成倍增加，例如在潮湿地面上使用破损的插线板。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常见的线路隐患包括：私拉乱接电线、用胶布随意接线、布线不规范；接线端子、插头金属片等带电部件裸露在外；电线外皮破损、开裂、老化、发硬，插座外壳裂开。</a:t>
            </a:r>
          </a:p>
          <a:p>
            <a:r>
              <a:t>这些隐患一碰就可能触电，还会引起短路起火。使用前花几秒钟看一眼：电线、插头、插座是否完好，有没有烧焦痕迹和异味；发现问题就停止使用并报修（插座、线缆与临时用电的具体要求见第 101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设备和工具没有接地（或接地线断开），一旦漏电外壳就会带电（见第 099 课）。一个回路、一个插座接入过多负载，电流超过导线和插座的承载能力，会发热甚至起火（过流保护见第 100 课）。</a:t>
            </a:r>
          </a:p>
          <a:p>
            <a:r>
              <a:t>使用损坏的电动工具、仪器，或用错防护用品和工具（如用普通手套代替绝缘手套、用金属工具碰带电部位），同样会导致触电。电线使用不当也是常见原因：拉着电线拔插头、电线打结、被重物或门压住、被车轮碾压，都会损伤绝缘。</a:t>
            </a:r>
          </a:p>
          <a:p>
            <a:r>
              <a:t>在户外或实验楼周边，靠近架空电线搬运长杆、长梯、金属管材或攀爬，可能碰到或接近带电导线。必须远离架空电线，安全距离按电力安全规程执行（见第 105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水，特别是含有杂质的自来水、溶液和汗水，足以导电（金属导电性更好，但不能因此低估水）。潮湿会让皮肤电阻大幅下降（见第 097 课），让绝缘性能变差，触电、电弧、火灾的风险都会加重。</a:t>
            </a:r>
          </a:p>
          <a:p>
            <a:r>
              <a:t>做到：手湿先擦干，再碰开关、插头和接线柱；站在干燥地面或绝缘垫上操作；地面有水，先断电、再清理，干了再用电；插头和插座远离水槽、水浴，不在潮湿地面上拉线，线路走线槽、桥架从高处通过。</a:t>
            </a:r>
          </a:p>
          <a:p>
            <a:r>
              <a:t>确需在潮湿场所用电，由专业人员按规定选用合适的设备、特低电压和漏电保护（以本校规定为准）。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带电部件必须用防护罩、盖板、遮栏遮挡起来，使人碰不到。接线盒、配电盘在带电状态下始终要盖好盖板，盖板缺失、破损时应立即报修，不得继续使用。</a:t>
            </a:r>
          </a:p>
          <a:p>
            <a:r>
              <a:t>配电箱、电气柜的门要关好，箱前保持通道畅通、不堆放杂物，以便险情发生时能第一时间断电（见 K13）。配电箱内的操作只能由持证电工进行，学生和无关人员不得打开配电箱、触碰里面的部件。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触电要设几道防线，任何一道都不能省。第一道：绝缘、防护罩和遮栏，使人碰不到带电体（防直接接触）。第二道：设备外壳可靠接地，线路安装漏电保护器（剩余电流动作保护装置），并用熔断器、断路器防止过载和短路（防间接接触和电气火灾，见第 099、100 课）。第三道：遵守规程，保持距离，开工前确认设备已接地、线路有漏电保护且试验正常。</a:t>
            </a:r>
          </a:p>
          <a:p>
            <a:r>
              <a:t>单相用电设备使用带接地极的三极插头，接入有保护接地的三孔插座；不得掰掉接地极，不得用两孔转换插头绕过接地（导体颜色按现行国家标准和本校规定）。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检修电气设备和线路前，必须断开电源，在开关处上锁并挂“禁止合闸，有人工作”等标示牌，防止别人在不知情的情况下误送电；维修后由本人确认、按规定解锁送电。</a:t>
            </a:r>
          </a:p>
          <a:p>
            <a:r>
              <a:t>停电、验电、挂接地线等电工作业只能由持特种作业操作证的电工按规程进行（见第 105 课）；学生发现问题只负责停用和报告，不参与检修。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碰到仪器机壳手发麻，说明可能漏电：马上断电、拔下插头，挂“停用”标识，报告并报修，不要再用手去摸着试。</a:t>
            </a:r>
          </a:p>
          <a:p>
            <a:r>
              <a:t>开关、插座、插头损坏，没有绝缘的裸线，损坏的电气设备，一律不用；不拖着用，不自己拆开修。报告实验室负责人，由合格的持证电工或设备厂家维修，修好确认后再开工（仪器用电见第 102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在通电的电路实验中调节旋钮、读表时，尽量单手操作，另一只手不扶台架、不碰其他导体；不要两只手同时碰两处导体，读表时身体不要靠在实验台的金属部分上，避免形成经过胸部的电流路径（见第 097 课）。</a:t>
            </a:r>
          </a:p>
          <a:p>
            <a:r>
              <a:t>按实验要求穿戴防护用品，如绝缘鞋、护目镜；电工作业按规定使用绝缘手套、绝缘垫等。低压直流也不能大意：电池两极被金属短接会大电流发热，甚至起火，电池鼓包变形应停用并交老师处理（见第 103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学校和学院要组织用电安全培训，内容包括防触电、电击、电弧、爆炸和火灾；进入实验室前要完成准入培训（见第 007 课），使用特殊电气设备前还要接受本实验室的专项培训。</a:t>
            </a:r>
          </a:p>
          <a:p>
            <a:r>
              <a:t>培训的目的是：会识别电气危害，还能主动避开；懂危害、会防护、知道出事后怎么应急。电工作业属于特种作业，必须持证上岗。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验室，先认清本实验室的配电箱、总电源开关和急停按钮的位置，知道它们控制哪些设备；配电箱前不堆杂物，保证险情发生时能第一时间断电。紧急断电是为了救人和防止事故扩大，平时不得随意拉总闸（停电后的处置见第 156 课）。</a:t>
            </a:r>
          </a:p>
          <a:p>
            <a:r>
              <a:t>电气设备起火，同样先切断电源，再用合适的灭火器扑救，不能用水浇带电设备（电气火灾的扑救见第 107 课）。火势控制不住，立即撤离，拨打 119，并报告实验室负责人、学院和保卫处。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看到有人触电，第一反应往往是伸手去拉，这是最危险的做法：触电者可能还连着带电体，徒手接触会使施救者也触电。</a:t>
            </a:r>
          </a:p>
          <a:p>
            <a:r>
              <a:t>第一件事是立即切断电源：拉下就近的开关、总闸或按下急停按钮；用电器插头在近处时，手握插头本体拔下插头。注意普通开关可能只断开了一根线，有条件时拉总闸更可靠。触电者在高处时，断电前要防止其断电后摔落。</a:t>
            </a:r>
          </a:p>
          <a:p>
            <a:r>
              <a:t>断电后大声呼救，拨打 120，并通知实验室负责人。受过培训的人按规范进行急救（见 K16）。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开关太远或找不到电源时，可以用干燥的木棍、竹竿、塑料管等绝缘物把电线从触电者身上挑开，或把触电者拨离带电体；也可以戴绝缘手套或用干燥的衣物包住手，拉触电者干燥的衣服（不碰其皮肤）。</a:t>
            </a:r>
          </a:p>
          <a:p>
            <a:r>
              <a:t>施救者要站在干燥的木板、绝缘垫等绝缘物上，尽量单手操作，防止自己成为电流通路。金属棒、潮湿的木棍和毛巾都会导电，绝不能使用。以上方法只适用于低压；高压触电必须由电力部门断电后再施救，旁人不得靠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触电者脱离电源后，立即判断意识和呼吸：没有意识、没有正常呼吸时，受过培训的人立即进行心肺复苏，尽快取来自动体外除颤器（AED）使用，直到急救人员到达（操作见第 159 课）；有烧伤的按烧伤处理（见第 158 课）。</a:t>
            </a:r>
          </a:p>
          <a:p>
            <a:r>
              <a:t>触电后即使看起来没事，心律问题也可能过一阵才出现，必须去医院检查（见第 097 课）。</a:t>
            </a:r>
          </a:p>
          <a:p>
            <a:r>
              <a:t>事后按程序报告实验室负责人、学院和保卫处（见第 157 课），保护现场，停用出问题的设备，配合调查原因、整改（见第 162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答案：B。解析：先断电，绝不徒手拉；断电后呼救并拨打 120。</a:t>
            </a:r>
          </a:p>
          <a:p>
            <a:r>
              <a:t>第 2 题 答案：A。解析：适用于低压触电；金属和潮湿物品不能用；高压触电须由电力部门断电后施救。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答案：B。解析：本来不带电的外壳因漏电带电，人接触后触电，防护靠外壳接地和漏电保护。</a:t>
            </a:r>
          </a:p>
          <a:p>
            <a:r>
              <a:t>第 4 题 答案：C。解析：机壳发麻说明可能漏电，坏了不用、不自己修。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答案：B。解析：接地极是防间接接触触电的保护，不能去掉。</a:t>
            </a:r>
          </a:p>
          <a:p>
            <a:r>
              <a:t>第 6 题 答案：立即判断意识和呼吸，拨打 120；无意识、无正常呼吸时由受过培训的人进行心肺复苏并尽快使用 AED；即使看似无事也要送医检查；报告实验室负责人、学院和保卫处，保护现场，停用设备，配合调查。解析：心律异常可能迟发，不能因“醒过来了”就不送医。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触电的原因与预防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第8章 电气安全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72 镜）　适用对象：进入实验室的全体本科生、研究生和教职工，特别是使用电气仪器、电源、电动工具和自制实验装置的人员，以及实验室安全员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能说出触电的常见原因：直接接触、间接接触（漏电外壳）、单相/两相/跨步电压触电，以及不安全状态（线路、裸露、绝缘、接地、过载、潮湿）和不安全行为（人为失误）。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能做到日常预防：用前检查、湿手不碰电、带电部件有遮护、配电箱门关好、坏了不用不自修、单手操作、接受培训。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能判断防触电的几道防线（绝缘遮护、接地和漏电保护、守规程）和检修时断电、上锁挂牌由持证电工进行的要求。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能做到有人触电时先断电（拉闸、拔插头）、断不了电用干燥绝缘物挑开，绝不徒手拉人；脱离电源后呼救 120、心肺复苏和 AED（见第 159 课）、就医并报告。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13869-2017（以现行文本为准，GB/T 13869-2026 即将实施）《用电安全导则》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13870.1-2022（以现行文本为准）《电流对人和家畜的效应 第1部分：通用部分》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13955-2017（以现行文本为准）《剩余电流动作保护装置安装和运行》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4793.1-2007（以现行文本为准，GB 4793-2024 已发布、即将实施）《测量、控制和实验室用电气设备的安全要求 第1部分：通用要求》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《中华人民共和国安全生产法》（以现行文本为准）：特种作业人员持证上岗、从业人员安全培训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号）：用电安全、安全培训与应急处置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电工作业人员持特种作业操作证上岗（以现行规定为准）；本校实验室用电安全管理规定和事故报告程序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电有用也危险，危害可以预防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电离不开，不守规则就会出事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用电安全护人员、护设备、护科研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电气危害听着吓人，都能预防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实验室离不开电，但不守用电规则，就会发生触电、烧伤、电气火灾，甚至死亡事故。用电安全就是安全地使用电气设备和线路，防触电、防火灾；最先要记住的一句话是：水和电不碰面（见 K6）。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认为用电规则是电工的事，与学生无关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出过一次小问题没事，就继续侥幸使用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直接接触与间接接触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直接接触：碰到正常工作时带电的部分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间接接触：漏电使外壳等本不带电的部分带电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外壳没接地，漏电就等着人去碰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带电导线、故障设备、裸露部件都会伤人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触电按接触方式可分为两类。直接接触触电：人体碰到正常工作时就带电的导体，如裸露的导线、接线端子、破损插头里的金属片。间接接触触电：设备内部绝缘损坏，使本来不带电的金属外壳、支架带上电，人去碰外壳时触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以为只要不碰电线，摸设备外壳就绝对安全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发现外壳“有点麻”仍继续使用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单相、两相与跨步电压触电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站在地上碰一根相线，是单相触电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同时碰两根相线，是两相触电，更危险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断线落地有跨步电压，不要走近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电流经过人体的方式，触电又常分为：单相触电——人站在地上（或接触接地的金属），身体碰到一根相线（火线），电流经人体流入大地，这是实验室最常见的触电方式；两相触电——人体同时碰到两根相线，承受线电压（我国低压系统为 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以为站在地上只碰一根线不会触电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走近查看或去捡断落在地上的电线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事故源于不安全状态和行为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事故源于不安全状态和不安全行为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破线、裸露、过载、潮湿是不安全状态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不懂、不按规程、乱修是人为失误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两样叠在一起，风险成倍增加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电气事故大多源于两类原因（事故致因见第 011 课）：不安全状态，如电线破损、带电体裸露、绝缘不良、过载、缺少维护、设备损坏、环境潮湿；不安全行为，如不懂用电知识、不按规定方法使用设备、私自改装和乱修、没有经过培训。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只怪设备不好，不检查自己的操作习惯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明知线破了，还“小心点用”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隐患一：线路乱接、裸露与绝缘破损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线路乱拉乱接，是隐患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带电部件外露，伸手就会碰到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电线外皮破损老化，同样危险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用前看一眼，坏了就不用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常见的线路隐患包括：私拉乱接电线、用胶布随意接线、布线不规范；接线端子、插头金属片等带电部件裸露在外；电线外皮破损、开裂、老化、发硬，插座外壳裂开。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用胶布缠一缠破损的电线继续使用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自己从插座里拉线接到别处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隐患二：未接地、过载、坏工具与架空线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设备没接地，外壳可能带电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一路接太多负载，会过载发热起火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坏工具、用错防护用品，也会触电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电线不拉扯、不打结、不重压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架空电线附近，不举长杆、不架长梯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设备和工具没有接地（或接地线断开），一旦漏电外壳就会带电（见第 099 课）。一个回路、一个插座接入过多负载，电流超过导线和插座的承载能力，会发热甚至起火（过流保护见第 100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拽着电线把插头从插座里拉出来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扛着金属梯子从架空线下经过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潮湿让危害加倍：水和电不碰面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一旦潮湿，所有电气危害都会加重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湿手不碰开关、插头和接线柱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地上有水，先断电清理再用电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插头别沾水，电线别拖过湿地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水，特别是含有杂质的自来水、溶液和汗水，足以导电（金属导电性更好，但不能因此低估水）。潮湿会让皮肤电阻大幅下降（见第 097 课），让绝缘性能变差，触电、电弧、火灾的风险都会加重。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刚洗完手就去拔插头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水浴、水槽旁边放插线板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遮护带电部件，配电箱门关好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带电部件要加防护罩、加遮挡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接线盒、配电盘盖板掉了马上报修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配电箱门关好，箱前不堆杂物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学生不开配电箱，不碰里面部件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带电部件必须用防护罩、盖板、遮栏遮挡起来，使人碰不到。接线盒、配电盘在带电状态下始终要盖好盖板，盖板缺失、破损时应立即报修，不得继续使用。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配电箱前堆放纸箱、气瓶等杂物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嫌麻烦把仪器的防护罩拆掉使用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防触电的几道防线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第一道：绝缘和护罩，人碰不到带电体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第二道：保护接地、漏电保护和过流保护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第三道：守规程，开工前查接地和漏保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三极插头的接地极，不能掰掉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防触电要设几道防线，任何一道都不能省。第一道：绝缘、防护罩和遮栏，使人碰不到带电体（防直接接触）。第二道：设备外壳可靠接地，线路安装漏电保护器（剩余电流动作保护装置），并用熔断器、断路器防止过载和短路（防间接接触和电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三极插头插不进就把接地极掰掉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以为装了漏电保护器就可以带电随便操作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检修先断电，上锁挂牌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检修前断电，上锁挂牌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防止有人误送电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停电验电由持证电工进行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检修电气设备和线路前，必须断开电源，在开关处上锁并挂“禁止合闸，有人工作”等标示牌，防止别人在不知情的情况下误送电；维修后由本人确认、按规定解锁送电。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只关了仪器开关就开始拆线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看到挂牌的开关“好像没人”就合上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坏了不用，不自己修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机壳发麻可能漏电，立即断电停用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坏插座、坏开关、裸线、损坏设备不用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报告负责人，交持证电工修理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碰到仪器机壳手发麻，说明可能漏电：马上断电、拔下插头，挂“停用”标识，报告并报修，不要再用手去摸着试。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自己拿螺丝刀打开仪器查找漏电原因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坏插座贴张纸条提醒就继续用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好习惯：单手操作、按要求穿戴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通电后调节、读数，尽量单手操作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别两手同时碰两处导体，身体别靠台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按要求穿戴防护用品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低压电池也别短接，会发热起火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在通电的电路实验中调节旋钮、读表时，尽量单手操作，另一只手不扶台架、不碰其他导体；不要两只手同时碰两处导体，读表时身体不要靠在实验台的金属部分上，避免形成经过胸部的电流路径（见第 097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一手扶着金属台架，一手调节通电电路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把电池和钥匙、硬币混放在口袋里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先培训：会识别、会避开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用电知识要经过培训才算会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会识别电气危害，还要主动避开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懂危害、会防护、知道出事怎么办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学校和学院要组织用电安全培训，内容包括防触电、电击、电弧、爆炸和火灾；进入实验室前要完成准入培训（见第 007 课），使用特殊电气设备前还要接受本实验室的专项培训。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没参加培训就自己搭接通电装置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培训只为拿证，做实验时照样凭感觉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认清总闸和急停，起火也先断电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进实验室先认清总闸和急停按钮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出现险情，能第一时间断电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电气起火先断电，不能用水浇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控制不住就撤离，拨打 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进入实验室，先认清本实验室的配电箱、总电源开关和急停按钮的位置，知道它们控制哪些设备；配电箱前不堆杂物，保证险情发生时能第一时间断电。紧急断电是为了救人和防止事故扩大，平时不得随意拉总闸（停电后的处置见第 156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出事时才到处找总闸在哪里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电器冒烟时直接泼水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有人触电：先断电，不徒手拉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有人触电，千万别徒手去拉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触电者还连着电，一碰你也会触电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第一件事：立即拉闸或拔插头断电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断电后大声呼救，拨打 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看到有人触电，第一反应往往是伸手去拉，这是最危险的做法：触电者可能还连着带电体，徒手接触会使施救者也触电。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伸手去拉触电的人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先打电话、等人来，迟迟不断电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断不了电：用干燥绝缘物挑开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一时断不了电，不要慌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用干燥木棍、塑料杆挑开电线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站在干燥绝缘物上，单手操作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金属的、潮湿的东西不能用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开关太远或找不到电源时，可以用干燥的木棍、竹竿、塑料管等绝缘物把电线从触电者身上挑开，或把触电者拨离带电体；也可以戴绝缘手套或用干燥的衣物包住手，拉触电者干燥的衣服（不碰其皮肤）。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用金属杆或湿拖把去挑电线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光脚站在湿地上施救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脱离电源后：急救、就医、报告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脱离电源后，查看意识和呼吸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没呼吸心跳，立即心肺复苏、用 AED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看着没事，也要去医院检查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报告实验室负责人、学院和保卫处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触电者脱离电源后，立即判断意识和呼吸：没有意识、没有正常呼吸时，受过培训的人立即进行心肺复苏，尽快取来自动体外除颤器（AED）使用，直到急救人员到达（操作见第 159 课）；有烧伤的按烧伤处理（见第 158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触电者醒过来说没事，就不送医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不报告，私下处理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发现同学手握带电导线无法摆脱，正确的第一步是：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用手把他拉开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立即拉闸断电或拔下插头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先拨打 120 等待救援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用湿毛巾包住手去拉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判断：一时找不到开关时，可以用干燥的木棍把电线从触电者身上挑开，施救者最好站在干燥木板上单手操作。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下列哪种情况属于间接接触触电？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手碰到裸露的接线端子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仪器内部绝缘损坏，人摸到带电的金属外壳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两手各碰一根相线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带电插拔插头时碰到金属片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碰到仪器机壳手发麻，正确的做法是：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再摸一下确认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自己打开机壳检查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断电拔插头，挂停用标识，报告负责人由持证电工维修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换一个插座继续用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098 · 触电的原因与预防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098 触电的原因与预防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判断：三极插头插不进两孔插座时，可以把接地极掰掉再用。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简答：触电者脱离电源后，在场人员应做哪些事？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电有用也危险，危害可以预防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直接接触与间接接触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单相、两相与跨步电压触电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事故源于不安全状态和行为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隐患一：线路乱接、裸露与绝缘破损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隐患二：未接地、过载、坏工具与架空线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潮湿让危害加倍：水和电不碰面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遮护带电部件，配电箱门关好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防触电的几道防线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检修先断电，上锁挂牌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坏了不用，不自己修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好习惯：单手操作、按要求穿戴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先培训：会识别、会避开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认清总闸和急停，起火也先断电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有人触电：先断电，不徒手拉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断不了电：用干燥绝缘物挑开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脱离电源后：急救、就医、报告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