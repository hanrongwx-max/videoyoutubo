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危险物品（俗称危险品）是因其化学、生物或物理性质，可能伤害人体、损坏财产或污染环境的物质和物品。它们对人和环境都有风险，所以在使用、储存、运输和废弃时都要按规定管理。</a:t>
            </a:r>
          </a:p>
          <a:p>
            <a:r>
              <a:t>危险化学品是危险物品中最常见的一类。按照我国法规，具有毒害、腐蚀、爆炸、燃烧、助燃等性质，对人体、设施、环境具有危害的剧毒化学品和其他化学品属于危险化学品，具体以《危险化学品目录》和现行法规为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危险物品的形态多样：粉末和颗粒等固体、溶剂和酸碱等液体、钢瓶中的压缩或液化气体。形态不同，伤人的方式也不同：液体容易洒出和溅到皮肤眼睛，粉末和蒸气容易被吸入，沾在手上可能被误食，处理不当还会污染环境。</a:t>
            </a:r>
          </a:p>
          <a:p>
            <a:r>
              <a:t>针对每一种方式都要提前防护：密闭容器、在通风柜内操作、戴护目镜和手套、实验室不吃不喝、废物按规定收集。化学品进入人体的途径见第 042 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很多化学品在常温常压下看起来平静，但本身具有潜在危险。加热、加压或与其他物质混合时，可能发生分解、着火、爆炸或放出有毒气体。</a:t>
            </a:r>
          </a:p>
          <a:p>
            <a:r>
              <a:t>所以使用前要了解化学品的危险性和不相容物（查标签和安全技术说明书），不随意加热、不随意混合；储存时按相容性分类隔离（见第 043、047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联合国推行的“全球化学品统一分类和标签制度”（GHS）统一了化学品危险性的分类方法、标签和安全技术说明书的格式，使各国的化学品标签和说明书样式基本一致，便于识别。</a:t>
            </a:r>
          </a:p>
          <a:p>
            <a:r>
              <a:t>我国采用这一制度，化学品分类和标签按 GB 30000 系列国家标准《化学品分类和标签规范》（如 GB 30000.7-2013 易燃液体，以现行文本为准）执行，标签按 GB 15258-2009 编写（见第 039 课），说明书按 GB/T 16483-2008 编写（见第 040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按 GB 30000 系列，化学品危险性分为三大类：理化危险、健康危害和环境危害，每一类下面又分为若干危险类别和级别。</a:t>
            </a:r>
          </a:p>
          <a:p>
            <a:r>
              <a:t>理化危险包括爆炸物、易燃气体、气溶胶、氧化性气体、加压气体、易燃液体、易燃固体、自反应物质、自燃液体和固体、自热物质、遇水放出易燃气体的物质、氧化性液体和固体、有机过氧化物、金属腐蚀物等；健康危害包括急性毒性、皮肤腐蚀/刺激、严重眼损伤/眼刺激、呼吸或皮肤致敏、生殖细胞致突变性、致癌性、生殖毒性、特异性靶器官毒性、吸入危害等；环境危害包括危害水生环境和危害臭氧层。类别名称和划分以现行文本为准，标签上用象形图表示（见第 039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在实验室日常管理和安全教育中，常把危险物品按主要危险性质分为七组：易燃和可燃物、腐蚀性物质、有毒物质、反应性和爆炸性物质、放射性物质、生物危害物质、压缩气体。这种分组便于记忆和日常防护。</a:t>
            </a:r>
          </a:p>
          <a:p>
            <a:r>
              <a:t>它与 GB 30000 系列的危险性分类和 GB 6944 的危险货物分类并不矛盾，正式的分类、标签和运输以国家标准为准。一种物质可能同时属于几组（例如既易燃又有毒），防护要兼顾。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易燃和可燃物遇到明火、火花或高温很容易着火，蒸气与空气混合还可能爆炸。实验室常见的有乙醇、丙酮等有机溶剂，生活中常见的有汽油、液化石油气（含丙烷）。</a:t>
            </a:r>
          </a:p>
          <a:p>
            <a:r>
              <a:t>使用时远离明火、电热设备和电火花，少量取用，用后盖紧；储存放在防火柜中（见第 044、046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腐蚀性物质接触皮肤和眼睛会造成化学灼伤，严重时导致失明，还会腐蚀金属和设备。常见的有盐酸、硫酸、硝酸等强酸，氢氧化钠、氢氧化钾等强碱。</a:t>
            </a:r>
          </a:p>
          <a:p>
            <a:r>
              <a:t>取用时必须戴护目镜（必要时戴面屏）、合适的手套和实验服，小心倒取、防止飞溅；腐蚀品单独存放在耐腐蚀柜中（见第 048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有毒物质可以经呼吸道吸入、经口误食或经皮肤吸收进入人体，引起急性或慢性中毒。常见的有某些农药、汞及其化合物；氰化物等属于剧毒化学品，按“五双”管理（见第 045 课）。</a:t>
            </a:r>
          </a:p>
          <a:p>
            <a:r>
              <a:t>防护要点：在通风柜内操作，戴合适的手套；实验室内不吃不喝、不化妆，不把食物带进实验室；操作后、离开前洗手。毒性与接触限值见第 042 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反应性和爆炸性物质性质不稳定，受热、撞击、摩擦或接触空气、水、其他物质时可能剧烈反应甚至爆炸，例如某些过氧化物、硝酸铵等硝酸盐类和多硝基化合物。</a:t>
            </a:r>
          </a:p>
          <a:p>
            <a:r>
              <a:t>这类物品中很多属于易制爆危险化学品或爆炸品，购买、储存和领用受严格管控，要按规定审批、登记，双人管理（见第 045、047 课）。本课只认识类别，不涉及性质条件和用量。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放射性物质会自发放出电离辐射，射线能损伤人体细胞和 DNA，导致急性损伤或远期健康危害。常见的有铀、镭及钴-60 等放射源。</a:t>
            </a:r>
          </a:p>
          <a:p>
            <a:r>
              <a:t>放射性物质只能由取得许可的单位和经过辐射安全培训的人员使用；门口有电离辐射标志的场所，未经许可不得进入。辐射安全见第 7 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生物危害物质包括细菌、病毒、真菌等病原微生物和生物毒素，能让人和动物生病。我国按危害程度把病原微生物分为四类，第一类危害最大，第一类、第二类合称高致病性病原微生物（以《病原微生物实验室生物安全管理条例》现行文本为准）。</a:t>
            </a:r>
          </a:p>
          <a:p>
            <a:r>
              <a:t>实验前要做生物风险评估，在相应防护级别的实验室开展；产生气溶胶的操作在生物安全柜内进行。生物安全见第 6 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压缩气体和液化气体在钢瓶中高压储存，气瓶倾倒、受热或阀门损坏可能爆裂伤人。气体泄漏还会造成危害：惰性气体可使人窒息，氯气、氨等有毒，氢气等易燃，氧气助燃。</a:t>
            </a:r>
          </a:p>
          <a:p>
            <a:r>
              <a:t>气瓶要直立固定、远离热源，使用减压阀，用完关闭瓶阀，定期检漏。气瓶安全见第 11 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为了运输安全，国际上把危险货物分为九类，我国对应的国家标准是 GB 6944-2025（以现行文本为准）《危险货物分类和品名编号》。某种具体物质属于哪一类、编号是多少，查 GB 12268-2025（以现行文本为准）《危险货物品名表》。</a:t>
            </a:r>
          </a:p>
          <a:p>
            <a:r>
              <a:t>运输分类和 GB 30000 的化学品危险性分类目的不同、类别也不完全对应，二者都以国家标准为准。标准会修订，以现行文本为准。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 类是爆炸品，实验室一般不使用，确需使用的要严格审批、管控。第 2 类是气体，分为易燃气体（如氢气）、非易燃无毒气体（如氮气、氧气）和毒性气体（如氯气）。</a:t>
            </a:r>
          </a:p>
          <a:p>
            <a:r>
              <a:t>第 3 类是易燃液体，乙醇、丙酮、乙醚等有机溶剂都属于这一类，是实验室最常见的危险品，要少量存放在防火柜中，远离点火源（见第 044、046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4 类包括易燃固体、易于自燃的物质和遇水放出易燃气体的物质，例如某些活泼金属遇水会放出易燃气体。第 5 类是氧化性物质和有机过氧化物，本身不一定燃烧，但会助燃，要和可燃物分开存放。</a:t>
            </a:r>
          </a:p>
          <a:p>
            <a:r>
              <a:t>第 6 类是毒性物质和感染性物质，既包括有毒化学品，也包括含病原微生物的感染性物质。病原微生物菌（毒）种和样本的运输按国家专门规定办理审批和包装，不能自行邮寄（见第 6 章）。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7 类是放射性物质，只有取得许可的单位才能使用和运输。第 8 类是腐蚀性物质，强酸、强碱等都属于这一类。</a:t>
            </a:r>
          </a:p>
          <a:p>
            <a:r>
              <a:t>第 9 类是杂项危险物质和物品，包括锂电池、干冰、危害环境物质等。“杂项”不是“不危险”：锂电池会起火，干冰升华会让密闭空间缺氧、容器胀裂，危害环境物质会污染水体。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危险货物运输时，包装件上要贴菱形的危险货物包装标志，用颜色和图形表示所属类别（如火焰表示易燃，骷髅表示毒性，腐蚀图形表示腐蚀性）。看到标志，就能知道里面是哪类危险，应该怎样搬运和防护。</a:t>
            </a:r>
          </a:p>
          <a:p>
            <a:r>
              <a:t>标志式样以 GB 190-2009（以现行文本为准）《危险货物包装标志》为准。它与化学品安全标签上的 GHS 象形图（见第 039 课）外形相似但用途不同；搬运危险货物包装件见第 050 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实验室里常见的危险物品有酸碱、有机溶剂、有毒试剂、病原微生物、气瓶等，用完要放回原位，不随手乱放在台面上。</a:t>
            </a:r>
          </a:p>
          <a:p>
            <a:r>
              <a:t>医院里有药品（如细胞毒性药物）、感染性样本、消毒剂等，用过的按医疗废物处理。工厂里的工业化学品和燃料用量更大，一旦泄漏或起火后果更严重。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危险物品不只在实验室。家里和宿舍里的清洁剂、油漆、电池、杀虫剂、燃料、药品等，同样可能伤人。这些产品的包装背面通常印有警示和使用说明，使用前要先看。</a:t>
            </a:r>
          </a:p>
          <a:p>
            <a:r>
              <a:t>家中危险物品要放在儿童够不着的地方，不要倒进饮料瓶等食品容器。宿舍禁止存放实验室化学品。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含氯漂白剂、含氨清洁剂、酸性洁厕剂等都是生活中常见的化学品。不同清洁剂混在一起可能发生反应，放出有毒气体，在卫生间等狭小空间里尤其危险。</a:t>
            </a:r>
          </a:p>
          <a:p>
            <a:r>
              <a:t>使用时只用一种，按说明稀释，戴手套，开窗通风；如果闻到刺激性气味、感到不适，立即离开到空气新鲜处。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汽油、液化石油气、煤油等燃料易燃易爆，要远离火源和高温。电池也是危险物品：铅酸电池里有腐蚀性电解液，锂电池过充、挤压、破损可能起火，鼓包的电池停止使用，废电池按规定回收。</a:t>
            </a:r>
          </a:p>
          <a:p>
            <a:r>
              <a:t>杀虫剂和驱虫剂喷完先离开房间，通风后再进入，远离食物和儿童。药品也是化学品，抗生素、化疗药等要按医嘱和说明使用，不乱吃，不随便给别人。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危险物品对人的伤害，首先是烧伤：火焰造成热烧伤，腐蚀品造成化学灼伤；化学品溅到皮肤或眼睛，要立即用大量清水冲洗（急救见第 14 章）。</a:t>
            </a:r>
          </a:p>
          <a:p>
            <a:r>
              <a:t>其次是中毒：毒物可经呼吸、口和皮肤进入身体。第三是损伤呼吸道和肺：挥发性、刺激性气体和粉尘会伤害呼吸系统，这类操作要在通风柜内进行。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有些化学品的危害不会马上表现出来：致癌、致突变、生殖毒性等长期危害，可能多年后才显现，所以不能因为“当时没感觉”就放松防护。</a:t>
            </a:r>
          </a:p>
          <a:p>
            <a:r>
              <a:t>病原微生物和感染性样本可能造成感染，要按生物安全要求在相应级别实验室和生物安全柜中操作。最严重时，危险物品会危及生命，所以个人防护和操作规程一步都不能省。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危险物品进入环境会污染河流、湖泊和地下水，渗入土壤后很难清除。实验室废液必须倒入专用收集桶，按危险废物处置，不得倒入下水道（见第 053 课）。</a:t>
            </a:r>
          </a:p>
          <a:p>
            <a:r>
              <a:t>重金属和一些难降解的有机物会在生物体内蓄积，沿着食物链逐级富集，最后回到人身上。污染还会破坏生态系统，使物种减少、生物多样性下降。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 题 答案：B。解析：化学品分类和标签按 GB 30000 系列《化学品分类和标签规范》执行。</a:t>
            </a:r>
          </a:p>
          <a:p>
            <a:r>
              <a:t>第 2 题 答案：B。解析：每一大类下又分若干危险类别，标签上用象形图表示。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3 题 答案：D。解析：第 9 类为杂项危险物质和物品，“杂项”不等于不危险。</a:t>
            </a:r>
          </a:p>
          <a:p>
            <a:r>
              <a:t>第 4 题 答案：B。解析：第一类危害最大，第一类、第二类为高致病性病原微生物。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5 题 答案：B。解析：不同清洁剂混用可能产生有毒气体，应单独使用、戴手套、开窗通风。</a:t>
            </a:r>
          </a:p>
          <a:p>
            <a:r>
              <a:t>第 6 题 答案：污染水体和土壤且难以清除；有些毒素在生物体内蓄积并沿食物链回到人；破坏生态系统、使物种减少。解析：因此废液进专用收集桶，不进下水道。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C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1280160"/>
            <a:ext cx="1005840" cy="100584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0058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Microsoft YaHei"/>
              </a:rPr>
              <a:t>038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651760"/>
            <a:ext cx="1109441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Microsoft YaHei"/>
              </a:rPr>
              <a:t>化学品与危险物品分类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CADCE6"/>
                </a:solidFill>
                <a:latin typeface="Microsoft YaHei"/>
              </a:rPr>
              <a:t>第5章 化学品安全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38912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CADCE6"/>
                </a:solidFill>
                <a:latin typeface="Microsoft YaHei"/>
              </a:rPr>
              <a:t>课时：约 6 分钟（卡通视频 72 镜）　适用对象：全体使用化学品和其他危险物品的高校本科生、研究生和教职工（必修）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1264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28C28"/>
                </a:solidFill>
                <a:latin typeface="Microsoft YaHei"/>
              </a:rPr>
              <a:t>《高校实验室安全》学习课件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038 · 化学品与危险物品分类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学习目标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038 化学品与危险物品分类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能说出危险物品的含义、存在形态和伤人途径，以及高温、高压、混合会加大危险。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13683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733723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33723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能说出 GB 30000 系列的理化、健康、环境三大类危害，以及常见危险物品的七组分类和防护要点。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8727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98767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98767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能说出危险货物九类（GB 6944-2025）的名称，看到菱形类别标志能判断危险类别。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3771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463811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63811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能举出实验室、医院、工厂、家庭和宿舍中的危险物品例子，说出它们对人和环境的主要风险。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038 · 化学品与危险物品分类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法规与标准依据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038 化学品与危险物品分类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198882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82880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《中华人民共和国危险化学品安全法》（2026 年 5 月 1 日起施行）及《危险化学品安全管理条例》（以现行文本为准）：危险化学品的含义与分类管理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8727" y="173736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61607" y="198882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01687" y="182880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《危险化学品目录》（以现行版本为准）：列入目录的化学品按危险化学品管理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83464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308610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92608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GB 30000 系列（如 GB 30000.7-2013，以现行文本为准）《化学品分类和标签规范》：理化危险、健康危害、环境危害的分类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8727" y="283464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61607" y="308610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1687" y="292608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GB 6944-2025（以现行文本为准）《危险货物分类和品名编号》：危险货物九类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93192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31520" y="418338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02336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GB 12268-2025（以现行文本为准）《危险货物品名表》：具体物质的类别和编号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78727" y="393192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61607" y="418338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01687" y="402336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GB 190-2009（以现行文本为准）《危险货物包装标志》：运输菱形类别标志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02920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1520" y="528066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512064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《病原微生物实验室生物安全管理条例》（以现行文本为准）：病原微生物按危害程度分为四类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78727" y="502920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61607" y="528066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01687" y="512064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《高等学校实验室安全规范》（教科信厅函〔2023〕5 号，以现行文本为准）：危险化学品、病原微生物、放射源等危险源的辨识和分类管理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038 · 化学品与危险物品分类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危险物品：伤人、毁物、污染环境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038 化学品与危险物品分类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危险物品俗称危险品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会伤害人体、毁坏财产、污染环境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原因在于化学、生物或物理性质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危险物品（俗称危险品）是因其化学、生物或物理性质，可能伤害人体、损坏财产或污染环境的物质和物品。它们对人和环境都有风险，所以在使用、储存、运输和废弃时都要按规定管理。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以为只有“剧毒”“爆炸”才算危险物品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只关心伤人，忽视对设施和环境的危害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038 · 化学品与危险物品分类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固液气都有，多种方式伤人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038 化学品与危险物品分类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危险物品有固体、液体，也有气体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洒出、吸入、误食、接触、乱处理都会伤人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每一种方式，都要提前防住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危险物品的形态多样：粉末和颗粒等固体、溶剂和酸碱等液体、钢瓶中的压缩或液化气体。形态不同，伤人的方式也不同：液体容易洒出和溅到皮肤眼睛，粉末和蒸气容易被吸入，沾在手上可能被误食，处理不当还会污染环境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只防液体飞溅，不防粉尘和蒸气吸入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戴手套操作后用手揉眼、拿食物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038 · 化学品与危险物品分类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遇高温、高压或混合更危险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038 化学品与危险物品分类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很多化学品本身就有潜在危险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遇到高温、高压，危险加大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不同化学品互相混合，可能剧烈反应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很多化学品在常温常压下看起来平静，但本身具有潜在危险。加热、加压或与其他物质混合时，可能发生分解、着火、爆炸或放出有毒气体。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不查资料就把两种试剂倒在一起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把废液随意混倒进同一个桶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038 · 化学品与危险物品分类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全球统一分类，我国按GB 30000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038 化学品与危险物品分类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国际上有统一的化学品分类和标签制度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各国的标签和说明书样式基本一致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我国按 GB 30000 系列国家标准分类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联合国推行的“全球化学品统一分类和标签制度”（GHS）统一了化学品危险性的分类方法、标签和安全技术说明书的格式，使各国的化学品标签和说明书样式基本一致，便于识别。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以为进口试剂和国产试剂的危险分类标准不同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用国外标签或其他颜色编码体系代替国家标准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038 · 化学品与危险物品分类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三大类危害：理化、健康、环境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038 化学品与危险物品分类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S1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GB 30000 系列把危害分成三大类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理化危险：爆炸、易燃、氧化、加压、腐蚀金属等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健康危害：急性毒性、腐蚀刺激、致敏、致癌等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环境危害：危害水生环境和臭氧层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按 GB 30000 系列，化学品危险性分为三大类：理化危险、健康危害和环境危害，每一类下面又分为若干危险类别和级别。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只看是否易燃，忽视慢性健康危害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不知道“危害水生环境”也是危险性，随意倒掉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038 · 化学品与危险物品分类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常见危险物品分七组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038 化学品与危险物品分类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按危险性质，常见危险物品分为七组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易燃、腐蚀、有毒、反应性、放射性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还有生物危害和压缩气体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在实验室日常管理和安全教育中，常把危险物品按主要危险性质分为七组：易燃和可燃物、腐蚀性物质、有毒物质、反应性和爆炸性物质、放射性物质、生物危害物质、压缩气体。这种分组便于记忆和日常防护。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以为一种化学品只有一种危险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用简化分组代替标签和说明书上的正式分类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038 · 化学品与危险物品分类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易燃和可燃物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038 化学品与危险物品分类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很容易着火，甚至爆炸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比如汽油、乙醇、丙烷、丙酮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远离明火和热源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易燃和可燃物遇到明火、火花或高温很容易着火，蒸气与空气混合还可能爆炸。实验室常见的有乙醇、丙酮等有机溶剂，生活中常见的有汽油、液化石油气（含丙烷）。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在明火旁倒溶剂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溶剂瓶敞口放在台面上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038 · 化学品与危险物品分类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腐蚀性物质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038 化学品与危险物品分类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会伤害皮肤和眼睛，腐蚀金属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比如盐酸、硫酸、氢氧化钠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护目镜和手套，一样不能少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腐蚀性物质接触皮肤和眼睛会造成化学灼伤，严重时导致失明，还会腐蚀金属和设备。常见的有盐酸、硫酸、硝酸等强酸，氢氧化钠、氢氧化钾等强碱。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只戴手套不戴护目镜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把酸碱放在高处或和金属物品混放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038 · 化学品与危险物品分类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有毒物质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038 化学品与危险物品分类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吸入、误食、经皮吸收都会中毒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比如某些农药、汞化合物、氰化物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实验室不吃不喝，用完洗手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有毒物质可以经呼吸道吸入、经口误食或经皮肤吸收进入人体，引起急性或慢性中毒。常见的有某些农药、汞及其化合物；氰化物等属于剧毒化学品，按“五双”管理（见第 045 课）。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在实验室里喝水、吃零食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摘手套后不洗手就离开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038 · 化学品与危险物品分类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反应性和爆炸性物质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038 化学品与危险物品分类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性质不稳定，遇空气、水或其他物质剧烈反应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比如某些过氧化物、硝酸盐类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这类物品多数受管控，登记领用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反应性和爆炸性物质性质不稳定，受热、撞击、摩擦或接触空气、水、其他物质时可能剧烈反应甚至爆炸，例如某些过氧化物、硝酸铵等硝酸盐类和多硝基化合物。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长期存放容易形成过氧化物的试剂不检查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不登记私自领用受管控物品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038 · 化学品与危险物品分类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放射性物质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038 化学品与危险物品分类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射线能损伤细胞和 DNA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比如铀、镭、钴-60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看到电离辐射标志，未经许可不进入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放射性物质会自发放出电离辐射，射线能损伤人体细胞和 DNA，导致急性损伤或远期健康危害。常见的有铀、镭及钴-60 等放射源。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好奇进入有电离辐射标志的房间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不知道放射源使用需要许可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038 · 化学品与危险物品分类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生物危害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038 化学品与危险物品分类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细菌、病毒、真菌和生物毒素能致病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我国病原微生物分四类，第一类最危险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按风险评估定级别，在生物安全柜里操作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生物危害物质包括细菌、病毒、真菌等病原微生物和生物毒素，能让人和动物生病。我国按危害程度把病原微生物分为四类，第一类危害最大，第一类、第二类合称高致病性病原微生物（以《病原微生物实验室生物安全管理条例》现行文本为准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以为“第四类最危险”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在开放台面上做可能产生气溶胶的操作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038 · 化学品与危险物品分类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压缩气体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038 化学品与危险物品分类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高压储存，可能爆裂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泄漏会造成窒息或中毒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比如氧气、氯气、氨；气瓶要固定，用完关阀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压缩气体和液化气体在钢瓶中高压储存，气瓶倾倒、受热或阀门损坏可能爆裂伤人。气体泄漏还会造成危害：惰性气体可使人窒息，氯气、氨等有毒，氢气等易燃，氧气助燃。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气瓶不固定，靠墙随意放置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用完只关减压阀不关瓶阀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038 · 化学品与危险物品分类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运输分九类：看GB 6944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038 化学品与危险物品分类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为了运输安全，危险货物分九类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国内对应国家标准 GB 6944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具体物质查危险货物品名表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为了运输安全，国际上把危险货物分为九类，我国对应的国家标准是 GB 6944-2025（以现行文本为准）《危险货物分类和品名编号》。某种具体物质属于哪一类、编号是多少，查 GB 12268-2025（以现行文本为准）……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把运输九类和化学品危险性分类混为一谈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引用已被替代的旧版标准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038 · 化学品与危险物品分类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第1至3类：爆炸品、气体、易燃液体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038 化学品与危险物品分类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第 1 类爆炸品，实验室严格管控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第 2 类气体：易燃、不燃、有毒的都有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第 3 类易燃液体最常见，放防火柜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第 1 类是爆炸品，实验室一般不使用，确需使用的要严格审批、管控。第 2 类是气体，分为易燃气体（如氢气）、非易燃无毒气体（如氮气、氧气）和毒性气体（如氯气）。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以为不燃气体就没有危险（可致窒息）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大量溶剂放在普通木柜或台面上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038 · 化学品与危险物品分类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第4至6类：易燃固体、氧化性、毒性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038 化学品与危险物品分类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第 4 类：易燃固体、易于自燃和遇水放出易燃气体的物质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第 5 类：氧化性物质和有机过氧化物，会助燃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第 6 类：毒性物质和感染性物质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菌毒种和样本运输，另有专门规定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第 4 类包括易燃固体、易于自燃的物质和遇水放出易燃气体的物质，例如某些活泼金属遇水会放出易燃气体。第 5 类是氧化性物质和有机过氧化物，本身不一定燃烧，但会助燃，要和可燃物分开存放。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把氧化剂和纸箱、有机溶剂放在一起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用普通快递寄送感染性样本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038 · 化学品与危险物品分类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第7至9类：放射性、腐蚀性、杂项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038 化学品与危险物品分类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第 7 类放射性物质，持证单位才能使用和运输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第 8 类腐蚀性物质，强酸强碱都在这一类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第 9 类杂项：如锂电池、干冰、危害环境物质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杂项，不等于不危险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第 7 类是放射性物质，只有取得许可的单位才能使用和运输。第 8 类是腐蚀性物质，强酸、强碱等都属于这一类。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把锂电池、干冰当普通物品寄运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把干冰放进密闭容器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038 · 化学品与危险物品分类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菱形类别标志，一眼认危险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038 化学品与危险物品分类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运输和储存时，货包贴菱形类别标志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一眼就知道里面是哪类危险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先认标志，就知道该怎么防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标志式样按 GB 190-2009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危险货物运输时，包装件上要贴菱形的危险货物包装标志，用颜色和图形表示所属类别（如火焰表示易燃，骷髅表示毒性，腐蚀图形表示腐蚀性）。看到标志，就能知道里面是哪类危险，应该怎样搬运和防护。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不看包装标志就徒手拆箱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把运输标志和化学品标签象形图混为一谈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038 · 化学品与危险物品分类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实验室、医院、工厂里的危险物品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038 化学品与危险物品分类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实验室：酸、有机溶剂、病原微生物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医院：药品、感染性样本、消毒剂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工厂：工业化学品和燃料，用量更大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用完归位，不随手乱放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实验室里常见的危险物品有酸碱、有机溶剂、有毒试剂、病原微生物、气瓶等，用完要放回原位，不随手乱放在台面上。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用完的试剂瓶留在台面、通风柜里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用过的感染性物品混入生活垃圾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038 · 化学品与危险物品分类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家里宿舍也有，看背面警示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038 化学品与危险物品分类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家里和宿舍也藏着危险物品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清洁剂、油漆、电池、杀虫剂都是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看看瓶子背面，就有警示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放在孩子够不着的地方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危险物品不只在实验室。家里和宿舍里的清洁剂、油漆、电池、杀虫剂、燃料、药品等，同样可能伤人。这些产品的包装背面通常印有警示和使用说明，使用前要先看。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用饮料瓶分装清洁剂、杀虫剂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把实验室试剂带回宿舍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038 · 化学品与危险物品分类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清洁剂不能混用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038 化学品与危险物品分类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漂白剂、氨水等清洁剂常见于家里宿舍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不同清洁剂混用会产生有毒气体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单独用，戴手套，开窗通风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含氯漂白剂、含氨清洁剂、酸性洁厕剂等都是生活中常见的化学品。不同清洁剂混在一起可能发生反应，放出有毒气体，在卫生间等狭小空间里尤其危险。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为了“清洁更强”把两种清洁剂混用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在门窗紧闭的卫生间里大量使用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038 · 化学品与危险物品分类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燃料、电池、杀虫剂和药品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038 化学品与危险物品分类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K21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汽油、液化气、煤油易燃易爆，远离火源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铅酸电池有腐蚀液，锂电池会起火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杀虫剂喷完先离开，通风后再进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药也是化学品，按说明使用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汽油、液化石油气、煤油等燃料易燃易爆，要远离火源和高温。电池也是危险物品：铅酸电池里有腐蚀性电解液，锂电池过充、挤压、破损可能起火，鼓包的电池停止使用，废电池按规定回收。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给鼓包的锂电池继续充电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喷完杀虫剂立即在房间里睡觉、吃东西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038 · 化学品与危险物品分类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对人：烧伤、中毒、伤呼吸道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038 化学品与危险物品分类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K22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危险物品对人和环境都有风险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火烧和腐蚀都会烧伤，立即冲洗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毒物经呼吸、嘴巴和皮肤进入身体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挥发性物质伤呼吸道和肺，进通风柜做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危险物品对人的伤害，首先是烧伤：火焰造成热烧伤，腐蚀品造成化学灼伤；化学品溅到皮肤或眼睛，要立即用大量清水冲洗（急救见第 14 章）。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化学品溅到皮肤只用纸擦，不冲洗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在敞开台面上处理挥发性试剂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038 · 化学品与危险物品分类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对人：长期危害、感染、致命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038 化学品与危险物品分类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K23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致癌等长期危害，可能多年后才显现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病原和样本会感染，按生物安全要求操作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最严重时危及生命，防护一步都不能省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有些化学品的危害不会马上表现出来：致癌、致突变、生殖毒性等长期危害，可能多年后才显现，所以不能因为“当时没感觉”就放松防护。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认为“闻着没事、摸了没事”就是安全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嫌麻烦省略护目镜、手套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038 · 化学品与危险物品分类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对环境：污染水土、蓄积、破坏生态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038 化学品与危险物品分类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K24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污染水体，渗进土壤也很难清除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废液进专用桶，不进下水道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有些毒素在生物体内蓄积，沿食物链回到人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破坏生态系统，物种减少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危险物品进入环境会污染河流、湖泊和地下水，渗入土壤后很难清除。实验室废液必须倒入专用收集桶，按危险废物处置，不得倒入下水道（见第 053 课）。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少量废液倒进水槽“稀释就好”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把含重金属的废液和普通废水混排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038 · 化学品与危险物品分类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038 化学品与危险物品分类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我国化学品危险性分类的国家标准是：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GB 2894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GB 30000 系列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GB 50016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GB 18871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98767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0287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GB 30000 系列把化学品危害分为哪三大类？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287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固体、液体、气体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理化危险、健康危害、环境危害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剧毒、有毒、低毒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一级、二级、三级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038 · 化学品与危险物品分类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038 化学品与危险物品分类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按 GB 6944，锂电池、干冰属于危险货物的：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第 2 类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第 4 类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第 8 类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第 9 类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98767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0287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判断：我国病原微生物按危害程度分为四类，第四类危害最大。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287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正确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错误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038 · 化学品与危险物品分类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038 化学品与危险物品分类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判断：宿舍打扫卫生时，把两种清洁剂混在一起效果更好。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正确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错误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98767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0287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简答：危险物品对环境有哪些主要风险？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287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C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Microsoft YaHei"/>
              </a:rPr>
              <a:t>本课小结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5364327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  危险物品：伤人、毁物、污染环境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K2  固液气都有，多种方式伤人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K3  遇高温、高压或混合更危险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K4  全球统一分类，我国按GB 30000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S1  三大类危害：理化、健康、环境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K5  常见危险物品分七组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K6  易燃和可燃物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K7  腐蚀性物质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K8  有毒物质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K9  反应性和爆炸性物质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K10  放射性物质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K11  生物危害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K12  压缩气体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78727" y="1645920"/>
            <a:ext cx="5364327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K13  运输分九类：看GB 6944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K14  第1至3类：爆炸品、气体、易燃液体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K15  第4至6类：易燃固体、氧化性、毒性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K16  第7至9类：放射性、腐蚀性、杂项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K17  菱形类别标志，一眼认危险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K18  实验室、医院、工厂里的危险物品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K19  家里宿舍也有，看背面警示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K20  清洁剂不能混用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K21  燃料、电池、杀虫剂和药品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K22  对人：烧伤、中毒、伤呼吸道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K23  对人：长期危害、感染、致命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K24  对环境：污染水土、蓄积、破坏生态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《高校实验室安全》学习课件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