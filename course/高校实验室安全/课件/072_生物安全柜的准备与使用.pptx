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生物安全柜再好，也要照规程用：柜子是工程控制，操作规程是管理控制，两者配合安全才完整，不能想怎么用就怎么用。</a:t>
            </a:r>
          </a:p>
          <a:p>
            <a:r>
              <a:t>不同厂家、不同柜型的用法不完全一样，实验室要结合自己的柜子和实验编写标准操作规程，对照国家标准和本校要求审核，试用验证可行后再正式开工。</a:t>
            </a:r>
          </a:p>
          <a:p>
            <a:r>
              <a:t>用好安全柜要管住几件事：检测认证、安装位置、物品摆放、按规程使用、清洁消毒、定期维护，紧急维修也要有规程（检测和清洁见第 073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柜的气流很容易被打乱，一乱，操作者可能暴露，样品可能被污染。柜子摆放的位置是首要因素：离门太近，一开门柜内空气就会被抽出来；正对空调送风口，会吹乱前窗的气幕；几台柜子挤在一起或正对着放，也会互相干扰。</a:t>
            </a:r>
          </a:p>
          <a:p>
            <a:r>
              <a:t>安装时应把柜子放在远离门口的房间里端，避开门口、送风口和人员走动的通道。位置由设施和设备管理人员确定，使用者不要擅自挪动；柜子移位后必须重新检测（见第 073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在生物安全柜里操作前，先安排一段不会被打断的时间，避免中途频繁离开。</a:t>
            </a:r>
          </a:p>
          <a:p>
            <a:r>
              <a:t>把要用的物品一次备齐，放在柜旁的推车或台面上，伸手可取。再备好一瓶装在洗瓶里的消毒剂，按规定标明名称和配制日期；用什么消毒剂、怎么配，拿不准就问老师（消毒剂见第 076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开柜第一步：确认紫外灯已经关闭。紫外线伤眼睛和皮肤，紫外灯开着时人不能靠近操作；紫外灯只是辅助消毒手段，不能代替擦拭消毒（见第 076 课）。</a:t>
            </a:r>
          </a:p>
          <a:p>
            <a:r>
              <a:t>看铭牌认清柜型：是几级、什么类型、排风是否接了管道，柜型不清楚就问负责人，别凭感觉。再看检测合格标签是否在有效期内；生物安全柜新安装、移位后和定期都要由有资质的机构检测，过期不得使用。</a:t>
            </a:r>
          </a:p>
          <a:p>
            <a:r>
              <a:t>如果是手套箱式的密闭柜，手套是薄弱环节，用前检查手套有无破口、老化，有问题就停用、报告，按程序更换。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打开照明灯和风机，确认前窗报警开关处于打开状态。把前窗拉到柜上标明的工作高度（以柜上标记和说明书为准），拉得太高报警就会响。</a:t>
            </a:r>
          </a:p>
          <a:p>
            <a:r>
              <a:t>低头看看台面下的排液阀，确认关闭（一般手柄与阀体垂直为关闭，以本柜说明为准）。</a:t>
            </a:r>
          </a:p>
          <a:p>
            <a:r>
              <a:t>开机后先让风机空转一段时间（按本柜规程），吹净柜内颗粒、建立稳定气流；确认气流正常、没有报警后再开始操作。一旦报警，停止操作，报告老师。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前窗高度是安全使用的关键之一。正确的工作高度写在说明书里，柜上也要标明；检测认证就是在这个高度下进行的，偏离了这个高度，检测结论就不再适用。</a:t>
            </a:r>
          </a:p>
          <a:p>
            <a:r>
              <a:t>前窗太低，开口处的风速太急，柜内会产生湍流，样品容易被污染；前窗太高，会触发报警，吸入气流不足，柜内空气可能漏到操作者一侧，室内空气也会钻进柜里污染样品。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柜上有压差表或气流显示的，开机后要读数并记录在贴在柜上的记录表里，和前一天比一比：读数慢慢变化，通常是过滤器逐渐积尘；突然变化要警惕，可能是过滤系统堵塞或破损。最要紧的一条：读数为零就不能用，立即停用，报告实验室负责人和设备管理部门。</a:t>
            </a:r>
          </a:p>
          <a:p>
            <a:r>
              <a:t>使用前还要确认空气是往柜里吸的：在前窗开口处放一条薄纸条，纸条向柜内飘，说明气流正常；也可以用发烟器观察。最后用核查表逐项打勾，一项不落。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空转够时间后，把消毒用品放进柜内。消毒剂要用规程指定、对所操作病原确实有效的种类，按规定浓度和作用时间使用（见第 076 课）。</a:t>
            </a:r>
          </a:p>
          <a:p>
            <a:r>
              <a:t>用充分浸湿消毒剂的纸巾擦拭：先擦两侧壁，再擦后壁和前窗玻璃内侧，最后擦台面；让消毒剂停留足够时间，用过的纸巾丢进感染性废物袋。不要在柜内喷消毒剂，雾滴会被吸进格栅和过滤器，腐蚀柜体、损坏过滤器。</a:t>
            </a:r>
          </a:p>
          <a:p>
            <a:r>
              <a:t>无论如何，头都不要伸进柜内；够不着后壁就用伸缩拖把，一次性拖布用完丢进废物袋。用的是含氯（漂白类）消毒剂时，再用清水或乙醇擦一遍去掉残留，残留会腐蚀出小坑、藏住微生物。消毒做完，摘掉手套换新手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柜子去污、准备、检查都做完，才可以开始操作。</a:t>
            </a:r>
          </a:p>
          <a:p>
            <a:r>
              <a:t>个人防护用品要与所做的工作相匹配，穿戴什么按风险评估确定（见第 074、075 课）。</a:t>
            </a:r>
          </a:p>
          <a:p>
            <a:r>
              <a:t>有的实验室要求在台面铺一层吸水垫，防止台面污染、方便清理，铺不铺按风险评估和规程定；但垫子绝不能盖住前格栅和后格栅。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物品放进柜子前，外表面先用消毒剂擦一遍，一件一件擦、一件一件放，少把外面的污染带进柜里。</a:t>
            </a:r>
          </a:p>
          <a:p>
            <a:r>
              <a:t>开工时一次放齐要用的东西，减少中途伸手进出的次数。废物袋（或废物容器）、锐器盒、纸巾也要在开工前放进去；废物容器按柜子大小选，大号灭菌盘只适合宽大的柜子，小柜子用小号容器或袋架。</a:t>
            </a:r>
          </a:p>
          <a:p>
            <a:r>
              <a:t>柜子不是储物柜：东西太多会挡住气流通道，只放这次要用的，用完拿走。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柜内物品按由洁到污的原则摆放：清洁物品（如吸头、无菌试剂）放一侧，中间是操作区，废物袋和锐器盒放另一侧，物品和操作都从洁往污单向推进。</a:t>
            </a:r>
          </a:p>
          <a:p>
            <a:r>
              <a:t>惯用右手的一般从左到右：移液器、吸头、样品、操作区、废物容器依次排开；惯用左手的可以左右对调。摆得顺，做起来才顺，手不必来回交叉，带污染的物品不会从清洁物品上方经过。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前格栅和后格栅是柜内气流的进出口，与下降气流一起形成保护气幕。压住格栅，气流就会乱窜，防护失效。</a:t>
            </a:r>
          </a:p>
          <a:p>
            <a:r>
              <a:t>前格栅上不能放纸巾、管子、记录本，手臂也不要压在上面；物品尽量往柜内放，但不要贴住、挡住后格栅。柜内只放必需品，留出气流通道。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在生物安全柜里要坐着操作，一个柜子一次只一人操作；确需两人同时操作，要用足够宽的柜子并做书面风险评估。</a:t>
            </a:r>
          </a:p>
          <a:p>
            <a:r>
              <a:t>坐下前先调好座椅高度：脸在前窗开口上方、在玻璃后面，腋窝大致与前窗下沿齐平，手臂伸进柜内时肘部约成直角。有的柜子可以把前臂搁在前部，老式柜子可加装专用扶手（加装后要带着扶手重新检测合格）；脚够不着地就用脚踏。</a:t>
            </a:r>
          </a:p>
          <a:p>
            <a:r>
              <a:t>坐得正、动作稳，才能减少疲劳和劳损；做久了，告一段落再休息。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柜内有一股从上往下的洁净下降气流，被它罩住的区域才受保护。操作要在这块区域里进行，一般在台面中后部，离前格栅留出一段距离。</a:t>
            </a:r>
          </a:p>
          <a:p>
            <a:r>
              <a:t>贴着前窗口操作，处在吸入气流和室内空气交界处，既不能保证样品洁净，气溶胶也更容易逸出。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即使前窗高度正确，前窗处的气幕也很脆弱：开口处的风速比人慢慢走路还慢，一个小动作就能把它打破。</a:t>
            </a:r>
          </a:p>
          <a:p>
            <a:r>
              <a:t>手臂猛地抽出，或斜着扫过开口，会把柜内空气带出来，直接飘进操作者的呼吸区。所以要尽量少进出，进出时手臂与前窗垂直、慢慢直进直出。有的规程要求出柜前先脱手套，回柜前换新手套，按本实验室规程执行。</a:t>
            </a:r>
          </a:p>
          <a:p>
            <a:r>
              <a:t>柜前有人快步走过也会扯乱气幕。有人在柜内操作时，旁人不要靠近、不要从其背后穿行，也不要随意开关附近的门。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常规操作都会产生看不见的气溶胶：移液、吹打、振荡混匀、离心后开盖、打开培养容器等。处理感染性材料时，这些操作都要放进生物安全柜，柜内气流把飞沫挡在里面；在开放台面上图省事，飞沫会飘满房间。</a:t>
            </a:r>
          </a:p>
          <a:p>
            <a:r>
              <a:t>真菌长大后会放出大量孢子，可能污染其他培养物，有人吸入还会过敏。培养皿要封好口再培养，需要开盖就在生物安全柜里开；不要凑近闻培养物，从环境中分离的菌先按未知菌对待。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柜内操作要一气呵成：取移液器、装上吸头、调好体积，从样品管中吸取，轻轻加到对应的管或孔里，用完的吸头直接丢进柜内废物容器。动作顺，飞溅和失误就少。</a:t>
            </a:r>
          </a:p>
          <a:p>
            <a:r>
              <a:t>减少气溶胶的操作习惯：生物样品使用带滤芯的吸头；放液时贴壁、平稳，不用力吹打、不起泡；混匀、离心后静置片刻再开盖。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生物安全柜内不能使用酒精灯等明火。火焰产生的热气流往上冲，会冲破保护气幕、打乱下降气流；还可能引起火灾、烤坏柜顶的高效过滤器。柜内常用乙醇擦拭台面，喷过乙醇的台面遇火更容易起火。</a:t>
            </a:r>
          </a:p>
          <a:p>
            <a:r>
              <a:t>需要无菌时改用一次性接种环（用完直接丢入废物容器），或使用电热接种环灭菌器，放在柜内靠后的位置。乙醇用完盖好瓶盖，远离热源。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离心机不要放进柜内运行，它的电机散热风扇会搅乱柜内气流。离心放在柜外，按规程使用密封离心管和密封转子（或安全杯），在柜内装卸（离心机安全见第 121 课）。</a:t>
            </a:r>
          </a:p>
          <a:p>
            <a:r>
              <a:t>其他仪器放进柜内也会影响气流：占据空间、挡住格栅，散热风扇吹乱气流。大型仪器进柜前要先做风险评估，必要时由专业人员测定气流。柜内的小仪器能不放就不放，要放的靠后靠边，不占操作区；电线不能横压格栅、垂出前窗，插座和电线有破损先报修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在柜内用真空管路吸弃液体时，要保护好真空系统：管路上装在线高效过滤器，并配废液收集瓶（瓶内按规程加消毒剂），防止感染性液体和气溶胶进入真空系统。不用的真空管口要盖上。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操作中途需要离开时，先盖好所有容器、把物品放稳，双手慢慢撤出，按规程脱手套；风机不要关，挂牌提示别人勿动。</a:t>
            </a:r>
          </a:p>
          <a:p>
            <a:r>
              <a:t>出现报警、风机停转或突然停电时，立即停止操作，把样品容器盖好，慢慢抽出双手，关好前窗，挂牌停用，别人也不要再用。报告实验室负责人，请专业人员检修，检修合格后才能恢复使用；如有溢洒或暴露，按应急程序处置（见第 078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答案：C。解析：先关紫外灯、看检测标签，开风机、前窗到位、空转，确认无报警、气流向内再开工。</a:t>
            </a:r>
          </a:p>
          <a:p>
            <a:r>
              <a:t>第 2 题 答案：B。解析：前窗太高吸入气流不足，会报警，柜内空气可能外逸、样品也会被污染。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答案：C。解析：前后格栅是气流进出口，不能被任何物品遮挡。</a:t>
            </a:r>
          </a:p>
          <a:p>
            <a:r>
              <a:t>第 4 题 答案：B。解析：明火会打乱气流、烤坏过滤器、引燃乙醇；改用一次性接种环或电热灭菌器。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答案：B。解析：报警说明气流可能失效，须停用并请专业人员检修。</a:t>
            </a:r>
          </a:p>
          <a:p>
            <a:r>
              <a:t>第 6 题 答案：安装位置靠近门口或送风口、前窗高度不对、物品堆放挡住格栅、手臂快速进出、旁人走动、柜内明火、离心机和大型仪器的风扇。解析：气幕很脆弱，要从位置、摆放、动作和仪器几方面控制。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生物安全柜的准备与使用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84 镜）　适用对象：使用生物安全柜的生命科学、医学、农学、环境等专业高校本科生、研究生和教职工（必修，上机操作前完成并经现场考核）；实验室负责人和设备管理人员重点学习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能做到使用前的检查与准备：关紫外灯、认柜型、看检测标签，开风机、前窗拉到标线、关排液阀、空转，读压差、确认气流向内，擦拭消毒。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能做到柜内物品擦净后一次放齐、由洁到污摆放、前后格栅畅通，按正确坐姿在下降气流区内操作，手臂慢进慢出。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能说出影响气流的因素：安装位置、前窗高度、物品堆放、手臂动作、人员走动、明火、离心机和大型仪器。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能判断柜内禁用明火、离心机和大仪器进柜前须评估，报警或气流异常时立即停止、盖好容器、挂牌停用并报告。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《病原微生物实验室生物安全管理条例》（以现行文本为准）：实验室应制定并执行标准操作规程，实验人员按规程操作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生物安全通用要求》：可能产生气溶胶的操作在生物安全柜内进行；设备的安装位置、使用、检测、维护和标准操作程序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233（以现行文本为准）《病原微生物实验室生物安全通用准则》：生物安全柜的使用和实验室操作规范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YY 0569（以现行文本为准）《Ⅱ级 生物安全柜》等生物安全柜现行国家/行业标准：前窗工作高度、气流和报警要求（数值以现行文本、产品说明和检测报告为准）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号，以现行文本为准）：仪器设备操作规程、上机培训和使用记录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本校生物安全柜使用管理规定和本实验室生物安全柜标准操作规程（以本校规定为准）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好设备也要照规程用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设备是工程控制，规程是管理控制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不同柜子用法不同，按本柜编规程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规程验证可行、审核后再开工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检测、位置、摆放、消毒、维护都要管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生物安全柜再好，也要照规程用：柜子是工程控制，操作规程是管理控制，两者配合安全才完整，不能想怎么用就怎么用。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照搬别的型号的说明，不看本柜规程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没有规程，凭经验操作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安装位置：避开门口和送风口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气流一乱，人会暴露，样品会污染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离门太近，一开门气就被抽出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避开空调送风口，别挤在一起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放在房间里端，远离走动气流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柜的气流很容易被打乱，一乱，操作者可能暴露，样品可能被污染。柜子摆放的位置是首要因素：离门太近，一开门柜内空气就会被抽出来；正对空调送风口，会吹乱前窗的气幕；几台柜子挤在一起或正对着放，也会互相干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为了方便把柜子挪到门边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操作时开着正对柜子的空调或电扇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留足时间，备齐物品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留出一段不被打断的时间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物品一次备齐，放在柜旁推车上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消毒剂装瓶，标明名称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在生物安全柜里操作前，先安排一段不会被打断的时间，避免中途频繁离开。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做到一半发现缺东西，频繁进出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消毒剂瓶子不贴标签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开机前：关紫外灯、认柜型、看检测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先确认紫外灯已关，开着不能靠近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看铭牌认柜型，不清楚就问负责人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检测标签在有效期内才能用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手套式柜先查手套有无破损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开柜第一步：确认紫外灯已经关闭。紫外线伤眼睛和皮肤，紫外灯开着时人不能靠近操作；紫外灯只是辅助消毒手段，不能代替擦拭消毒（见第 076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紫外灯开着就开始操作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不看检测标签，过期照用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开风机、前窗到位、空转几分钟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打开照明和风机，报警开关要开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前窗拉到柜上标明的高度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排液阀要关好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开机先空转几分钟，无报警再用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打开照明灯和风机，确认前窗报警开关处于打开状态。把前窗拉到柜上标明的工作高度（以柜上标记和说明书为准），拉得太高报警就会响。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关闭报警开关嫌吵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刚开风机就开始操作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前窗高度：太低起湍流，太高会外逸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前窗高度是关键，按柜上标记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检测就是按这个高度做的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太低：开口风太急，起湍流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太高：报警，柜内空气外逸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前窗高度是安全使用的关键之一。正确的工作高度写在说明书里，柜上也要标明；检测认证就是在这个高度下进行的，偏离了这个高度，检测结论就不再适用。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为了看得清、操作方便把前窗抬高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报警响了继续操作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读压差、看气流往里吸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有压差表的，读数记下与上次比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慢慢变是积尘，突变要警惕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读数为零，立即停用并报告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纸条往里飘，说明气流向内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柜上有压差表或气流显示的，开机后要读数并记录在贴在柜上的记录表里，和前一天比一比：读数慢慢变化，通常是过滤器逐渐积尘；突然变化要警惕，可能是过滤系统堵塞或破损。最要紧的一条：读数为零就不能用，立即停用，报告实验室负责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只开机不看读数，不做记录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压差异常仍然使用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用前擦拭消毒：湿巾擦，不喷雾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用规程指定、对病原有效的消毒剂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侧壁、后壁、前窗内侧，最后台面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不在柜内喷雾，作用时间要够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头不伸进柜，含氯的要擦去残留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空转够时间后，把消毒用品放进柜内。消毒剂要用规程指定、对所操作病原确实有效的种类，按规定浓度和作用时间使用（见第 076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对着柜内大面积喷洒消毒剂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探头进柜擦后壁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穿戴防护，按规程铺吸水垫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去污、准备、检查做完再开工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防护用品按风险评估，与工作匹配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吸水垫按规程铺，绝不盖住格栅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柜子去污、准备、检查都做完，才可以开始操作。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吸水垫铺满整个台面压住格栅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防护用品不按评估要求穿戴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物品擦净后一次放齐，只放必需品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物品外表面先擦，一件擦一件放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一次放齐，减少中途进出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废物袋、锐器盒按柜选大小，先放好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柜子不是储物柜，只放这次要用的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物品放进柜子前，外表面先用消毒剂擦一遍，一件一件擦、一件一件放，少把外面的污染带进柜里。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长期在柜内存放试剂和耗材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开工后才想起放锐器盒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由洁到污摆放，顺着惯用手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清洁区、操作区、污染区依次排开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物品从洁往污单向走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惯用左手的，左右对调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手不来回交叉，污染就少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柜内物品按由洁到污的原则摆放：清洁物品（如吸头、无菌试剂）放一侧，中间是操作区，废物袋和锐器盒放另一侧，物品和操作都从洁往污单向推进。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废物袋放在清洁物品旁边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拿着用过的吸头从样品上方跨过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前后格栅保持畅通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前后格栅是气流的进出口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纸巾、管子、记录本别压格栅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物品往里放，别贴住后格栅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前格栅和后格栅是柜内气流的进出口，与下降气流一起形成保护气幕。压住格栅，气流就会乱窜，防护失效。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把记录本放在前格栅上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物品紧贴后壁堵住后格栅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坐姿：调椅子、肘直角，一次一人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坐着操作，一个柜子一次一人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脸在玻璃后，腋窝与前窗下沿齐平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肘部约成直角，用扶手和脚踏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确需两人，用宽柜并书面评估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在生物安全柜里要坐着操作，一个柜子一次只一人操作；确需两人同时操作，要用足够宽的柜子并做书面风险评估。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站着弯腰、探头操作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两人挤在一个窄柜前同时操作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在下降气流区里操作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下降气流罩着的地方才受保护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在柜内中后部操作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别贴着前窗口干活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柜内有一股从上往下的洁净下降气流，被它罩住的区域才受保护。操作要在这块区域里进行，一般在台面中后部，离前格栅留出一段距离。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在前格栅上方操作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把样品放在前窗口附近方便拿取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气幕很脆弱：手臂慢进慢出，旁人别靠近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气幕很薄，一个小动作就能打破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手臂猛抽会把柜内空气带出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少进出，手臂慢慢直进直出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有人操作时，旁人别靠近、别穿行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即使前窗高度正确，前窗处的气幕也很脆弱：开口处的风速比人慢慢走路还慢，一个小动作就能把它打破。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手臂快速进出取东西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在别人操作时从背后快步走过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产生气溶胶的操作都进柜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移液、振荡、离心、开盖都产生气溶胶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感染性材料的这些操作在柜里做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霉菌孢子会飘：封口培养，柜内开盖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常规操作都会产生看不见的气溶胶：移液、吹打、振荡混匀、离心后开盖、打开培养容器等。处理感染性材料时，这些操作都要放进生物安全柜，柜内气流把飞沫挡在里面；在开放台面上图省事，飞沫会飘满房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在开放台面上打开培养物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凑近闻平板气味判断菌种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操作一气呵成，轻柔防气溶胶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操作一气呵成，飞溅和失误就少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用带滤芯吸头，贴壁慢放，不吹打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混匀、离心后静置片刻再开盖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用过的吸头直接丢进柜内废物容器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柜内操作要一气呵成：取移液器、装上吸头、调好体积，从样品管中吸取，轻轻加到对应的管或孔里，用完的吸头直接丢进柜内废物容器。动作顺，飞溅和失误就少。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用力吹打产生大量气泡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用过的吸头拿出柜外再丢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柜内不用明火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柜里不点酒精灯，不用任何明火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热气打乱气流，还会烤坏过滤器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台面喷过乙醇，遇火更易起火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改用一次性接种环或电热灭菌器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生物安全柜内不能使用酒精灯等明火。火焰产生的热气流往上冲，会冲破保护气幕、打乱下降气流；还可能引起火灾、烤坏柜顶的高效过滤器。柜内常用乙醇擦拭台面，喷过乙醇的台面遇火更容易起火。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习惯性在柜内点酒精灯灼烧接种环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乙醇瓶敞口放在柜内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离心机和大仪器进柜前先评估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离心机别进柜，风扇会搅乱气流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离心在柜外，按规程密封进行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大仪器进柜先评估，必要时测气流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靠后靠边放，电线不压格栅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离心机不要放进柜内运行，它的电机散热风扇会搅乱柜内气流。离心放在柜外，按规程使用密封离心管和密封转子（或安全杯），在柜内装卸（离心机安全见第 121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把小型离心机放进柜内运行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电线压在前格栅上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真空吸液管路要保护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真空吸液管路要装高效过滤器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配收集瓶，防止液体倒吸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不用的管口要盖上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在柜内用真空管路吸弃液体时，要保护好真空系统：管路上装在线高效过滤器，并配废液收集瓶（瓶内按规程加消毒剂），防止感染性液体和气溶胶进入真空系统。不用的真空管口要盖上。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真空管路不装过滤器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收集瓶装满了还继续吸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中途离开和报警时怎么办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中途离开：盖好容器，风机别关，挂牌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报警、停转、停电，立即停下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盖好容器，慢抽手，关前窗，挂牌停用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报告负责人，请专业人员检修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操作中途需要离开时，先盖好所有容器、把物品放稳，双手慢慢撤出，按规程脱手套；风机不要关，挂牌提示别人勿动。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报警时继续把实验做完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中途离开关掉风机，容器敞口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生物安全柜开机后，下列做法正确的是：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紫外灯开着时直接开始操作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关闭报警开关以免吵闹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前窗拉到柜上标明的高度，空转一段时间、确认气流正常后再操作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刚开风机就放样品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判断：为了看得更清楚，可以把前窗抬得比标线高一些。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下列关于柜内物品摆放的说法，错误的是：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物品擦拭后一次放齐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由洁到污单向摆放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记录本放在前格栅上方便看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物品往里放但不挡后格栅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判断：在生物安全柜内可以点酒精灯灼烧接种环。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072 · 生物安全柜的准备与使用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072 生物安全柜的准备与使用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操作中生物安全柜突然报警，应该：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抓紧把实验做完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立即停止，盖好容器，慢慢抽手，关前窗，挂牌停用并报告负责人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关掉报警继续用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打开前窗通风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简答：哪些因素会打乱生物安全柜的气流？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好设备也要照规程用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安装位置：避开门口和送风口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留足时间，备齐物品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开机前：关紫外灯、认柜型、看检测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开风机、前窗到位、空转几分钟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前窗高度：太低起湍流，太高会外逸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读压差、看气流往里吸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用前擦拭消毒：湿巾擦，不喷雾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穿戴防护，按规程铺吸水垫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物品擦净后一次放齐，只放必需品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由洁到污摆放，顺着惯用手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前后格栅保持畅通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坐姿：调椅子、肘直角，一次一人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在下降气流区里操作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气幕很脆弱：手臂慢进慢出，旁人别靠近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产生气溶胶的操作都进柜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操作一气呵成，轻柔防气溶胶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柜内不用明火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离心机和大仪器进柜前先评估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K20  真空吸液管路要保护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K21  中途离开和报警时怎么办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