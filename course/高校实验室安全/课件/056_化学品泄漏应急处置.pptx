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化学品溢洒、泄漏是实验室最常见的意外之一。液体洒在台面或地上，会带来地面湿滑摔倒、皮肤眼睛接触、吸入有害蒸气、易燃蒸气着火等多种隐患。</a:t>
            </a:r>
          </a:p>
          <a:p>
            <a:r>
              <a:t>正因为常见，更不能掉以轻心：处理得当，小洒漏很快解决；处理不当，如徒手擦拭、用错材料、不断火源，小事就可能变成中毒、火灾等大事故。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应急准备在溢洒发生之前。进入实验室前读本实验室的应急预案，查阅所用化学品安全技术说明书的“泄漏应急处理”部分，熟悉标签和储存要求，事先想好一旦洒了怎么办。</a:t>
            </a:r>
          </a:p>
          <a:p>
            <a:r>
              <a:t>实验室要配备溢洒处理包（溢洒包），一般有吸附棉、吸附条、配套中和剂、手套、护目镜、收集袋和标签等，放在显眼、随手可取的位置，前面不堆杂物（应急设施配置见第 027 课）。普通吸附剂只能吸住液体，挡不住蒸气挥发；选用什么吸附剂和中和剂，要按实验室所用化学品问清楚再配备。溢洒包用后及时补齐，定期检查。</a:t>
            </a:r>
          </a:p>
          <a:p>
            <a:r>
              <a:t>怎样处理溢洒要事先接受培训；需要使用呼吸防护的，必须先培训并做适合性检验（见第 025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不同化学品的处理方法不一样，动手前先看清是什么：看瓶子标签，查安全技术说明书的泄漏应急处理方法，再决定怎么做。</a:t>
            </a:r>
          </a:p>
          <a:p>
            <a:r>
              <a:t>按规模和性质分级应对：通风柜里洒了少量已知、危害较低的化学品，受过培训、有把握、有合适器材的人可以按规程自己处理；同样的东西洒了一大片，或者是不明物、剧毒、易燃、气味重，就要立即撤离，交给专业人员处理（见 K12）。分级标准以本校应急预案为准；没有把握时，一律按大量溢洒处理。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发生溢洒，第一步是大声告诉周围的人，提醒大家不要靠近、不要踩踏；无关人员先离开现场。</a:t>
            </a:r>
          </a:p>
          <a:p>
            <a:r>
              <a:t>确保有人立即报告老师或实验室负责人。学生实验中的溢洒，一般由老师用溢洒包处理或在老师指导下处理；学生能做的，是提醒同学、报告老师、在安全的前提下移开旁边的物品、听从是否撤离的安排。无论固体还是液体，洒了都要立即清理，不留到以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丙酮、乙醇等易燃溶剂洒了，蒸气扩散很快，洒开的面积越大，越容易遇火源起火。第一步就是关掉或移走一切点火源：关闭加热板、明火，在安全的前提下关闭附近的电源（不在易燃蒸气浓的地方插拔插头）。</a:t>
            </a:r>
          </a:p>
          <a:p>
            <a:r>
              <a:t>同时保持通风，把旁边的易燃物挪远，再围堵吸附；用过的吸附棉装袋按危险废物处理。量大就撤离，报告实验室负责人。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小量溢洒的处理步骤：先提醒周围的人；穿好实验服、戴护目镜和耐化学品手套（按说明书选择）；取来溢洒包。</a:t>
            </a:r>
          </a:p>
          <a:p>
            <a:r>
              <a:t>先用吸附条或吸附材料在溢洒外圈围一圈，阻止它流开扩散，必要时拉警示带隔离现场，不让别人误入；再用吸附棉从外向内覆盖吸收，直到吸干。不要徒手用纸巾擦。</a:t>
            </a:r>
          </a:p>
          <a:p>
            <a:r>
              <a:t>用铲子等工具把吸附物收进密封袋或容器，贴好标签，按危险废物处理（见 K13）。台面溅了少量酸碱，也要戴手套用吸附材料清理，并告诉负责人。没有把握的，按大量溢洒处理。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酸或碱溢洒时，使用溢洒包里配套的酸碱中和剂或专用吸附剂，按说明从外向内覆盖。不要临时拿强碱去中和强酸（或反之），二者剧烈放热，可能沸腾飞溅。</a:t>
            </a:r>
          </a:p>
          <a:p>
            <a:r>
              <a:t>中和控制住后，再用吸附垫吸收干净，收集物按危险废物处理。中和剂的选用以安全技术说明书和本校规定为准；浓酸浓碱大量泄漏按大量溢洒处理。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固体粉末洒了，先搞清楚是什么，再动手清理。不要用压缩空气枪吹，也不要干扫，一吹一扫粉尘就会飘满屋子，污染别人、被吸入。</a:t>
            </a:r>
          </a:p>
          <a:p>
            <a:r>
              <a:t>一般用润湿的吸附垫或纸巾轻轻覆盖粉末，再小心收起，避免扬尘；收集物按废物规定处理。遇水会反应的化学品不能润湿，要按安全技术说明书规定的方法处理，拿不准时报告负责人。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通风柜内洒了少量溶剂，立即处理：把前窗（视窗）拉低，让通风柜继续排风，用吸附材料吸干，按危险废物收集。</a:t>
            </a:r>
          </a:p>
          <a:p>
            <a:r>
              <a:t>如果着了小火，先断开热源，拉下前窗；受过训练、会用灭火器的可以用灭火器扑救（见第 034 课），控制不住立即撤离，拨打 119，并报告实验室负责人。事先读过所用化学品的安全技术说明书，应急时才心里有数。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温度计等含汞器具摔碎，汞珠散开后会持续挥发出有毒蒸气（汞的危害见第 049 课）。绝不能用吸尘器吸，吸尘器会把汞加热、打散，让汞蒸气散满房间，吸尘器本身也被污染；也不要用扫帚扫或徒手捡。</a:t>
            </a:r>
          </a:p>
          <a:p>
            <a:r>
              <a:t>先让无关人员离开，关闭附近热源，保持通风；由受过培训的人员戴好手套，用专用汞处理包按说明收集，收集物密封、贴签，按危险废物处置，并报告实验室负责人。洒落量较大或洒进缝隙、地毯时，撤离并报告，由专业人员处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荧光灯、节能灯和实验用放电灯里含有汞，灯管又易碎。灯管破了，先断开电源，开窗通风，人员暂时离开房间。</a:t>
            </a:r>
          </a:p>
          <a:p>
            <a:r>
              <a:t>回来清理时不要徒手捡，戴手套用硬纸板等工具把碎片收起，不用吸尘器；碎片和废灯管装进密封容器，按学校规定作为含汞废物交回收，不混进生活垃圾。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量大、成分不明、剧毒、易燃或气味重的泄漏，不要逞强自己清理。立即提醒周围的人，迅速撤离，最后离开的人关上门，封闭实验室。</a:t>
            </a:r>
          </a:p>
          <a:p>
            <a:r>
              <a:t>到安全的地方再求援：报告实验室负责人、学院和保卫处（报告程序见第 157 课）；着火拨打 119，有人受伤拨打 120。大量溢洒蒸气多，交给专业应急人员处理；在负责人或专业人员确认安全之前，任何人不能返回实验室取东西。气体泄漏的处置见第 133 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擦过溢洒的纸巾、用过的吸附棉、吸附条、手套等，都沾染了化学品，属于危险废物。装进密封袋或容器，贴好标签写明成分，不倒下水道，不扔进普通垃圾桶。</a:t>
            </a:r>
          </a:p>
          <a:p>
            <a:r>
              <a:t>清理完成后，把溢洒的地方擦洗去污，确认没有残留。收集物送到危险废物暂存点，按学校规程统一处置（见第 054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处理溢洒时如果化学品沾到皮肤，立即脱去污染的衣物，用大量流水冲洗；溅进眼睛，立即到洗眼器冲洗；吸入后感到不适，马上到空气新鲜处。</a:t>
            </a:r>
          </a:p>
          <a:p>
            <a:r>
              <a:t>冲洗后报告实验室负责人，需要时就医，紧急情况拨打 120，就医时带上化学品名称或安全技术说明书。冲洗时间、方法等详细的急救做法见第 160 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原片举了一个例子：实验室发生化学品泄漏，屋里三人，只有一人说头疼。但在场的人都可能接触到，都应该评估，必要时一起就医检查。</a:t>
            </a:r>
          </a:p>
          <a:p>
            <a:r>
              <a:t>谁在现场、洒了什么、多少、怎么处理的，都要记录下来。小量溢洒处理完也要报告实验室负责人；按本校规定填写事故或未遂事件报告（见第 161 课），补齐溢洒包，查找原因，防止再次发生。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 题 答案：B。解析：小量溢洒按防护、围堵、由外向内吸附、按危废收集、去污、报告的顺序处理。</a:t>
            </a:r>
          </a:p>
          <a:p>
            <a:r>
              <a:t>第 2 题 答案：B。解析：吸尘器会让汞蒸气散满房间；应人员暂离、通风，用专用汞处理包收集，按危险废物处置。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3 题 答案：C。解析：量大、不明的泄漏不自己处理，撤离、关门、报告，交专业人员处理，确认安全前不返回。</a:t>
            </a:r>
          </a:p>
          <a:p>
            <a:r>
              <a:t>第 4 题 答案：B。解析：易燃液体溢洒先断点火源；不在易燃蒸气浓的地方插拔插头，然后通风、围堵吸附。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5 题 答案：装进密封袋或容器，贴好标签写明成分，作为危险废物送到暂存点，按学校规程统一处置；不倒下水道，不扔进普通垃圾桶。解析：清理物沾染了化学品，也是危险废物。</a:t>
            </a:r>
          </a:p>
          <a:p>
            <a:r>
              <a:t>第 6 题 答案：B。解析：在场的人都可能接触，都要评估；并记录在场人员和处理经过，事后报告。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C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1280160"/>
            <a:ext cx="1005840" cy="100584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0058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Microsoft YaHei"/>
              </a:rPr>
              <a:t>056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651760"/>
            <a:ext cx="1109441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Microsoft YaHei"/>
              </a:rPr>
              <a:t>化学品泄漏应急处置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CADCE6"/>
                </a:solidFill>
                <a:latin typeface="Microsoft YaHei"/>
              </a:rPr>
              <a:t>第5章 化学品安全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38912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CADCE6"/>
                </a:solidFill>
                <a:latin typeface="Microsoft YaHei"/>
              </a:rPr>
              <a:t>课时：约 6 分钟（卡通视频 75 镜）　适用对象：全体使用化学品的高校本科生、研究生和教职工（必修，进入实验室前完成）；实验室负责人、安全员和应急处置人员重点学习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1264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28C28"/>
                </a:solidFill>
                <a:latin typeface="Microsoft YaHei"/>
              </a:rPr>
              <a:t>《高校实验室安全》学习课件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056 · 化学品泄漏应急处置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学习目标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056 化学品泄漏应急处置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能做到事先读应急预案和安全技术说明书，知道溢洒包的位置和内容，经过培训再参与处置。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13683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733723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33723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能判断溢洒的规模和性质：少量已知、有把握的按规程处置；量大、不明、剧毒、易燃或没把握的立即撤离、关门、报告。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8727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98767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98767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能做到小量溢洒按“告知—断火源—防护—围堵—由外向内吸附—装袋贴签—去污—报告”处理，酸碱用配套中和剂，粉末润湿覆盖，汞和含汞灯管不用吸尘器。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3771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463811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63811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能说出清理物按危险废物处置、人员沾染先冲洗再就医、在场人员都要评估、事后记录报告的要求。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056 · 化学品泄漏应急处置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法规与标准依据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056 化学品泄漏应急处置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198882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82880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《中华人民共和国危险化学品安全法》（2026 年 5 月 1 日起施行）及《危险化学品安全管理条例》（以现行文本为准）：使用危险化学品的单位制定事故应急预案，配备应急救援器材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8727" y="173736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61607" y="198882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01687" y="182880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《高等学校实验室安全规范》（教科信厅函〔2023〕5 号，以现行文本为准）及高校实验室安全检查项目表：实验室应急预案、应急物资（含溢洒处理用品）与事故报告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83464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308610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92608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GB/T 16483-2008（以现行文本为准）《化学品安全技术说明书 内容和项目顺序》：“泄漏应急处理”部分是溢洒处置的依据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8727" y="283464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61607" y="308610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1687" y="292608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GB 18664-2025（以现行文本为准）《呼吸防护装备的选择、使用和维护》：需要呼吸防护时先培训、做适合性检验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93192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31520" y="418338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02336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GB 28881-2023、GB 14866-2023（以现行文本为准）：耐化学品手套和眼面防护的选用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78727" y="393192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61607" y="418338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01687" y="402336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《国家危险废物名录》（以现行版本为准）：溢洒清理物、吸附材料按危险废物收集处置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02920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1520" y="528066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512064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本校实验室应急预案和事故报告规定：分级标准、报告顺序（实验室负责人→学院→保卫处/实验室管理处）以本校规定为准；火警 119、急救 120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056 · 化学品泄漏应急处置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溢洒很常见，但不能小看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056 化学品泄漏应急处置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溢洒在实验室很常见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地滑会摔倒，还可能中毒、着火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处理不当，小事会变成大事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化学品溢洒、泄漏是实验室最常见的意外之一。液体洒在台面或地上，会带来地面湿滑摔倒、皮肤眼睛接触、吸入有害蒸气、易燃蒸气着火等多种隐患。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觉得“就洒了一点”，随手用纸巾擦掉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洒了不告诉任何人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056 · 化学品泄漏应急处置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事先准备：读预案、备好溢洒包、受过培训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056 化学品泄漏应急处置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事先读应急预案和说明书，想好洒了怎么办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溢洒包放在显眼处，随手可取不被挡住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普通吸附剂挡不住蒸气，按所用化学品配备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处置和使用呼吸防护，都要先培训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应急准备在溢洒发生之前。进入实验室前读本实验室的应急预案，查阅所用化学品安全技术说明书的“泄漏应急处理”部分，熟悉标签和储存要求，事先想好一旦洒了怎么办。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不知道溢洒包放在哪里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溢洒包被杂物挡住或用完不补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056 · 化学品泄漏应急处置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先判断：看规模和性质，分级应对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056 化学品泄漏应急处置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先看洒了多少、是什么、危害大不大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看标签，查说明书的泄漏应急处理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少量已知、有把握、受过培训的，可自己处理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量大、不明或没把握，按大量处理，撤离报告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不同化学品的处理方法不一样，动手前先看清是什么：看瓶子标签，查安全技术说明书的泄漏应急处理方法，再决定怎么做。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不看是什么就动手清理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量大还逞强自己处理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056 · 化学品泄漏应急处置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第一步：大声告知，无关人员离开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056 化学品泄漏应急处置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第一步，大声告诉周围的人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无关人员先离开，别靠近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确保有人报告老师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学生一般协助，由老师主导处理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发生溢洒，第一步是大声告诉周围的人，提醒大家不要靠近、不要踩踏；无关人员先离开现场。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自己悄悄处理，不告诉旁人和老师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围观人员挤在溢洒周围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056 · 化学品泄漏应急处置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易燃液体洒了，先断点火源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056 化学品泄漏应急处置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易燃液体洒了，扩散很快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立刻关掉或移走所有点火源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面积越大，越容易起火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保持通风，旁边易燃物挪远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丙酮、乙醇等易燃溶剂洒了，蒸气扩散很快，洒开的面积越大，越容易遇火源起火。第一步就是关掉或移走一切点火源：关闭加热板、明火，在安全的前提下关闭附近的电源（不在易燃蒸气浓的地方插拔插头）。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洒了溶剂，旁边的加热板还开着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在溢洒旁插拔电器插头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056 · 化学品泄漏应急处置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小量溢洒：防护、围堵、由外向内吸附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056 化学品泄漏应急处置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先穿戴好防护，不徒手擦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先用吸附条围住，不让它流开，隔离现场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再从外向内吸附干净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装进密封袋或容器，贴好标签，告诉负责人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小量溢洒的处理步骤：先提醒周围的人；穿好实验服、戴护目镜和耐化学品手套（按说明书选择）；取来溢洒包。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从中间往外擦，把溢洒越擦越大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不戴手套直接用纸巾擦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056 · 化学品泄漏应急处置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酸碱溢洒，用配套中和剂再吸附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056 化学品泄漏应急处置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酸碱溢洒，先用溢洒包配套的中和剂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别临时拿强酸强碱互相中和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控制住后，用吸附垫吸收干净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酸或碱溢洒时，使用溢洒包里配套的酸碱中和剂或专用吸附剂，按说明从外向内覆盖。不要临时拿强碱去中和强酸（或反之），二者剧烈放热，可能沸腾飞溅。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用强碱直接中和洒出的强酸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不用中和剂，直接用纸巾擦酸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056 · 化学品泄漏应急处置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粉末先润湿覆盖，不用气枪吹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056 化学品泄漏应急处置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粉末洒了，先看清是什么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别用气枪吹，一吹就飘满屋子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轻轻覆盖润湿，再收起来，避免扬尘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遇水反应的粉末，按说明书处理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固体粉末洒了，先搞清楚是什么，再动手清理。不要用压缩空气枪吹，也不要干扫，一吹一扫粉尘就会飘满屋子，污染别人、被吸入。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用气枪吹走台面上的粉末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遇水反应的粉末也用湿布擦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056 · 化学品泄漏应急处置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通风柜内溢洒和小火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056 化学品泄漏应急处置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柜内洒了少量溶剂，马上处理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前窗拉低，用吸附材料吸干，按危废收集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着了小火，断热源，拉下前窗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会用就用灭火器，控制不住拨 119，撤离报告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通风柜内洒了少量溶剂，立即处理：把前窗（视窗）拉低，让通风柜继续排风，用吸附材料吸干，按危险废物收集。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柜内着火时把视窗推高去看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柜内溢洒后关掉风机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056 · 化学品泄漏应急处置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汞洒落：不用吸尘器，用汞处理包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056 化学品泄漏应急处置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绝不能用吸尘器，汞会散到空气里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也别用扫帚扫，别徒手捡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人员暂离，关热源，通风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用专用汞处理包收集，按危险废物处置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温度计等含汞器具摔碎，汞珠散开后会持续挥发出有毒蒸气（汞的危害见第 049 课）。绝不能用吸尘器吸，吸尘器会把汞加热、打散，让汞蒸气散满房间，吸尘器本身也被污染；也不要用扫帚扫或徒手捡。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用吸尘器吸汞珠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用手或扫帚把汞扫进垃圾桶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056 · 化学品泄漏应急处置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含汞灯管破碎：通风、暂离、不用吸尘器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056 化学品泄漏应急处置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荧光灯、放电灯里含汞，又易碎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先断电，开窗通风，人员暂离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戴手套用硬纸收集，不用吸尘器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碎片和废灯管按含汞废物交回收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荧光灯、节能灯和实验用放电灯里含有汞，灯管又易碎。灯管破了，先断开电源，开窗通风，人员暂时离开房间。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徒手捡灯管碎片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用吸尘器吸碎灯管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056 · 化学品泄漏应急处置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大量、不明、剧毒：撤离、关门、报告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056 化学品泄漏应急处置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量大、不明、剧毒、易燃，别自己处理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立即撤离，关门封闭实验室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报告负责人、学院和保卫处；着火 119，伤人 120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交给专业人员，确认安全前不能回去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量大、成分不明、剧毒、易燃或气味重的泄漏，不要逞强自己清理。立即提醒周围的人，迅速撤离，最后离开的人关上门，封闭实验室。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大量泄漏时留下来自己清理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撤离后又回去拿书包、手机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056 · 化学品泄漏应急处置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清理物按危废处置，现场去污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056 化学品泄漏应急处置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清理用过的纸巾、吸附棉、手套也是危险废物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装袋贴签，不倒下水道，不进普通垃圾桶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清理完，把那块地方去污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按学校规程，交统一处置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擦过溢洒的纸巾、用过的吸附棉、吸附条、手套等，都沾染了化学品，属于危险废物。装进密封袋或容器，贴好标签写明成分，不倒下水道，不扔进普通垃圾桶。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吸附过溶剂的纸巾扔进生活垃圾桶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清理后不去污，残留继续挥发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056 · 化学品泄漏应急处置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沾到皮肤眼睛，先冲洗再就医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056 化学品泄漏应急处置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沾到皮肤，脱去污染衣物，用大量流水冲洗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溅进眼睛，立即到洗眼器冲洗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吸入不适，到空气新鲜处，需要时拨 120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报告负责人，必要时就医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处理溢洒时如果化学品沾到皮肤，立即脱去污染的衣物，用大量流水冲洗；溅进眼睛，立即到洗眼器冲洗；吸入后感到不适，马上到空气新鲜处。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先清理溢洒，顾不上冲洗自己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冲洗几秒钟就停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056 · 化学品泄漏应急处置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在场的人都关注，事后记录报告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056 化学品泄漏应急处置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泄漏时在场的人都可能接触，都要评估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不只关注出现症状的人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谁在现场、怎么处理的，都记下来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处理完要报告，溢洒包用后补齐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原片举了一个例子：实验室发生化学品泄漏，屋里三人，只有一人说头疼。但在场的人都可能接触到，都应该评估，必要时一起就医检查。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只有出现症状的人才去检查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小量溢洒处理完不报告、不记录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056 · 化学品泄漏应急处置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056 化学品泄漏应急处置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实验台上洒了一小摊已知的低危害溶液，你受过培训、有把握，正确的处理顺序是：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用纸巾从中间往外擦干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告知他人，穿戴防护，用吸附条围住，再从外向内吸附，装袋贴签，去污并报告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用水冲到下水道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等它自然挥发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98767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0287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判断：温度计摔碎后，可以用吸尘器把汞珠吸干净。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287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正确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错误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056 · 化学品泄漏应急处置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056 化学品泄漏应急处置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地上洒了一大片气味刺鼻、成分不明的液体，首先应该：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用溢洒包自己清理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打开窗户后继续实验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提醒他人，立即撤离、关门，到安全处报告负责人、学院和保卫处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用水冲洗地面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98767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0287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易燃溶剂洒在地上，旁边加热板正在工作，第一步应该：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287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拿拖把拖干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关掉或移走所有点火源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拔掉身边所有插头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打开电风扇吹散蒸气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056 · 化学品泄漏应急处置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056 化学品泄漏应急处置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简答：清理溢洒用过的吸附棉和手套应怎样处理？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6278727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98767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0287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判断：泄漏时屋里三个人只有一个人头疼，只需要这个人去就医检查。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287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正确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错误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C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Microsoft YaHei"/>
              </a:rPr>
              <a:t>本课小结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5364327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  溢洒很常见，但不能小看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K2  事先准备：读预案、备好溢洒包、受过培训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K3  先判断：看规模和性质，分级应对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K4  第一步：大声告知，无关人员离开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K5  易燃液体洒了，先断点火源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K6  小量溢洒：防护、围堵、由外向内吸附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K7  酸碱溢洒，用配套中和剂再吸附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K8  粉末先润湿覆盖，不用气枪吹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78727" y="1645920"/>
            <a:ext cx="5364327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K9  通风柜内溢洒和小火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K10  汞洒落：不用吸尘器，用汞处理包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K11  含汞灯管破碎：通风、暂离、不用吸尘器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K12  大量、不明、剧毒：撤离、关门、报告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K13  清理物按危废处置，现场去污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K14  沾到皮肤眼睛，先冲洗再就医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K15  在场的人都关注，事后记录报告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《高校实验室安全》学习课件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