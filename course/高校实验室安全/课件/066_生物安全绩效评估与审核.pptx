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风险绩效评估，就是记录、测量和评价我们做过的事，目的是把生物风险降下来。它看的是整个体系：不只看病原，还要看人、物和设施。绩效测量不是另外一摊事，而是管理体系的一部分：规程写的和实际做的，都要量。</a:t>
            </a:r>
          </a:p>
          <a:p>
            <a:r>
              <a:t>做法是回头查记录：有没有发生防护失效，有没有事故、事件和未遂事件，日常检查发现了什么；出了事故或险情，就修订规程。绩效评估能看出体系哪里达标、哪里没有，没达标就要问为什么；认证认可时审核员要看这些记录；它还能预防事故、减少损失和开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打个比方：计划十五分钟跑完一公里，实际跑了二十分钟。天气、体能、装备，逐一找出拖后腿的因素。计划和实际之间的差距，就是绩效要看的东西。</a:t>
            </a:r>
          </a:p>
          <a:p>
            <a:r>
              <a:t>实验室可以年初定目标（如事件、事故、溢洒的情况），年底做对比表：事件超了，可能是规程有漏洞，就修订规程、加强培训；目标是零溢洒，实际发生了一次，也要改。每一起事件和事故都要调查。绩效是每个人努力的总和，实际常常达不到计划，而且会变化，要持续用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控制措施加上了，就一定有效吗？要靠绩效来验证：减缓之后再做一次风险评估，确认风险真的降下来了，这一步才算数。剩下的风险能不能接受，要再判断。</a:t>
            </a:r>
          </a:p>
          <a:p>
            <a:r>
              <a:t>风险管理是一个圆圈：收集信息、评价风险、制定策略、落实控制措施、复查，然后再转一圈。绩效评估是 AMP 循环的第三步（见第 065 课），可以用一张表来做：推荐了什么措施？真落实了吗？没有，为什么？有没有记录？再审核、修改措施。整改之后还要看效果；绩效数据也是说服领导投入资源的依据。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单位的安全方针（政策）表明决心和方向，不讲具体做法，要再分解成职责、目标和步骤，落成具体目标后，再按标准检查有没有做到。</a:t>
            </a:r>
          </a:p>
          <a:p>
            <a:r>
              <a:t>目标是看得见、量得出的结果，比如“实验结束，人员零感染”。具体目标是限时完成的步骤，最典型的就是标准操作规程。目标要符合五个要求：具体、可测量、能实现、合理、有时限；不要定做不到的目标，审核时会被指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指标要用数字说话，能回答“多少次、多少量”。要定期使用，一直用同一把尺子，才能看出偏离，在出事之前报警。</a:t>
            </a:r>
          </a:p>
          <a:p>
            <a:r>
              <a:t>常用的生物安全绩效指标：事件报告（发生多少、什么原因），险兆（未遂）事件（差一点出事的也算），培训（该学的人是否都学完），演练有没有做（记录就是证据），防护用品配备，检查的频次和范围，做法是否符合现行标准规范。挑指标时，要量什么就选什么，不图省事；尽量能量化，并覆盖实验室、学院、学校各个层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标分两类。先行指标衡量过程、文化、行为和屏障（如培训完成、检查执行、规范操作的比例、设备检测按期完成），事先定好，为安全工作指方向。滞后指标衡量事件、事故、险兆和整改情况，都是事后才看得到的。</a:t>
            </a:r>
          </a:p>
          <a:p>
            <a:r>
              <a:t>只在出事后才分析就太晚了。要多观察日常行为，提前发现苗头，多听同行的经验和教训，把先行指标和滞后指标结合起来看。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好指标由相关人员一起商量出来，具有相关、客观、及时、成本合理的特点，能指导整改，带来改进机会。</a:t>
            </a:r>
          </a:p>
          <a:p>
            <a:r>
              <a:t>指标要审慎使用：度量标准由生物安全委员会等事先定好，数据要呈现得让人看得懂。评价体系本身也要定期检查：指标还相关吗？要不要换新的？照搬别处的指标未必合用。不能为了“指标好看”而少报、瞒报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测量是改进的第一步：量出来才看得懂，看得懂才控制得住，才谈得上改进；测量要用合适的工具。一个流程可以分成输入、步骤、输出，比如检测样本，每一步都记下来。</a:t>
            </a:r>
          </a:p>
          <a:p>
            <a:r>
              <a:t>设计评估前先把问题想清楚，问四个问题：步骤做得到吗？步骤对不对？结果达标吗？量的东西对吗？方法上可以发问卷，也可以到现场跟看。生物安全绩效的常用来源：一看事件和事故报告，找规律；二看人员健康监测（如按规定留存本底血清，见第 069 课）；三是现场观察，审核操作。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确定要什么数据，再收集、分析，看体系是否合适、有效，哪里能改进；也可以借助监控和智能分析。收集前定好时间段、方法和成本；收集时尽量不打扰正常工作，盯得太紧，人一紧张反而出错。分析要花时间和资源，应指定专人、给定期限，专心做完。</a:t>
            </a:r>
          </a:p>
          <a:p>
            <a:r>
              <a:t>使用监控收集数据，要事先告知相关人员；录像只用于安全管理，不外传，按规定保管，保护个人信息。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某检测实验室的目标是降低人员感染风险，采取的措施包括上岗前体检、防护规程和项目结束后的复查。结果五名人员中有一人检测阳性——计划和实际出现了差距。</a:t>
            </a:r>
          </a:p>
          <a:p>
            <a:r>
              <a:t>这时要问：规程合适吗？是规程本身有缺陷，还是执行出了问题？哪里出了漏洞？要做事故分析，查根本原因，采取纠正措施，并按规定报告和对相关人员进行医学评估（事故调查见第 162 课，暴露处置见第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审核和评价就是“复查”这一步，看写的和做的是否一致、措施是否落实、是否达到预期目标。内部审核由本单位按计划组织，对照规程逐项检查；审核员要到实验台旁观察，看哪一步繁琐、哪一步有风险。GB 19489-2008 要求实验室按计划开展内部审核（以现行文本为准）。</a:t>
            </a:r>
          </a:p>
          <a:p>
            <a:r>
              <a:t>学院、学校也会按三级管理定期组织安全检查（见第 005 课）。查到什么，如实记下来；既要找出缺陷和不符合项，也要找改进点，再提出改进办法，发现问题回头改。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审核看规程有没有照做，检查看设施是否按设计运行，检测看设备参数是否合格。内部审核之外，外部审核更客观。</a:t>
            </a:r>
          </a:p>
          <a:p>
            <a:r>
              <a:t>主管部门依法对实验室进行监督检查，实验室负责人陪同、如实提供资料、配合检查；新建设施要经主管部门检查验收。三级、四级实验室还要通过实验室国家认可，并接受复评和监督评审（见第 064 课）。认可和检查时，审核员会查阅各项记录。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管理评审由单位或实验室管理层按计划定期进行（例如每年，具体以现行标准和本校规定为准），评审体系是否合适、充分、有效，并寻找下一步改进的机会。</a:t>
            </a:r>
          </a:p>
          <a:p>
            <a:r>
              <a:t>评审要看的材料包括：内部审核和外部检查结果、规程执行情况、风险评估进展、纠正和预防措施、上次评审的跟进、改进建议，以及事故和事件调查。评审后，该改的制度、程序和目标就改。每一步都有记录，评审才有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发现问题就要采取纠正措施：明确谁来改、怎么改、什么时候改完；改完拍照留证，再复查，问题关闭才算整改到位。持续改进就是把检查和事件的教训写进规程，一圈一圈越做越好（隐患整改见第 005 课）。</a:t>
            </a:r>
          </a:p>
          <a:p>
            <a:r>
              <a:t>外有法规，内有制度；有记录，才能持续改进。最好有专人管理文件和记录。人员、培训、规程、标识、台账等，个人也可以记一本安全笔记，但笔记代替不了正式规程。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审核和检查看的恰恰是平时。被检查时，照平常一样规范操作，不需要“表演”，也不能临时改变做法。</a:t>
            </a:r>
          </a:p>
          <a:p>
            <a:r>
              <a:t>如果一紧张出错（如手滑、轻微溢洒），先停下，不要硬撑着继续；如实向检查人员和负责人说明，按规程处理（溢洒处置见第 078 课）。检查发现的问题是改进的机会，不是“丢面子”。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答案：B。解析：找出差距和拖后腿的原因，再改进。</a:t>
            </a:r>
          </a:p>
          <a:p>
            <a:r>
              <a:t>第 2 题 答案：C。解析：先行指标看过程、文化、行为和屏障，事先指方向；事件、事故、险兆、整改属于滞后指标。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答案：B。解析：减缓之后要再评估，确认风险真的降下来了。</a:t>
            </a:r>
          </a:p>
          <a:p>
            <a:r>
              <a:t>第 4 题 答案：B。解析：内审对照规程到现场查，外部检查负责人陪同配合，问题如实记录并整改。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答案：A。解析：被检查时照常规范，出错先停，别硬撑，不掩饰。</a:t>
            </a:r>
          </a:p>
          <a:p>
            <a:r>
              <a:t>第 6 题 答案：明确谁来改、怎么改、何时改完；改完留证据（如照片、记录），经复查确认有效后关闭，并把教训写进规程。解析：整改要闭环。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生物安全绩效评估与审核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6.5 分钟（卡通视频 78 镜）　适用对象：进入生命科学、医学、农学、环境等涉及生物材料实验室的高校本科生、研究生和教职工（必修）；实验室负责人、生物安全员和参与内部审核、安全检查的人员重点学习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能说出绩效评估的含义（记录、测量、评价；计划与实际之差）和它在“评估—减缓—绩效”循环中的作用。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能说出从方针到目标、再到指标的关系，区分先行指标和滞后指标，说出好指标的特征和数据收集分析的注意事项。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能说出内部审核、外部审核与监督检查、管理评审各看什么，以及纠正措施“谁改、怎么改、何时改完、复查关闭”的闭环。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能做到被检查时照常规范操作，出错先停下、如实说明、按规程处理。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《中华人民共和国生物安全法》（以现行文本为准）：主管部门对病原微生物实验室生物安全实施监督检查，设立单位负责日常管理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《病原微生物实验室生物安全管理条例》（以现行文本为准）：主管部门依法监督检查；三级、四级实验室须通过国家认可；实验室建立档案和事故报告制度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生物安全通用要求》：安全计划与目标、记录控制、内部审核、管理评审、不符合项的识别和控制、纠正措施和持续改进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233（以现行文本为准）《病原微生物实验室生物安全通用准则》：实验室生物安全管理和监督检查要求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要求及使用指南》：绩效监视、测量、分析和评价，内部审核、管理评审与持续改进，可作参照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号，以现行文本为准）：学校、学院、实验室分级开展安全检查，隐患整改闭环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本校实验室安全检查与隐患整改办法、个人信息保护相关规定（以本校规定为准）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什么是绩效评估：记录、测量、评价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记录、测量、评价我们做过的事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目的：把生物风险降下来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不只看病原，人、物、设施都要看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回头查记录：事故、未遂事件、日常检查都算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看哪里达标、哪里没达标，问为什么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风险绩效评估，就是记录、测量和评价我们做过的事，目的是把生物风险降下来。它看的是整个体系：不只看病原，还要看人、物和设施。绩效测量不是另外一摊事，而是管理体系的一部分：规程写的和实际做的，都要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只统计事故，不统计未遂事件和日常检查发现的问题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认为绩效评估是管理部门的事，与实验人员无关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绩效：计划与实际之差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计划和实际的差距，就是绩效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找出拖后腿的原因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年初定目标，年底对比差在哪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差了就改规程、加培训，每起事件都调查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绩效是大家共同努力的结果，要一直用力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打个比方：计划十五分钟跑完一公里，实际跑了二十分钟。天气、体能、装备，逐一找出拖后腿的因素。计划和实际之间的差距，就是绩效要看的东西。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目标没达到就修改目标“凑数”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只看结果数字，不分析差距的原因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减缓之后再评估，一圈圈循环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控制加了，不一定有效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减缓之后再评估，确认风险真的降了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收集信息、评价、定策略、落实、复查成一圈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查推荐的措施落实了吗，没有为什么，有记录吗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数据也是说服领导投入的依据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控制措施加上了，就一定有效吗？要靠绩效来验证：减缓之后再做一次风险评估，确认风险真的降下来了，这一步才算数。剩下的风险能不能接受，要再判断。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措施一上就认为风险已经解决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复查只问“做了吗”，不看“管用吗”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从方针到目标：看得见、量得出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方针表明决心和方向，不讲具体做法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方针分解成职责、目标和步骤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目标是看得见、量得出的结果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具体目标是限时步骤，如操作规程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具体、可测、可实现、合理、有时限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单位的安全方针（政策）表明决心和方向，不讲具体做法，要再分解成职责、目标和步骤，落成具体目标后，再按标准检查有没有做到。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目标写成“加强安全意识”等无法测量的口号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定了做不到的目标，只能靠“做账”达标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指标：用数字说话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指标要能回答多少次、多少量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定期用同一把尺子，偏离就提前报警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看事件、险兆和培训完成情况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演练、防护用品、检查的频次和范围都可量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要量什么就选什么，覆盖各层级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指标要用数字说话，能回答“多少次、多少量”。要定期使用，一直用同一把尺子，才能看出偏离，在出事之前报警。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只选容易统计的指标，不选真正反映风险的指标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指标口径经常变，前后数据无法比较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先行指标与滞后指标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指标分先行指标和滞后指标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先行指标：过程、文化、行为、屏障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滞后指标：事件、事故、险兆、整改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只做事后分析太晚，多看日常行为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多听同行的经验和教训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指标分两类。先行指标衡量过程、文化、行为和屏障（如培训完成、检查执行、规范操作的比例、设备检测按期完成），事先定好，为安全工作指方向。滞后指标衡量事件、事故、险兆和整改情况，都是事后才看得到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只看“零事故”，忽视先行指标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把没有事故报告当成没有风险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好指标的特征，审慎使用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好指标由大家一起商量出来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相关、客观、及时，成本合理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能指导整改，带来改进机会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委员会事先定标准，数据要让人看懂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定期检查指标，照搬别处未必合用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好指标由相关人员一起商量出来，具有相关、客观、及时、成本合理的特点，能指导整改，带来改进机会。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把事件数量作为考核扣分项，导致瞒报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照搬其他单位的指标，不结合本实验室实际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先想清楚，再测量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量出来才看得懂，才控制得住、谈得上改进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流程分输入、步骤、输出，每步记下来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评估前先问四个问题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可以发问卷，也可以现场跟看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看事件规律、健康监测和现场操作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测量是改进的第一步：量出来才看得懂，看得懂才控制得住，才谈得上改进；测量要用合适的工具。一个流程可以分成输入、步骤、输出，比如检测样本，每一步都记下来。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没想清楚要回答什么问题就开始收集数据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只看报表，不到现场看操作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收集和分析数据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确定要什么数据，收集，再分析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定好时间段、方法和成本，尽量不打扰工作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盯得太紧，人一紧张反而出错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分析要指定专人，给定期限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装监控要事先告知，录像只用于安全管理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先确定要什么数据，再收集、分析，看体系是否合适、有效，哪里能改进；也可以借助监控和智能分析。收集前定好时间段、方法和成本；收集时尽量不打扰正常工作，盯得太紧，人一紧张反而出错。分析要花时间和资源，应指定专人、给定期限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数据收上来没人分析，堆在柜子里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私自传播监控录像或截图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案例：一次感染引出的绩效分析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目标：降低检测人员的感染风险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措施：上岗前体检、防护规程、结束后复查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结果：五人中有一人检测阳性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问规程合适吗、哪里有漏洞，做事故分析并纠正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某检测实验室的目标是降低人员感染风险，采取的措施包括上岗前体检、防护规程和项目结束后的复查。结果五名人员中有一人检测阳性——计划和实际出现了差距。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发现人员感染后只做个人治疗，不分析规程和管理原因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担心影响评价而不报告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内部审核：对照规程逐项查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审核看写的和做的是否一致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本单位组织，对照规程逐项查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到实验台旁看哪步繁琐、哪步有险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学院、学校也会定期组织检查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如实记录，找出不符合项和改进点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审核和评价就是“复查”这一步，看写的和做的是否一致、措施是否落实、是否达到预期目标。内部审核由本单位按计划组织，对照规程逐项检查；审核员要到实验台旁观察，看哪一步繁琐、哪一步有风险。GB 19489-2008 要求实……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审核只看文件，不到现场看操作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检查发现的问题不写进记录，私下了结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外部审核与监督检查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审核看规程，检查看设施，检测看设备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外部审核比内部审核更客观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主管部门依法监督检查，负责人陪同配合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高级别实验室还要通过国家认可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审核看规程有没有照做，检查看设施是否按设计运行，检测看设备参数是否合格。内部审核之外，外部审核更客观。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检查前临时补记录、补签字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对检查人员隐瞒问题或拒绝提供资料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管理评审：体系合适、充分、有效吗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负责人按计划定期评审体系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看体系是否合适、充分、有效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输入：审核结果、纠正措施、事件调查、上次跟进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该改的制度、程序和目标就改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每一步有记录，评审才有依据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管理评审由单位或实验室管理层按计划定期进行（例如每年，具体以现行标准和本校规定为准），评审体系是否合适、充分、有效，并寻找下一步改进的机会。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管理评审只开会不形成决定和记录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上次评审的决定没有跟进落实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纠正措施与持续改进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纠正措施：谁来改、怎么改、何时改完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改完拍照留证，复查后关闭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把检查和事件的教训写进规程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有记录才能持续改进，专人管文件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个人安全笔记代替不了正式规程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发现问题就要采取纠正措施：明确谁来改、怎么改、什么时候改完；改完拍照留证，再复查，问题关闭才算整改到位。持续改进就是把检查和事件的教训写进规程，一圈一圈越做越好（隐患整改见第 005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整改只改表面，不查原因，问题反复出现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整改完不复查，问题长期“未关闭”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被检查时：照常规范，出错先停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被检查时照平常一样规范做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一紧张出错，先停下，别硬撑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如实说明，按规程处理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审核和检查看的恰恰是平时。被检查时，照平常一样规范操作，不需要“表演”，也不能临时改变做法。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平时随意，检查当天临时“突击规范”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出错后掩饰或硬撑着继续操作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绩效评估中“绩效”最贴切的含义是：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发表论文的数量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计划与实际之间的差距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检查当天的表现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实验经费的多少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下列属于先行指标的是：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发生溢洒的次数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事故的次数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培训按期完成和规范操作的情况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整改关闭的数量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判断：只要加了控制措施，就不需要再评估风险。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关于审核和评审，正确的是：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内部审核只看文件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管理评审看体系是否合适、充分、有效，并修订制度和目标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外部检查时负责人可以不在场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审核发现的问题私下了结即可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066 · 生物安全绩效评估与审核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066 生物安全绩效评估与审核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判断：审核那天阿杰一紧张手滑，应先停下，如实说明并按规程处理。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简答：一项纠正措施怎样才算整改到位？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什么是绩效评估：记录、测量、评价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绩效：计划与实际之差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减缓之后再评估，一圈圈循环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从方针到目标：看得见、量得出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指标：用数字说话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先行指标与滞后指标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好指标的特征，审慎使用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先想清楚，再测量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收集和分析数据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案例：一次感染引出的绩效分析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内部审核：对照规程逐项查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外部审核与监督检查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管理评审：体系合适、充分、有效吗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纠正措施与持续改进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被检查时：照常规范，出错先停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