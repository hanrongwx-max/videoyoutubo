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控制生物风险，先靠实验室设施和生物安全柜等工程控制，再靠操作规程等管理措施，个人防护装备是贴在身上的最后一道防线（通用防护原则见第 021 课）。</a:t>
            </a:r>
          </a:p>
          <a:p>
            <a:r>
              <a:t>有了生物安全柜，手套、实验服（隔离衣）、口罩等该戴的照样要戴：设备挡住大部分气溶胶，防护用品防的是万一。最后一道防线一旦用错、戴歪，风险就直接到人身上，所以要用得对，才能真正起作用。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防护穿戴什么、穿到什么程度，不凭感觉，要依据病原的分类、实验室的防护级别和具体活动的风险评估来确定（生物风险评估见第 067 课），评估结果写进本实验室的标准操作规程，人人照做。</a:t>
            </a:r>
          </a:p>
          <a:p>
            <a:r>
              <a:t>防护不是越多越好：穿得过多会闷热、动作笨拙、穿脱时更容易自我污染；也不能嫌麻烦自作主张减掉。普通的微生物操作，多数是实验服（隔离衣）、手套和护目镜。</a:t>
            </a:r>
          </a:p>
          <a:p>
            <a:r>
              <a:t>新冠疫情期间形成的防护配置是当时的做法，现在要以国家现行规定、本单位风险评估结果和产品说明为准。引进新的防护用品前要试用，提前想到可能的问题，用起来有问题及时反馈、解决。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选防护先看三件事。一看病原：危害越高，防护越强。国内把病原微生物分为四类，第一类危害最高、第四类最低，与国际“风险组”的编号方向相反，不要混淆（见第 058 课）。来源不明或新出现的病原，先按较高级别从严防护，最终由风险评估确定；参考表只是起点。</a:t>
            </a:r>
          </a:p>
          <a:p>
            <a:r>
              <a:t>二看侵入途径：经呼吸道（气溶胶）、眼和黏膜、皮肤破损、针刺等，从哪里进就挡住哪里，多种途径就多重防护。</a:t>
            </a:r>
          </a:p>
          <a:p>
            <a:r>
              <a:t>三看具体操作：同一种样本，接收、登记时一般穿戴基本防护；开盖、核酸提取、离心、振荡等可能产生气溶胶的操作，要在生物安全柜内进行并加强防护。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生物实验室的个人防护装备从头到脚一套：头套（帽子）、护目镜或面屏、贴合良好的口罩、实验服或隔离衣、一次性手套、鞋套或不露脚趾的鞋（着装要求见第 020 课）。按用途可归为五大类：呼吸防护（口罩）、手部防护、躯体防护（防护服）、眼面防护和特殊防护。</a:t>
            </a:r>
          </a:p>
          <a:p>
            <a:r>
              <a:t>呼吸道、眼睛、皮肤、手和脚，哪里露着皮肤，哪里就是防护缺口。手套要盖住实验服袖口，手腕不能露出一截。</a:t>
            </a:r>
          </a:p>
          <a:p>
            <a:r>
              <a:t>穿便服、只戴一副手套就上机操作是不行的：实验服、护目镜、手套一样不少，按规程穿戴齐全再开始。用过的一次性防护用品放进感染性废物袋。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手套有多种材质，没有万能手套（详见第 023 课）：乳胶手套挡不住很多有机溶剂，腈手套耐溶剂性更好，但也有局限，同时接触化学品时要按化学品选材。防微生物的手套应符合 GB 28881-2023（以现行文本为准）等国家标准。</a:t>
            </a:r>
          </a:p>
          <a:p>
            <a:r>
              <a:t>处理感染性生物材料时，按风险评估可以戴两层手套：外层被污染，里层还能护着；外层污染或破损就及时更换外层，摘外层时不碰到里层外的皮肤。</a:t>
            </a:r>
          </a:p>
          <a:p>
            <a:r>
              <a:t>抓取、保定实验动物时，在内层手套外戴加厚的防咬、防抓手套（实验动物见第 084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隔离衣、防护服在实验室和现场采样时都可以穿，能挡住小的飞溅，但挡不住大量溢洒：被大量液体浸湿后要立即更换，必要时按暴露处置（见第 078 课）。</a:t>
            </a:r>
          </a:p>
          <a:p>
            <a:r>
              <a:t>需要医用一次性防护服时，选符合 GB 19082-2023（以现行文本为准）的合格产品；一次性防护服用过不再穿，成本也不低，要按评估合理使用（实验服与防护服的通用要求见第 024 课）。</a:t>
            </a:r>
          </a:p>
          <a:p>
            <a:r>
              <a:t>防护服、隔离衣只在实验区内穿，不穿出实验室，不穿进办公室、食堂等公共区域。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有的病原可经气溶胶吸入感染，要靠口罩把住呼吸道。医用外科口罩主要阻挡飞沫和液体飞溅；医用防护口罩（符合 GB 19083-2023，以现行文本为准）能过滤颗粒物和气溶胶，贴合面部。外形相似的口罩用途可能不同，有的能防液体喷溅，有的不能，用前看清标准、类别和说明。</a:t>
            </a:r>
          </a:p>
          <a:p>
            <a:r>
              <a:t>用医用口罩还是医用防护口罩，由本实验室的风险评估确定。医用防护口罩选好型号后要做适合性检验，每次佩戴做密合性检查（呼吸器类型和适合性检验见第 025 课）。</a:t>
            </a:r>
          </a:p>
          <a:p>
            <a:r>
              <a:t>口罩消毒会损坏过滤材料和贴合性能，一次性口罩不要消毒后重复使用。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护目镜和面屏保护眼睛和面部黏膜，挡住小的飞溅；护目镜贴合眼周，面屏挡住整个面部前方（眼面防护见第 022 课，产品符合 GB 14866-2023，以现行文本为准）。</a:t>
            </a:r>
          </a:p>
          <a:p>
            <a:r>
              <a:t>面屏、护目镜、口罩各管一处，不能互相代替：面屏下方和两侧是开放的，不防吸入，有气溶胶风险时必须同时戴合适的口罩。</a:t>
            </a:r>
          </a:p>
          <a:p>
            <a:r>
              <a:t>可重复使用的护目镜和面屏，用后按规程清洁消毒、晾干后再用。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动力送风过滤式呼吸器（送风头罩，符合 GB 30864-2014，以现行文本为准）只保护呼吸道和头面部，防护服、手套等一样不能少，穿什么按风险评估和规程定（送风呼吸器的使用见第 025 课）。</a:t>
            </a:r>
          </a:p>
          <a:p>
            <a:r>
              <a:t>最高防护级别的实验室，人员穿着正压防护服：服内持续送入洁净空气，保持正压，万一出现破口，空气也是往外流，外界污染进不来。这类装备昂贵、操作复杂，只有经专门培训考核、获得授权的人员才能使用（各级实验室要求见第 061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床检验和传染病诊断实验室处理样本时，常见的防护组合大致分两档：常规样本检验，一般穿实验服或隔离衣、戴手套，有飞溅风险时戴护目镜或面屏、医用口罩；处理可疑呼吸道传染病等高风险样本，在生物安全柜内操作，戴医用防护口罩、护目镜或面屏，穿隔离衣或医用防护服，戴双层手套，必要时加鞋套、帽子。</a:t>
            </a:r>
          </a:p>
          <a:p>
            <a:r>
              <a:t>这只是一般做法，具体组合以国家卫生健康部门的现行规定、本实验室的风险评估和标准操作规程为准（临床样本见第 079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防护用品要选合格产品：口罩、防护服、手套、护目镜各有国家标准，采购时看清执行标准、类别和有效期，由单位统一采购、登记入库。</a:t>
            </a:r>
          </a:p>
          <a:p>
            <a:r>
              <a:t>按人员配齐，各种尺码都要有，太大太小都会留缺口、影响操作。戴之前检查有无破损、老化，手套可轻轻困住空气或对光查看有无小孔，有问题马上换。</a:t>
            </a:r>
          </a:p>
          <a:p>
            <a:r>
              <a:t>防护用品有有效期，过期的不用；库存快用完了及时补充，别凑合。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一次性防护服、手套、口罩用过就丢，不能挂起来下次再穿。用后按感染性废物放进生物危害废物袋，按规程灭菌后处置（见第 077 课）。</a:t>
            </a:r>
          </a:p>
          <a:p>
            <a:r>
              <a:t>使用中发现防护服、手套破损，要按规程处理并记录上报，必要时按暴露处置；破损记录在内部审核和检查时一并核查，用来改进防护用品选择和操作。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个人防护离不开管理：先充分评估风险，再选择防护用品，然后对人员进行培训，穿戴和脱卸都按规程一步步来，考核合格后才能独立操作（穿脱顺序见第 075 课）。</a:t>
            </a:r>
          </a:p>
          <a:p>
            <a:r>
              <a:t>穿防护前先把长发束好，摘掉首饰；防护用品合格、不过期；防护服不穿出实验室。选防护记住三看：看病原、看途径、看操作。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答案：B。解析：防护按风险评估确定并写进规程，不多不少。</a:t>
            </a:r>
          </a:p>
          <a:p>
            <a:r>
              <a:t>第 2 题 答案：B。解析：国内第一类危害最高、第四类最低，与国际风险组编号方向相反。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答案：C。解析：面屏、护目镜、口罩各管一处；医用防护口罩防气溶胶，一次性口罩不重复使用。</a:t>
            </a:r>
          </a:p>
          <a:p>
            <a:r>
              <a:t>第 4 题 答案：A。解析：双层手套外脏内护，外层污染或破损及时更换。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答案：B。解析：防护服、隔离衣不出实验室。</a:t>
            </a:r>
          </a:p>
          <a:p>
            <a:r>
              <a:t>第 6 题 答案：需要。送风头罩只保护呼吸道和头面部，身体和手仍需防护服和手套。解析：从头到脚不留缺口，具体按风险评估和规程配齐。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生物实验个人防护装备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适用对象：从事微生物、细胞、临床样本、动物等生物实验的高校本科生、研究生和教职工（必修，进入生物安全实验室前完成）；实验室负责人和生物安全员重点学习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能说出个人防护是最后一道防线，防护用品按风险评估选择，从病原类别、侵入途径、具体操作三方面判断。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能说出生物实验常用防护装备（手套、隔离衣/防护服、医用口罩/医用防护口罩、护目镜、面屏、送风头罩）的作用和局限。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能做到从头到脚不留缺口：手套盖住袖口，生物材料可戴双层手套，面屏不代替口罩，防护服不出实验室。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能判断防护用品是否合格可用：符合国家标准、尺码合适、用前检查、在有效期内，一次性用品不重复使用，破损记录上报。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《病原微生物实验室生物安全管理条例》（以现行文本为准）：实验室按生物安全防护级别配备个人防护用品，从业人员接受培训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生物安全通用要求》：基于风险评估选择个人防护装备，各级实验室的个体防护要求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233（以现行文本为准）《病原微生物实验室生物安全通用准则》：各级实验室个人防护和操作规范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19082-2023（以现行文本为准）《医用一次性防护服技术要求》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19083-2023（以现行文本为准）《医用防护口罩技术要求》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28881-2023（以现行文本为准）《手部防护 化学品及微生物防护手套》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14866-2023（以现行文本为准）《眼面防护具通用技术规范》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号，以现行文本为准）：个人防护用品配备、培训和正确使用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个人防护是最后一道防线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设施和规程在前，个人防护是最后一道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有了安全柜，防护用品照样要戴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用得对，才能真正挡住风险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控制生物风险，先靠实验室设施和生物安全柜等工程控制，再靠操作规程等管理措施，个人防护装备是贴在身上的最后一道防线（通用防护原则见第 021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认为在安全柜里操作就不用穿戴防护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防护用品戴得松松垮垮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按风险评估选，写进规程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穿哪些不凭感觉，按风险评估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不是越多越好，也别自作主张加减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评估结果写进规程，人人照做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疫情时期的做法以现行规定为准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防护穿戴什么、穿到什么程度，不凭感觉，要依据病原的分类、实验室的防护级别和具体活动的风险评估来确定（生物风险评估见第 067 课），评估结果写进本实验室的标准操作规程，人人照做。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凭个人感觉随意增减防护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沿用过时的防护配置不更新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三看：病原类别、侵入途径、具体操作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一看病原：国内第一类危害最高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不明病原先从严，最终由评估定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二看途径：从哪里进，就挡哪里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三看操作：产生气溶胶的要加强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选防护先看三件事。一看病原：危害越高，防护越强。国内把病原微生物分为四类，第一类危害最高、第四类最低，与国际“风险组”的编号方向相反，不要混淆（见第 058 课）。来源不明或新出现的病原，先按较高级别从严防护，最终由……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把国际风险组编号当成国内分类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只看病原不看操作，一套防护用到底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从头到脚，不留缺口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头套、护目镜或面屏、口罩、隔离衣、手套、鞋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五类：口罩、手套、防护服、护目、特殊防护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哪里露着皮肤，哪里就是缺口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手套盖住袖口；只戴手套上机不行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生物实验室的个人防护装备从头到脚一套：头套（帽子）、护目镜或面屏、贴合良好的口罩、实验服或隔离衣、一次性手套、鞋套或不露脚趾的鞋（着装要求见第 020 课）。按用途可归为五大类：呼吸防护（口罩）、手部防护、躯体防护（……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手套和袖口之间露出手腕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穿便服只戴手套上机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手套：生物材料可戴两层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乳胶挡不住很多溶剂，腈也有局限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处理生物材料可戴两层，外脏内护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外层污染了，及时换外层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抓动物戴加厚手套，防咬防抓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手套有多种材质，没有万能手套（详见第 023 课）：乳胶手套挡不住很多有机溶剂，腈手套耐溶剂性更好，但也有局限，同时接触化学品时要按化学品选材。防微生物的手套应符合 GB 28881-2023（以现行文本为准）等国家……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用乳胶手套接触有机溶剂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外层手套污染了不换，继续操作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隔离衣与防护服：挡飞溅，不出门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隔离衣、防护服挡小飞溅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挡不住大量溢洒，浸湿要立即更换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医用防护服要符合国家标准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防护服不出实验室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隔离衣、防护服在实验室和现场采样时都可以穿，能挡住小的飞溅，但挡不住大量溢洒：被大量液体浸湿后要立即更换，必要时按暴露处置（见第 078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防护服浸湿了继续穿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穿着隔离衣去走廊、办公室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医用口罩与医用防护口罩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经气溶胶吸入的病原，要靠口罩挡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医用口罩防飞溅，防护口罩防气溶胶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长得像，用途不同，看清说明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用哪种由评估定；防护口罩不重复用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有的病原可经气溶胶吸入感染，要靠口罩把住呼吸道。医用外科口罩主要阻挡飞沫和液体飞溅；医用防护口罩（符合 GB 19083-2023，以现行文本为准）能过滤颗粒物和气溶胶，贴合面部。外形相似的口罩用途可能不同，有的能防……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把医用外科口罩当防气溶胶的防护口罩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口罩喷消毒剂后再戴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护目镜、面屏、口罩各管一处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护目镜护眼睛，面屏挡脸前飞溅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面屏不防吸入，不能代替口罩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可重复用的，按规程消毒后再用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护目镜和面屏保护眼睛和面部黏膜，挡住小的飞溅；护目镜贴合眼周，面屏挡住整个面部前方（眼面防护见第 022 课，产品符合 GB 14866-2023，以现行文本为准）。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戴了面屏就不戴口罩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护目镜用后不消毒直接给别人用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送风头罩和正压防护服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送风头罩只护呼吸和头面部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头罩之外，防护服、手套照样配齐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最高等级实验室穿正压防护服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高级别防护须专门培训才能用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动力送风过滤式呼吸器（送风头罩，符合 GB 30864-2014，以现行文本为准）只保护呼吸道和头面部，防护服、手套等一样不能少，穿什么按风险评估和规程定（送风呼吸器的使用见第 025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戴了送风头罩就不穿防护服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未经培训使用高级别防护装备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临床与诊断实验的常见防护组合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临床检验常规：隔离衣、手套、护目镜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呼吸道样本：防护口罩、护目、双层手套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具体组合按现行规定和风险评估定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临床检验和传染病诊断实验室处理样本时，常见的防护组合大致分两档：常规样本检验，一般穿实验服或隔离衣、戴手套，有飞溅风险时戴护目镜或面屏、医用口罩；处理可疑呼吸道传染病等高风险样本，在生物安全柜内操作，戴医用防护口罩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高风险样本只按常规防护处理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照搬网上的防护组合，不看本单位规程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合格产品，配齐尺码，用前检查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买合格产品，统一采购，登记入库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按人配齐，大小尺码都要有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戴前检查，破损马上换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看清有效期，过期不用，及时补充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防护用品要选合格产品：口罩、防护服、手套、护目镜各有国家标准，采购时看清执行标准、类别和有效期，由单位统一采购、登记入库。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尺码不合适也凑合着戴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使用过期的防护用品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一次性不重复用，破损要报告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一次性用品用过就丢，不挂起来再穿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按感染性废物，灭菌后处置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防护服破了，记录上报，定期检查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一次性防护服、手套、口罩用过就丢，不能挂起来下次再穿。用后按感染性废物放进生物危害废物袋，按规程灭菌后处置（见第 077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一次性隔离衣挂在门后反复穿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防护服破了不报告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防护离不开管理：评估、培训、规程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先评估，再选择，再培训，照规程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穿和脱都要培训，按规程一步步来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头发束好，首饰摘掉，再穿防护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个人防护离不开管理：先充分评估风险，再选择防护用品，然后对人员进行培训，穿戴和脱卸都按规程一步步来，考核合格后才能独立操作（穿脱顺序见第 075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只发防护用品，不培训穿脱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戴着戒指、手链穿戴手套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生物实验选个人防护装备，主要依据是：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个人感觉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风险评估：病原类别、侵入途径和具体操作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越多越安全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别人穿什么就穿什么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判断：国内病原微生物分类中，第四类危害最高。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面屏可以代替口罩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医用外科口罩可防气溶胶，等同于医用防护口罩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面屏不防吸入，有气溶胶风险要同时戴合适的口罩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一次性口罩消毒后可重复使用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判断：处理感染性生物材料时可戴两层手套，外层污染后及时更换外层。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074 · 生物实验个人防护装备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074 生物实验个人防护装备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下列哪种做法错误？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手套盖住袖口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穿着隔离衣去办公室取资料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戴前检查手套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防护服破损记录上报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简答：戴了送风头罩，是否还需要穿防护服、戴手套？为什么？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个人防护是最后一道防线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按风险评估选，写进规程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三看：病原类别、侵入途径、具体操作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从头到脚，不留缺口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手套：生物材料可戴两层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隔离衣与防护服：挡飞溅，不出门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医用口罩与医用防护口罩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护目镜、面屏、口罩各管一处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送风头罩和正压防护服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临床与诊断实验的常见防护组合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合格产品，配齐尺码，用前检查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一次性不重复用，破损要报告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防护离不开管理：评估、培训、规程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