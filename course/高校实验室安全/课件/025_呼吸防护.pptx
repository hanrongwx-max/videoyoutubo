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实验室空气中可能混有粉尘、烟尘、有害气体、化学蒸气，以及生物实验中的病原气溶胶。它们经呼吸道进入人体，细小的粉尘能深入肺部，甚至进入血液循环（粉尘与纳米材料见第 151 课）。</a:t>
            </a:r>
          </a:p>
          <a:p>
            <a:r>
              <a:t>当有毒蒸气、粉尘或病原可能飘散到呼吸带空气中，而工程控制不能把浓度降到安全水平时，就需要佩戴呼吸防护用品。是否需要、选哪一种，按风险评估确定，并经过培训，学会选型和佩戴（K6）。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按控制层级（第 017 课），应先消除、替代，再用通风柜等工程控制，呼吸防护用品是最后一道防线。防有害气体和蒸气首选通风柜（第 051、052 课）：挥发性试剂、产生粉尘的称量和转移，首先放进通风柜或其他局部排风设施中操作。</a:t>
            </a:r>
          </a:p>
          <a:p>
            <a:r>
              <a:t>普通口罩（如普通医用口罩、纱布口罩）挡不住化学蒸气，也不能可靠地挡住细粉尘。能用通风柜解决的，不能用戴口罩代替；只有工程控制不足、应急或特殊作业时，才按评估选用呼吸防护用品。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吸过滤式呼吸器的滤材分两类：防颗粒物滤材拦截粉尘、烟尘、雾和生物气溶胶（如焊接烟尘要选合格的防颗粒物呼吸器，普通口罩挡不住）；防毒滤毒罐（盒）靠吸附剂去除特定的气体和蒸气，要按气体种类选择对应类型。普通口罩够不够用，要先查清楚危害再决定；粉尘和蒸气同时存在时，选颗粒物和防毒组合滤材。</a:t>
            </a:r>
          </a:p>
          <a:p>
            <a:r>
              <a:t>防颗粒物呼吸器靠紧贴面部形成密封，有的型号不防油性颗粒，有的不耐液体喷溅，工业用防护口罩也不能直接当作医用防护口罩使用。选型时看清产品标识和适用范围，产品应符合 GB 2626-2019、GB 2890-2022（均以现行文本为准）等国家标准，选择方法按 GB 18664-2025（以现行文本为准）。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呼吸器分两大类：过滤式（把周围空气中的污染物滤掉后再吸入，实验室最常用）和供气式（隔绝式，由独立气源供给清洁空气）。过滤式不能产生氧气，也有过滤容量限制：在缺氧环境、毒物浓度极高或浓度不明时，过滤式不管用，必须使用供气式（缺氧作业按 GB 8958-2006（以现行文本为准），受限空间见第 140 课）。</a:t>
            </a:r>
          </a:p>
          <a:p>
            <a:r>
              <a:t>自给式空气呼吸器由使用者自己背负气瓶，消防和救援人员常用，结构复杂，只用于极端情况，没有经过培训不要佩戴。潜水呼吸器用于水下，与在空气中使用的呼吸器用途不同，不能混用。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自给式空气呼吸器的气瓶装的是压缩空气（不是纯氧）。用前检查气瓶压力是否充足、报警哨是否正常、面罩和背带是否完好；戴上后检查面罩密合，确认不漏气。</a:t>
            </a:r>
          </a:p>
          <a:p>
            <a:r>
              <a:t>可用时间取决于气瓶容量和耗气速度：干活越累、呼吸越急，耗气越快。使用时要留足撤离余量，余压报警一响立即撤离。只有经过培训、定期演练的人员才能使用，具体检查项目和使用时间按产品说明书和本校规定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呼吸防护是一套管理体系：风险评估确定是否需要、选什么类型；医学评估确认身体能否承受；适合性检验确认面罩合适（K7）；培训学会选型、佩戴、检查和维护，环环相扣。要不要戴呼吸器，先问实验室负责人；需要时向负责人或老师申请培训，培训合格后才能使用。</a:t>
            </a:r>
          </a:p>
          <a:p>
            <a:r>
              <a:t>戴呼吸器会增加呼吸阻力，比平时累得多；重型面罩负担更大，还可能引起过热。使用前由医生按具体面罩类型评估能不能用（职业健康监护见第 152 课）；使用中控制佩戴时间，轮换休息，身体不适立即到安全区域摘下并报告。具体管理要求按 GB 18664-2025（以现行文本为准）和本校规定。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个人的脸型不同，同一款面罩不一定适合所有人。紧密型面罩（半面罩、全面罩、防颗粒物口罩）在首次使用前要做适合性检验：例如定性检验时戴上面罩坐在测试头罩下，向里面喷有味道的测试雾，闻不到、尝不到才算合适。上岗前就要测好，之后按规定定期复检。</a:t>
            </a:r>
          </a:p>
          <a:p>
            <a:r>
              <a:t>蓄须、刮胡子习惯改变、明显胖瘦、牙齿或面部手术等面部变化，都会影响密合，必须重新检验后再用。换用不同型号、尺寸的面罩也要重新检验。甲醛等化学品作业需要呼吸器时，同样要先培训、做适合性检验，选对滤盒并按时更换。检验周期和方法按 GB 18664-2025（以现行文本为准）和本校规定。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适合性检验合格，不等于每次都戴得严。每次戴上紧密型呼吸器或防护口罩，都要做佩戴密合检查：调好头带，用双手手指沿鼻梁按压鼻夹使其贴合；双手捂住口罩（或堵住进气口、呼气阀），用力呼气、吸气，感觉边缘有没有漏气。</a:t>
            </a:r>
          </a:p>
          <a:p>
            <a:r>
              <a:t>如果边缘漏气，就调整鼻夹和头带位置，再检查一次，直到不漏气才进入工作区域。生物实验中接触呼吸道样本需戴医用防护口罩时，同样每次检查密合（穿脱顺序见第 075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即使不是工作必需，有的同学也想自己戴个防尘口罩。自愿使用也要纳入管理：先告诉实验室负责人，了解使用须知，确认它不会带来新的危害。</a:t>
            </a:r>
          </a:p>
          <a:p>
            <a:r>
              <a:t>口罩不能妨碍视线和操作（如压住护目镜、起雾），用过的脏口罩不能挂在脖子上或揣进口袋，以免变成污染源；自愿佩戴不能代替通风柜等工程控制和规定的防护。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动力送风过滤式呼吸器由头盔（内装过滤器）、可更换的披肩头罩、风机、电池和腰带组成。空气从一侧吸入，经过滤器过滤，风机再把清洁空气吹向脸部；头罩内保持正压，气流从下摆不断向外流出，形成气幕，把外面的污染空气挡在外面，能防气溶胶，也能挡飞溅。风机靠电池带动。</a:t>
            </a:r>
          </a:p>
          <a:p>
            <a:r>
              <a:t>宽松型头罩不靠贴紧面部密封，有胡子、戴眼镜的人也能使用；但必须培训合格后才能使用，选用哪种呼吸器由风险评估决定。产品应符合 GB 30864-2014（以现行文本为准）。生物实验中的配套穿脱见第 6 章（第 074、075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每次使用前：①电池充满电，牢牢装在腰带上；②检查过滤器型号对不对、有没有过期；③检查连接线、管路和头罩有没有破损；④开机看指示灯是否全亮，测一测送风量够不够。</a:t>
            </a:r>
          </a:p>
          <a:p>
            <a:r>
              <a:t>电池能用多久以说明书为准，实验时间（含退出时间）要算在续航以内，不够就别进入。有一项不合格，就挂停用标识，报修，不得勉强使用。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每次用完，用推荐的消毒剂按说明擦拭头盔表面去污。擦的时候滤器和风机不能进水，不能浸泡、冲洗，接口盖好，电池单独擦拭。</a:t>
            </a:r>
          </a:p>
          <a:p>
            <a:r>
              <a:t>披肩头罩去污后可按说明书再用，但一旦被溢洒污染就换新的（能否重复使用以现行规定和产品说明书为准），换下的按感染性或危险废物处理。最后把电池充上电，下次拿来就能用，并签好使用记录（日期、使用人、时长、异常情况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使用中如果报警响起或送风变小，先停止操作，盖好样品、容器，然后按程序退出工作区域，到指定区域再摘头罩，不能在污染区直接摘下。退出后报告实验室负责人，设备送检，查明原因前不得再用。</a:t>
            </a:r>
          </a:p>
          <a:p>
            <a:r>
              <a:t>戴上头罩后风声大，说话听不清。进去前和同伴约好手势（如“好”“停”“出去”），也要知道对讲和呼叫装置在哪里。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滤材有使用寿命：防毒滤毒罐的吸附能力会耗尽，防颗粒物滤材会被堵塞。要按产品说明书、作业条件和本校规定按时更换，并记录更换日期；滤材过期、受潮、破损的不得使用。</a:t>
            </a:r>
          </a:p>
          <a:p>
            <a:r>
              <a:t>使用中闻到异味、尝到味道、感到呼吸阻力明显变大或身体不适，立即离开污染区域，到安全区域更换滤材。可重复使用的面罩用后按说明清洁、消毒、晾干，装入密封袋存放在干净、阴凉、远离化学品的地方；一次性口罩不重复使用。维护要求按 GB 18664-2025（以现行文本为准）。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答案：B。解析：呼吸防护用品是最后一道防线，普通口罩和防尘口罩挡不住蒸气，首先用通风柜。</a:t>
            </a:r>
          </a:p>
          <a:p>
            <a:r>
              <a:t>第 2 题 答案：B。解析：过滤式不能提供氧气，缺氧或浓度极高时必须使用供气式（隔绝式）呼吸器。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答案：B。解析：蓄须、胖瘦变化等面部变化会影响密合，必须重新检验。</a:t>
            </a:r>
          </a:p>
          <a:p>
            <a:r>
              <a:t>第 4 题 答案：A。解析：适合性检验合格也不等于每次都戴得严，每次佩戴都要做密合检查。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答案：C。解析：不能在污染区摘头罩，退出后报告并送检设备。</a:t>
            </a:r>
          </a:p>
          <a:p>
            <a:r>
              <a:t>第 6 题 答案：先问实验室负责人并做风险评估选对类型；接受培训；由医生做医学评估；紧密型面罩做适合性检验；每次佩戴做密合检查；检查滤材型号和有效期。解析：呼吸防护是一套体系，不是发个口罩就完事。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呼吸防护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第3章 通用安全与个人防护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5.5 分钟（卡通视频 66 镜）　适用对象：全体进入高校实验室的本科生、研究生和教职工（必修）；需要使用呼吸防护用品的化学、生物、材料、焊接与工程实训人员重点学习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025 · 呼吸防护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025 呼吸防护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能说出呼吸防护是最后一道防线，有挥发性、粉尘性操作首先用通风柜等工程控制。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能判断防颗粒物与防毒滤材、过滤式与供气式呼吸器的区别，知道缺氧或高浓度场所过滤式不管用。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能做到使用前经过培训、医学评估和适合性检验，每次佩戴做密合检查，按时更换滤材。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能做到动力送风呼吸器的用前检查、用后去污充电登记，送风异常时按程序退出。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025 · 呼吸防护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025 呼吸防护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18664-2025（以现行文本为准）《呼吸防护装备的选择、使用和维护》：呼吸防护用品的选择、适合性检验、使用和维护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2626-2019（以现行文本为准）《呼吸防护 自吸过滤式防颗粒物呼吸器》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2890-2022（以现行文本为准）《呼吸防护 自吸过滤式防毒面具》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30864-2014（以现行文本为准）《呼吸防护 动力送风过滤式呼吸器》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8958-2006（以现行文本为准）《缺氧危险作业安全规程》：缺氧场所的呼吸防护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《中华人民共和国安全生产法》（以现行文本为准）：提供并正确佩戴使用符合国家标准的劳动防护用品，开展安全培训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号，以现行文本为准）：实验人员按实验风险佩戴防护用品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78727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61607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1687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本校实验室安全管理制度、呼吸防护管理规定和职业健康管理规定（以本校规定为准）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025 · 呼吸防护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空气被污染，就要护呼吸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025 呼吸防护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空气中可能有粉尘、有害气体、蒸气和病原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细粉尘能深入肺部，进入血液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空气被污染时，需要呼吸防护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实验室空气中可能混有粉尘、烟尘、有害气体、化学蒸气，以及生物实验中的病原气溶胶。它们经呼吸道进入人体，细小的粉尘能深入肺部，甚至进入血液循环（粉尘与纳米材料见第 151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以为看不见、闻不到就没有危害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粉尘多的操作不做任何呼吸防护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025 · 呼吸防护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先靠通风柜，口罩不能代替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025 呼吸防护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呼吸防护用品是最后一道防线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有挥发性试剂，首先放进通风柜里操作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普通口罩挡不住化学蒸气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能用通风柜的，口罩不能代替通风柜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按控制层级（第 017 课），应先消除、替代，再用通风柜等工程控制，呼吸防护用品是最后一道防线。防有害气体和蒸气首选通风柜（第 051、052 课）：挥发性试剂、产生粉尘的称量和转移，首先放进通风柜或其他局部排风设施……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戴个口罩就在台面上操作挥发性试剂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以为戴了口罩就不用开通风柜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025 · 呼吸防护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按危害选：防颗粒物还是防毒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025 呼吸防护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粉尘、烟尘、颗粒，用防颗粒物呼吸器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化学蒸气、气体，用对应的防毒滤毒罐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防尘口罩挡不住溶剂蒸气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看清适用范围：有的不防油性颗粒、不耐液体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自吸过滤式呼吸器的滤材分两类：防颗粒物滤材拦截粉尘、烟尘、雾和生物气溶胶（如焊接烟尘要选合格的防颗粒物呼吸器，普通口罩挡不住）；防毒滤毒罐（盒）靠吸附剂去除特定的气体和蒸气，要按气体种类选择对应类型。普通口罩够不够用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用防尘口罩防有机溶剂蒸气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随便拿一个滤毒罐，不看适用气体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025 · 呼吸防护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过滤式与供气式：缺氧用供气式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025 呼吸防护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过滤式：把周围空气滤干净再吸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供气式：由独立气源送来清洁空气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缺氧或浓度极高，过滤式不管用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自给式空气呼吸器只用于极端情况，须培训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呼吸器分两大类：过滤式（把周围空气中的污染物滤掉后再吸入，实验室最常用）和供气式（隔绝式，由独立气源供给清洁空气）。过滤式不能产生氧气，也有过滤容量限制：在缺氧环境、毒物浓度极高或浓度不明时，过滤式不管用，必须使用供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进入缺氧场所戴过滤式防毒面具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没受过训练就去戴空气呼吸器救人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025 · 呼吸防护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空气呼吸器：会用才用，留足余量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025 呼吸防护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用前查气瓶压力、报警哨、面罩和背带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戴上后检查面罩密合，不漏气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干活越累耗气越快，留足撤离余量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报警一响就撤，定期培训演练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自给式空气呼吸器的气瓶装的是压缩空气（不是纯氧）。用前检查气瓶压力是否充足、报警哨是否正常、面罩和背带是否完好；戴上后检查面罩密合，确认不漏气。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不查气瓶压力就背上进入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报警响了还想把活干完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025 · 呼吸防护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呼吸防护要成体系，先培训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025 呼吸防护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呼吸防护不是发个口罩就完事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要不要戴，先问实验室负责人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使用前先培训，并由医生做医学评估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戴着更累，控制佩戴时间，轮换休息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呼吸防护是一套管理体系：风险评估确定是否需要、选什么类型；医学评估确认身体能否承受；适合性检验确认面罩合适（K7）；培训学会选型、佩戴、检查和维护，环环相扣。要不要戴呼吸器，先问实验室负责人；需要时向负责人或老师申请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没有培训，自己找个面罩就戴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身体不适仍坚持长时间佩戴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025 · 呼吸防护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适合性检验：上岗前测，面部变化重测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025 呼吸防护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紧密型面罩用前要做适合性检验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头罩里喷有味雾，闻不到、尝不到才合格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首次使用前做，之后定期复检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蓄须、胖瘦变化等面部变化，要重新检验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每个人的脸型不同，同一款面罩不一定适合所有人。紧密型面罩（半面罩、全面罩、防颗粒物口罩）在首次使用前要做适合性检验：例如定性检验时戴上面罩坐在测试头罩下，向里面喷有味道的测试雾，闻不到、尝不到才算合适。上岗前就要测好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借用别人测过的面罩，自己不做检验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留了胡子还戴原来的紧密型面罩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025 · 呼吸防护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每次佩戴，检查密合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025 呼吸防护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戴不严，等于没戴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戴好后按压鼻夹，贴合鼻梁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双手捂住，用力呼气吸气，检查漏气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边缘漏气就调整，查好了再进入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适合性检验合格，不等于每次都戴得严。每次戴上紧密型呼吸器或防护口罩，都要做佩戴密合检查：调好头带，用双手手指沿鼻梁按压鼻夹使其贴合；双手捂住口罩（或堵住进气口、呼气阀），用力呼气、吸气，感觉边缘有没有漏气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戴上就走，不做密合检查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鼻夹不按压，鼻梁两侧留缝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025 · 呼吸防护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自愿戴口罩，也要管理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025 呼吸防护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自愿使用防尘口罩，也要先讲清使用须知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别让口罩妨碍视线和操作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别让脏口罩变成污染源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即使不是工作必需，有的同学也想自己戴个防尘口罩。自愿使用也要纳入管理：先告诉实验室负责人，了解使用须知，确认它不会带来新的危害。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把用过的口罩挂在下巴或脖子上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以为自己戴了口罩就可以不开通风柜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025 · 呼吸防护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动力送风呼吸器怎样工作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025 呼吸防护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一整套：头盔、滤器、披肩头罩、电池、腰带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侧面进风，过滤后由风机吹向脸部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罩内正压，向外的气流挡住污染空气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宽松头罩不贴脸，培训合格、按评估选用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动力送风过滤式呼吸器由头盔（内装过滤器）、可更换的披肩头罩、风机、电池和腰带组成。空气从一侧吸入，经过滤器过滤，风机再把清洁空气吹向脸部；头罩内保持正压，气流从下摆不断向外流出，形成气幕，把外面的污染空气挡在外面，能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以为送风呼吸器不用培训，戴上就行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头罩披肩没有盖好头颈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025 · 呼吸防护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送风呼吸器用前检查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025 呼吸防护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实验前电池充满，牢牢挂在腰带上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查滤器型号和有效期，查连接管和头罩破损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开机看指示灯，测送风量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续航不够就别进去，一项不合格就停用报修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每次使用前：①电池充满电，牢牢装在腰带上；②检查过滤器型号对不对、有没有过期；③检查连接线、管路和头罩有没有破损；④开机看指示灯是否全亮，测一测送风量够不够。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电池没充满就进入实验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不看滤器型号和有效期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025 · 呼吸防护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用后去污、充电、登记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025 呼吸防护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用完给头盔表面去污，用推荐消毒剂擦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滤器风机别进水，不泡不冲，接口盖好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披肩沾了溢洒就换新的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用完马上充电，签好使用记录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每次用完，用推荐的消毒剂按说明擦拭头盔表面去污。擦的时候滤器和风机不能进水，不能浸泡、冲洗，接口盖好，电池单独擦拭。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把滤器或风机放在水下冲洗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用完不充电，下次没电才发现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025 · 呼吸防护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送风异常，按程序退出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025 呼吸防护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报警或风变小，先停手，盖好样品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别在污染区摘头罩，按程序退出再摘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风声大听不清，事先约好手势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报告负责人，设备送检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使用中如果报警响起或送风变小，先停止操作，盖好样品、容器，然后按程序退出工作区域，到指定区域再摘头罩，不能在污染区直接摘下。退出后报告实验室负责人，设备送检，查明原因前不得再用。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送风异常时在工作区里直接摘下头罩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没约好手势，出了状况沟通不了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025 · 呼吸防护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滤材按时换，面罩清洁存放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025 呼吸防护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S1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滤材按说明书和本校规定按时更换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闻到异味、呼吸阻力变大，立即离开更换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面罩用后清洁、晾干，密封存放在干净处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滤材有使用寿命：防毒滤毒罐的吸附能力会耗尽，防颗粒物滤材会被堵塞。要按产品说明书、作业条件和本校规定按时更换，并记录更换日期；滤材过期、受潮、破损的不得使用。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滤毒罐一直用到闻出味道还不换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面罩随手扔在实验台上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025 · 呼吸防护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025 呼吸防护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在实验中使用挥发性有机溶剂，首先应采取的措施是：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戴普通口罩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在通风柜内操作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戴防尘口罩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打开窗户后在台面操作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判断：缺氧环境中，只要戴上过滤式防毒面具就可以进入。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025 · 呼吸防护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025 呼吸防护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下列哪种情况必须重新做适合性检验：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换了一件实验服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留起了胡子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换了一副手套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换了实验台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判断：每次戴上防护口罩后，都要双手捂住用力呼气吸气，检查边缘是否漏气。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025 · 呼吸防护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025 呼吸防护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使用动力送风呼吸器时报警响起、送风变小，正确做法是：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立即在工作区里摘下头罩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继续把实验做完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先停手盖好样品，按程序退出到指定区域再摘，报告负责人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拍打电池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简答：使用呼吸防护用品前需要做哪些准备？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空气被污染，就要护呼吸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先靠通风柜，口罩不能代替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按危害选：防颗粒物还是防毒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过滤式与供气式：缺氧用供气式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空气呼吸器：会用才用，留足余量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呼吸防护要成体系，先培训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适合性检验：上岗前测，面部变化重测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每次佩戴，检查密合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自愿戴口罩，也要管理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动力送风呼吸器怎样工作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送风呼吸器用前检查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K12  用后去污、充电、登记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K13  送风异常，按程序退出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S1  滤材按时换，面罩清洁存放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