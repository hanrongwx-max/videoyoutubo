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安全标志是用图形、颜色和形状传达安全信息的标志，它告诉你这里有什么危险、要当心什么、应该怎么做——三者都是它的作用。</a:t>
            </a:r>
          </a:p>
          <a:p>
            <a:r>
              <a:t>安全信息不只是看得见的标志牌、颜色和地面标线，也包括听得见的信号，如火警铃声、报警器声、气体报警声。听到火警铃声，不要犹豫、不要回去拿东西，按疏散路线立即撤离（第 036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GB 2894-2025（以现行文本为准）《安全色和安全标志》，安全标志分为四类：禁止标志（白底、红色圆环加斜杠、黑色图形）、警告标志（黄底、黑色三角形边框、黑色图形）、指令标志（蓝色圆形、白色图形）和提示标志（绿色方形、白色图形）。每个标志都有特定含义，形状和颜色一看就能分清类别。</a:t>
            </a:r>
          </a:p>
          <a:p>
            <a:r>
              <a:t>除了安全标志，气瓶的颜色和字样（第 130 课）、化学品安全标签和象形图（第 039 课）、仪器上的警示标签，也在提示危险。消防安全标志见第 4 章，生物危害、电离辐射、激光等专用标志在各自章节讲解。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色是传递安全信息含义的颜色，共四种：红色表示禁止、停止，也用于消防设备和设施（如灭火器、消火栓、急停按钮）；黄色表示警告、注意，提醒当心危险；蓝色表示指令，要求必须遵守的规定；绿色表示安全的提示信息，如安全出口、疏散通道、急救点。</a:t>
            </a:r>
          </a:p>
          <a:p>
            <a:r>
              <a:t>记住颜色的含义，看到颜色就能先判断出“不准做”“要当心”“必须做”还是“在这里”。具体使用要求按 GB 2894-2025（以现行文本为准）。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禁止标志是禁止人们不安全行为的图形标志：白色底、红色圆环和红色斜杠、黑色图形。看到它，就是图形表示的这件事在这里不准做。实验室常见的有禁止烟火、禁止吸烟、禁止饮食、禁止触摸、禁止合闸等。</a:t>
            </a:r>
          </a:p>
          <a:p>
            <a:r>
              <a:t>四类标志一类不能少，禁止标志是最直接的“不能做”。安全标志按国家标准设置，褪色、破损、被遮挡或看不清的，及时报告实验室负责人更换。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警告标志提醒人们注意周围环境、避免可能发生的危险：黄色底、黑色三角形边框、黑色图形。电气、化学、高温等场所和设备上常见当心触电、当心腐蚀、当心中毒、当心烫伤、当心火灾等警告标志。</a:t>
            </a:r>
          </a:p>
          <a:p>
            <a:r>
              <a:t>看到警告标志，说明附近有危险。先弄清是什么危险，做好相应防护，再按规程靠近；没弄清危险，不要贸然往前走或伸手去碰。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指令标志是强制人们必须做出某种动作或采用防范措施的图形标志：蓝色圆形、白色图形。实验室门口和设备旁常见的有必须戴防护眼镜、必须戴防护手套、必须穿防护服、必须通风等。</a:t>
            </a:r>
          </a:p>
          <a:p>
            <a:r>
              <a:t>看到指令标志，就要按要求做：例如门口有“必须戴防护眼镜”，进门前就戴好护目镜（第 022 课），不是“建议”。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提示标志向人们提供某种信息，如标明安全设施或场所的位置：绿色方形、白色图形。常见的有安全出口、疏散方向、紧急集合点、急救点、洗眼台、安全淋浴设施等（洗眼器和喷淋见第 027 课，疏散见第 036 课）。</a:t>
            </a:r>
          </a:p>
          <a:p>
            <a:r>
              <a:t>提示标志只是告诉你“在哪里”，并不表示这里安全：绿色出口标志旁边仍可能有警告标志。要事先熟悉本实验室提示标志指向的位置。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电箱、配电柜、仪器电源板、高压设备上常贴有“当心触电”警告标志（黄色三角形内一道闪电）。看到它，说明里面接的是市电或高压，没有确认断电，标志附近一律不碰，柜门和设备外壳不随便打开，更不能自行检修（电工作业持证上岗，见第 8 章）。</a:t>
            </a:r>
          </a:p>
          <a:p>
            <a:r>
              <a:t>检修时开关上挂着“禁止合闸”标志牌的，除挂牌人外谁也不能合闸（上锁挂牌见第 144 课）；有接地标志的地方，接地线不能拆。进入实验室先看标志，按标志要求做。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色常与对比色（黑色、白色）一起使用，组成相间条纹，更加醒目：黄色与黑色相间的条纹表示警告，常用于台阶边缘、低矮横梁、设备突出部位，提醒当心磕碰和绊倒；红色与白色相间的条纹表示禁止，常用于隔离带、禁止通行的区域，不要越过。</a:t>
            </a:r>
          </a:p>
          <a:p>
            <a:r>
              <a:t>具体使用要求按 GB 2894-2025（以现行文本为准）。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高等学校实验室安全规范》（以现行文本为准）和本校规定，实验室门口应设置安全信息牌，内容一般包括实验室名称、安全风险类别、主要危险源、必须佩戴的防护用品、安全责任人和应急联系电话等。进门前先看清：这里有什么危险、要戴什么防护。</a:t>
            </a:r>
          </a:p>
          <a:p>
            <a:r>
              <a:t>把负责人和应急电话记下来。信息牌也是一种危害告知：出了事，保卫处、消防救援人员在门外一看就知道里面有什么危险、该找谁。信息牌内容变化时（如新增危险源、负责人变更），实验室负责人要及时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操作规程（SOP，第 019 课）就像飞行员的检查单：一项项对照着做，差错就少。不要光凭记忆，把规程张贴或放置在仪器旁，操作时专心，逐项确认。</a:t>
            </a:r>
          </a:p>
          <a:p>
            <a:r>
              <a:t>实验室的安全手册要按本实验室的实际情况编写，可以参考模板，但不能照搬；可按生物安全、动物、安保、应急响应、设施运行等分册编写，设施运行部分要和工程技术人员一起编写，并按本校规定审核、定期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答案：B。解析：禁止标志表示这件事不准做。</a:t>
            </a:r>
          </a:p>
          <a:p>
            <a:r>
              <a:t>第 2 题 答案：C。解析：蓝色圆形是指令标志，必须照做。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答案：B。解析：提示标志只告诉你出口、急救、洗眼器等在哪里，不代表这里没有危险。</a:t>
            </a:r>
          </a:p>
          <a:p>
            <a:r>
              <a:t>第 4 题 答案：B。解析：挂着禁止合闸牌，除挂牌人外谁也不能合闸。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答案：B。解析：信息牌是危害告知，进门前看清并记下负责人和应急电话。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安全标志与安全色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50 镜）　适用对象：全体进入高校实验室的本科生、研究生和教职工及外来人员（必修）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能说出红、黄、蓝、绿四种安全色和禁止、警告、指令、提示四类安全标志的含义。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能判断常见实验室标志（禁止烟火、当心触电、必须戴护目镜、洗眼台等）要求自己做什么。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能做到进入实验室前先看门口安全信息牌，记下危险类别、防护要求、负责人和应急电话。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能做到按仪器旁张贴的操作规程逐项操作，标志损坏及时报告更换。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2894-2025（以现行文本为准）《安全色和安全标志》：安全色、对比色和禁止、警告、指令、提示四类安全标志（代替 GB 2894-2008、GB 2893-2008）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13495.1-2015（以现行文本为准）《消防安全标志 第1部分：标志》：消防安全标志（详见第 4 章）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《中华人民共和国安全生产法》（以现行文本为准）：在有较大危险因素的场所和设施设备上设置明显的安全警示标志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号，以现行文本为准）：实验室安全信息牌、安全警示标识和操作规程上墙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高校实验室安全检查项目表（以现行文本为准）：实验室门口安全信息牌和警示标识的设置要求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本校实验室安全标识设置规定（以本校规定为准）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安全信息：看得见，也听得见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安全标志告诉你：危险在哪、当心什么、该怎么做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安全信息有看得见的标志和颜色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也有听得见的信号，如火警铃声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听到火警铃声，立即撤离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安全标志是用图形、颜色和形状传达安全信息的标志，它告诉你这里有什么危险、要当心什么、应该怎么做——三者都是它的作用。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以为标志只是装饰，从不留意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听到警铃以为是演习，继续做实验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安全标志分四类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安全标志分禁止、警告、指令、提示四类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每类形状和颜色固定，一看就能分清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气瓶颜色、仪器标签，也在提示危险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四类标志都要认得，按标志要求做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 GB 2894-2025（以现行文本为准）《安全色和安全标志》，安全标志分为四类：禁止标志（白底、红色圆环加斜杠、黑色图形）、警告标志（黄底、黑色三角形边框、黑色图形）、指令标志（蓝色圆形、白色图形）和提示标志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分不清警告和指令标志，以为都是“提醒一下”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只看文字，不看图形和颜色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四种安全色：红黄蓝绿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红色：禁止、停止，也用于消防设备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黄色：警告，当心有危险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蓝色：指令，必须遵守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绿色：安全，提示出口、通道和急救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色是传递安全信息含义的颜色，共四种：红色表示禁止、停止，也用于消防设备和设施（如灭火器、消火栓、急停按钮）；黄色表示警告、注意，提醒当心危险；蓝色表示指令，要求必须遵守的规定；绿色表示安全的提示信息，如安全出口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以为红色标志都是“危险警告”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以为绿色区域完全没有危险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禁止标志：红圈斜杠，不准做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白底、红色圆环加斜杠、黑色图形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意思是：这件事不准做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实验室常见：禁止烟火、禁止饮食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标志坏了、看不清，及时报告更换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禁止标志是禁止人们不安全行为的图形标志：白色底、红色圆环和红色斜杠、黑色图形。看到它，就是图形表示的这件事在这里不准做。实验室常见的有禁止烟火、禁止吸烟、禁止饮食、禁止触摸、禁止合闸等。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在“禁止饮食”标志下喝水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标志被柜子挡住也不报告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警告标志：黄色三角，当心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黄底、黑色三角形边框、黑色图形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意思是：附近有危险，要当心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常见：当心腐蚀、当心中毒、当心烫伤、当心触电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没弄清危险，不要贸然往前走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警告标志提醒人们注意周围环境、避免可能发生的危险：黄色底、黑色三角形边框、黑色图形。电气、化学、高温等场所和设备上常见当心触电、当心腐蚀、当心中毒、当心烫伤、当心火灾等警告标志。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看到警告标志仍然直接伸手触摸设备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不了解危险就跟着别人进去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指令标志：蓝色圆形，必须做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蓝色圆形、白色图形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意思是：这里必须这样做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常见：必须戴护目镜、必须戴手套、必须通风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看到就照做，戴好相应防护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指令标志是强制人们必须做出某种动作或采用防范措施的图形标志：蓝色圆形、白色图形。实验室门口和设备旁常见的有必须戴防护眼镜、必须戴防护手套、必须穿防护服、必须通风等。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把指令标志当成建议，觉得“可戴可不戴”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进门后才想起找护目镜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提示标志：绿色方形，在哪里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绿色方形、白色图形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告诉你安全出口、集合点、急救点在哪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洗眼器、紧急喷淋的位置也用提示标志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看到绿色，不代表这里没有危险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提示标志向人们提供某种信息，如标明安全设施或场所的位置：绿色方形、白色图形。常见的有安全出口、疏散方向、紧急集合点、急救点、洗眼台、安全淋浴设施等（洗眼器和喷淋见第 027 课，疏散见第 036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看到绿色标志就以为这里安全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不知道离自己最近的洗眼器在哪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用电安全标志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黄色三角加闪电：当心触电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有这个标志的柜门和设备，不随便打开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挂着禁止合闸牌，谁也不能合闸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接地标志处，接地线不能拆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配电箱、配电柜、仪器电源板、高压设备上常贴有“当心触电”警告标志（黄色三角形内一道闪电）。看到它，说明里面接的是市电或高压，没有确认断电，标志附近一律不碰，柜门和设备外壳不随便打开，更不能自行检修（电工作业持证上岗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打开贴有当心触电标志的柜门找东西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看到禁止合闸牌，以为是忘了摘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条纹也是安全语言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黄黑相间条纹：当心磕碰、绊倒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红白相间条纹：禁止通行，不要越过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对比色让安全色更醒目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色常与对比色（黑色、白色）一起使用，组成相间条纹，更加醒目：黄色与黑色相间的条纹表示警告，常用于台阶边缘、低矮横梁、设备突出部位，提醒当心磕碰和绊倒；红色与白色相间的条纹表示禁止，常用于隔离带、禁止通行的区域，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跨过红白隔离带抄近路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不留意地面黄黑条纹被绊倒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进门先看安全信息牌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进实验室前，先看门口安全信息牌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信息牌写着危险类别、防护要求、负责人和应急电话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把负责人和应急电话记下来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信息牌也是危害告知，出事时外人知道找谁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高等学校实验室安全规范》（以现行文本为准）和本校规定，实验室门口应设置安全信息牌，内容一般包括实验室名称、安全风险类别、主要危险源、必须佩戴的防护用品、安全责任人和应急联系电话等。进门前先看清：这里有什么危险、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从不看门口信息牌就进门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信息牌上的负责人已调走却没更新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规程放在仪器旁，照单操作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操作规程放在仪器旁，随时对照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像飞行员检查单，一项项照做，差错就少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不光靠记忆，专心操作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安全手册按本实验室编写，不照搬模板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操作规程（SOP，第 019 课）就像飞行员的检查单：一项项对照着做，差错就少。不要光凭记忆，把规程张贴或放置在仪器旁，操作时专心，逐项确认。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凭记忆操作，跳过规程中的步骤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直接套用别校的安全手册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白底、红色圆环加斜杠、黑色图形的标志属于：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警告标志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禁止标志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指令标志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提示标志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实验室门口有蓝色圆形“必须戴防护眼镜”标志，表示：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建议戴护目镜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当心眼睛受伤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必须戴护目镜才能进入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这里有洗眼器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判断：绿色提示标志所在的地方一定没有危险。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判断：开关上挂着“禁止合闸”标志牌，只要确认没人在检修就可以合闸。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026 · 安全标志与安全色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026 安全标志与安全色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进入一间新的实验室前，应首先：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直接进门找导师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查看门口安全信息牌，了解危险类别、防护要求、负责人和应急电话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先打开仪器预热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看看有没有空位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安全信息：看得见，也听得见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安全标志分四类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四种安全色：红黄蓝绿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禁止标志：红圈斜杠，不准做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警告标志：黄色三角，当心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指令标志：蓝色圆形，必须做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提示标志：绿色方形，在哪里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用电安全标志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条纹也是安全语言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进门先看安全信息牌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规程放在仪器旁，照单操作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