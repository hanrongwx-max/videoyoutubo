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实验室每天都在使用化学品，实验离不开它们。但如果防护不当，化学品会伤害身体。</a:t>
            </a:r>
          </a:p>
          <a:p>
            <a:r>
              <a:t>危险化学品的危害种类很多：易燃的、腐蚀的、刺激的、致敏的、有毒的，甚至致癌的。危害不同，需要的防护装备、操作方式和应急处置也不同，所以必须针对每一种化学品了解它的具体危害。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安全使用一种化学品，先问自己三个问题：怎样安全地取用和储存？需要戴哪些个人防护装备？发生泄漏、着火或接触时怎么办？</a:t>
            </a:r>
          </a:p>
          <a:p>
            <a:r>
              <a:t>这三个问题的答案，都可以在这种化学品的安全技术说明书里找到。回答不了，就不要动手。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安全技术说明书（SDS）是关于一种化学品的详细信息文件，记录它的名称、成分、理化性质、危害、防护和应急等基本数据，就像这种化学品的“身份档案”。</a:t>
            </a:r>
          </a:p>
          <a:p>
            <a:r>
              <a:t>不论是单一物质还是混合物（如配好的试剂、试剂盒中的溶液、商品清洁剂），都应有自己的一份说明书。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安全技术说明书过去常被称为 MSDS（物质安全数据表），现在按全球统一的分类和标签制度统称 SDS。两个名称说的是同一类文件，见到旧名称不要以为是两样东西。</a:t>
            </a:r>
          </a:p>
          <a:p>
            <a:r>
              <a:t>我国国家标准中的正式名称是“化学品安全技术说明书”。安全知识竞赛和检查中常问“MSDS/SDS 是什么”，要能答出：它是提供化学品危害、防护和应急信息的说明书，用前要读。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去，化学品的安全信息写在物质安全数据单里，由生产商和进口商随货提供。但当时格式五花八门，同样的信息在不同厂家的资料里位置不同，紧急时翻半天找不到，耽误宝贵时间；而且术语多，像只写给专家看，可消防员、急救人员和普通使用者都需要看懂。</a:t>
            </a:r>
          </a:p>
          <a:p>
            <a:r>
              <a:t>为此，联合国制定了全球化学品统一分类和标签制度，统一了说明书的格式和顺序，让各国的人都能快速找到并看懂化学品危害信息。我国按这一制度制定了相应国家标准（见 K6）。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提供安全技术说明书是法律的要求。《中华人民共和国危险化学品安全法》（2026 年 5 月 1 日起施行）要求危险化学品附有中文的化学品安全技术说明书和安全标签，即“一书一签”；《危险化学品安全管理条例》也要求生产企业提供说明书、粘贴安全标签（以现行文本为准）。</a:t>
            </a:r>
          </a:p>
          <a:p>
            <a:r>
              <a:t>说明书的内容和项目顺序按 GB/T 16483-2008，编写方法按 GB/T 17519-2013，危险性分类和标签按 GB 30000 系列和 GB 15258-2009（均以现行文本为准）。供应方必须提供，使用单位必须持有并让使用者能查到。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实验室使用、储存的每一种化学品都必须有对应的安全技术说明书，包括很少使用的和存量很小的。</a:t>
            </a:r>
          </a:p>
          <a:p>
            <a:r>
              <a:t>可以对照化学品台账逐项检查：台账上的每一种都要能找到对应的说明书；缺失的及时向供应单位索取或从学校化学品管理系统下载。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安全技术说明书的主要目的，是让两类人掌握必要的信息：一是每天使用和接触这种化学品的人，二是发生事故时赶来的消防、急救等应急人员。</a:t>
            </a:r>
          </a:p>
          <a:p>
            <a:r>
              <a:t>使用者要靠它安全地操作、储存和处置；救援人员要靠它判断危害、选择灭火剂和防护装备、实施急救。所以说明书必须随时能拿到、能交给救援人员。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说明书首先告诉你怎样安全操作：要戴哪些防护装备，在通风柜还是普通台面操作，哪些做法绝对不行。</a:t>
            </a:r>
          </a:p>
          <a:p>
            <a:r>
              <a:t>其次告诉你怎样妥善储存：存放温度、是否避光、是否密封，以及不能和哪些物质放在一起。最后告诉你怎样正确处置：剩余试剂和废液不倒下水道，分类收集，交给有资质的单位处理。使用前对照着看，心里就有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讲清化学品的四类风险。健康风险：经哪些途径进入人体，伤害眼睛、皮肤、呼吸系统还是其他器官，有的一次接触就伤人，有的长期累积。火灾危险：是否易燃、着火有多猛，要远离哪些火源和热源，着火时用什么灭火。</a:t>
            </a:r>
          </a:p>
          <a:p>
            <a:r>
              <a:t>反应性：是否稳定，遇热、遇水、遇空气会不会出事，和哪些物质混在一起会剧烈反应，知道了才能分开存放。环境影响：对水生生物和土壤是否有害，这也是废液必须收集处置的原因。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说明书由化学品生产商（或进口商）按全球统一的分类和标签制度编写，随货提供。了解一种化学品的危害，第一站就查它的说明书，先看与危害相关的几个部分。</a:t>
            </a:r>
          </a:p>
          <a:p>
            <a:r>
              <a:t>说明书是安全使用危险物料的第一依据：例如说明书显示有爆炸危险，就要采用更严格的操作规程、更小的用量和相应的防护措施，必要时报告实验室负责人审批。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 GB/T 16483-2008（以现行文本为准），化学品安全技术说明书包括十六个部分，顺序固定：从化学品及企业标识、危险性概述、成分，到急救、消防、泄漏应急、操作处置与储存、接触控制和个体防护、理化特性、稳定性和反应性、毒理学、生态学、废弃处置、运输、法规信息和其他信息。名称、生产商、危险成分、理化特性、火灾爆炸和反应性、健康危害、安全操作和控制措施都包括在内。</a:t>
            </a:r>
          </a:p>
          <a:p>
            <a:r>
              <a:t>说明书的主要目的是提供化学品的详细危害信息和安全操作、储存、应急要求；它不是着装规定，也不是培训档案。各部分的具体读法见第 041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识别化学品的危害，主要靠两件工具：安全技术说明书和容器上的安全标签。说明书内容全面，标签简明直观。</a:t>
            </a:r>
          </a:p>
          <a:p>
            <a:r>
              <a:t>了解一种化学品时，先查说明书掌握完整的危害和防护信息，再看瓶上的安全标签和象形图，确认手中这一瓶的危险（标签见第 039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安全标签是说明书的浓缩版，只列出最关键的信息；说明书是详细版。标签上的象形图、信号词、危险说明和防范说明应与说明书第 2 部分（危险性概述）一致，标签按 GB 15258-2009（以现行文本为准）编写。</a:t>
            </a:r>
          </a:p>
          <a:p>
            <a:r>
              <a:t>日常取用时先看标签，遇到拿不准的情况——比如要加热、要和别的试剂混合、发生泄漏——就翻说明书查详细信息。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进入实验室首先要知道本实验室的安全技术说明书放在哪里（纸质文件夹、电脑或学校系统）。第一次使用某种化学品之前，先读它的说明书和标签，了解危害、防护、急救、灭火和泄漏处理方法。</a:t>
            </a:r>
          </a:p>
          <a:p>
            <a:r>
              <a:t>说明书里还有闪点、职业接触限值等关键数据，是选择通风和防护措施的依据（接触限值国内以 GBZ 2.1 为准，见第 042 课）。原则是：碰化学品之前就已经读过，而不是出事后才去找。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不只针对试剂瓶里的化学品。核酸提取等商品试剂盒中的裂解液、洗液含有化学试剂，用前同样要查说明书；撕膜、加样时戴好护目镜和手套。有的裂解液与含氯消毒剂混合会产生有害物质，裂解废液要单独收集，不与含氯消毒剂混合，按规定处置。</a:t>
            </a:r>
          </a:p>
          <a:p>
            <a:r>
              <a:t>滴定等常规实验也要先看标签和说明书：碱液会伤眼，有的指示剂溶液易燃；强酸强碱溶液有腐蚀性，留意象形图；盐酸属于易制毒化学品，领用要按规定登记（见第 045 课）。清洁剂、废液等同样以说明书为首要资料。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说明书内容多，不需要从头到尾背下来。第一次使用前，重点看：危害是什么、要戴什么防护、急救措施、洒了怎么办、操作和储存要求。实验中需要加热、长期储存或废弃处置时，再看对应的部分。</a:t>
            </a:r>
          </a:p>
          <a:p>
            <a:r>
              <a:t>读完说明书后做风险评估：据此选择个人防护装备、确定操作规程和应急措施，写入实验方案，经导师（实验室负责人）审核同意后再动手做（风险评估见第 2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采购化学品时，要求供应商提供中文安全技术说明书和安全标签。到货后对照查看：说明书是否随货、是否为中文、内容是否齐全，瓶上标签是否与说明书一致。</a:t>
            </a:r>
          </a:p>
          <a:p>
            <a:r>
              <a:t>没有标签或没有说明书的化学品不入库、不使用（验收见第 037 课）。验收合格后，说明书归入实验室说明书档案，台账上的每种化学品都有一份，人人都能查到。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技术说明书要放在化学品的使用场所，纸质文件夹或电脑、学校化学品管理系统中的电子版都可以，关键是实验室里的每个人都知道在哪里、能随时查到。每种化学品性质不同、危害各有特点，必须能查到对应的那一份。</a:t>
            </a:r>
          </a:p>
          <a:p>
            <a:r>
              <a:t>安全检查时常要求在几分钟内调出指定化学品的说明书。只用电子版的，要有纸质备份或离线方式，防止停电、断网时查不到。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查阅的说明书必须与手中的化学品对应：化学品名称、供应商、浓度和规格一致。同一种物质，浓度不同、混合物配方不同，危害和防护要求可能不同，不能随便拿一份代替。</a:t>
            </a:r>
          </a:p>
          <a:p>
            <a:r>
              <a:t>生产商会根据新的数据更新说明书。发现版本过旧，或者厂家发布了新版本，及时更换，旧版撤出，避免按过时信息操作。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一个案例：某实验室发生酸泄漏，应急人员赶到后，几分钟内就从化学品台账中调出了这种酸的说明书，按其中的泄漏应急和防护要求迅速处置。</a:t>
            </a:r>
          </a:p>
          <a:p>
            <a:r>
              <a:t>把化学品台账（管理系统）和说明书关联起来，事故时可以按名称或存放位置立即调出说明书交给救援人员，抢回宝贵时间（台账见第 037 课，泄漏处置见第 056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对于混合物，生产厂家可以对具体成分或配比作商业秘密处理，但危害、防护、急救、泄漏处置等安全信息必须完整写明，不能因为保密而省略。</a:t>
            </a:r>
          </a:p>
          <a:p>
            <a:r>
              <a:t>如果有人接触了保密配方的产品，医生救治急需知道成分，厂家应当按规定提供，不能拒绝——救人第一。说明书上的应急咨询电话就是用于这种情况（具体要求以现行文本为准）。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很有用，但不是万能的。它面向生产、运输、使用等很多类人群，有些内容（如大批量储运）与实验室小量使用关系不大；也可能有错误和遗漏，同一种化学品不同厂家写的可能不一样，有的话没错却帮不上忙。</a:t>
            </a:r>
          </a:p>
          <a:p>
            <a:r>
              <a:t>所以要学会批判地读：带着“我要做什么操作、会有什么风险”的问题去读，必要时对照其他权威资料和本校规定，向实验室负责人请教，多方核对后确定合理的防护措施。识别危害是风险管理的重要一环。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答案：B。解析：旧称 MSDS（物质安全数据表），现在统一叫 SDS，中文名为化学品安全技术说明书。</a:t>
            </a:r>
          </a:p>
          <a:p>
            <a:r>
              <a:t>第 2 题 答案：B。解析：说明书分十六个部分、顺序固定，编写指南见 GB/T 17519-2013。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答案：B。解析：试剂盒中的溶液含化学试剂，用前同样要查说明书，废液按规定分开收集。</a:t>
            </a:r>
          </a:p>
          <a:p>
            <a:r>
              <a:t>第 4 题 答案：B。解析：说明书要几分钟内能调出，电子版应有纸质备份或离线方式。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答案：B。解析：使用者靠它安全操作、储存、处置，救援人员靠它判断危害、选择处置方法。</a:t>
            </a:r>
          </a:p>
          <a:p>
            <a:r>
              <a:t>第 6 题 答案：找到与手中试剂对应（名称、供应商、规格一致）的最新版中文说明书，重点阅读危害、防护、急救、泄漏、操作储存等部分，据此做风险评估、定防护和规程，经导师审核后再操作。解析：说明书不是万能的，拿不准要多方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安全技术说明书（SDS）概述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79 镜）　适用对象：全体使用化学品的高校本科生、研究生和教职工（必修）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能说出化学品安全技术说明书（SDS，旧称 MSDS）是什么、写给谁、提供哪些信息。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能说出国内对中文安全技术说明书的法定要求和编写依据（GB/T 16483-2008、GB/T 17519-2013）。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能做到知道本实验室说明书放在哪里，第一次使用化学品（含试剂盒、清洁剂）前先读说明书并做风险评估。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能判断说明书是否与手中试剂对应、版本是否过旧，并能批判地阅读、多方核对。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日起施行）及《危险化学品安全管理条例》（以现行文本为准）：危险化学品附中文化学品安全技术说明书和安全标签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内容和项目顺序》：十六个部分及顺序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17519-2013（以现行文本为准）《化学品安全技术说明书编写指南》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15258-2009（以现行文本为准）《化学品安全标签编写规定》：标签与说明书内容一致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系列（以现行文本为准）《化学品分类和标签规范》：危险性分类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《易制毒化学品管理条例》（以现行文本为准）：盐酸等易制毒化学品领用登记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号，以现行文本为准）：化学品安全技术说明书齐全、便于查阅，使用前开展风险评估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高校实验室安全检查项目表（以现行文本为准）：实验室存有所用化学品的中文安全技术说明书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化学品天天用，危害各不同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化学品每天都在用，实验离不开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防护不当，就会伤身体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易燃、腐蚀、刺激、致敏、有毒、致癌，种类多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每一类，防护和应急都不一样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实验室每天都在使用化学品，实验离不开它们。但如果防护不当，化学品会伤害身体。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用同一套防护应对所有化学品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以为常用试剂“用惯了”就没有危险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安全用化学品，先问三个问题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怎么拿、怎么存？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要戴什么防护？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出事了怎么办？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答案都在安全技术说明书里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安全使用一种化学品，先问自己三个问题：怎样安全地取用和储存？需要戴哪些个人防护装备？发生泄漏、着火或接触时怎么办？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不了解应急措施就开始实验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只问“怎么做实验”，不问“出事怎么办”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SDS：化学品的身份档案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SDS 是化学品的详细资料文件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写明成分、性质和危害，像一份身份档案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纯物质和混合物，都有自己的一份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安全技术说明书（SDS）是关于一种化学品的详细信息文件，记录它的名称、成分、理化性质、危害、防护和应急等基本数据，就像这种化学品的“身份档案”。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以为只有纯化学试剂才有说明书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用别的品牌、别的浓度的说明书代替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旧称MSDS，现在统一叫SDS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以前叫 MSDS（物质安全数据表）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现在统一叫 SDS，说的是同一样东西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中文全称：化学品安全技术说明书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安全技术说明书过去常被称为 MSDS（物质安全数据表），现在按全球统一的分类和标签制度统称 SDS。两个名称说的是同一类文件，见到旧名称不要以为是两样东西。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 MSDS 和 SDS 是两种不同文件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只知道英文缩写，不知道中文名称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旧格式乱、难懂，才有了统一制度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过去由生产商、进口商随货提供数据单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旧格式五花八门，紧急时半天找不到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术语太多，救援人员也看不懂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于是联合国制定了全球统一制度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过去，化学品的安全信息写在物质安全数据单里，由生产商和进口商随货提供。但当时格式五花八门，同样的信息在不同厂家的资料里位置不同，紧急时翻半天找不到，耽误宝贵时间；而且术语多，像只写给专家看，可消防员、急救人员和普通使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继续使用格式混乱、多年未更新的旧资料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认为说明书“看不懂”就不看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依法必须提供：中文安全技术说明书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提供说明书是法律的要求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危化品安全法要求中文说明书和安全标签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内容按 GB/T 16483，编写按 GB/T 17519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供应方要给，使用方要有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提供安全技术说明书是法律的要求。《中华人民共和国危险化学品安全法》（2026 年 5 月 1 日起施行）要求危险化学品附有中文的化学品安全技术说明书和安全标签，即“一书一签”；《危险化学品安全管理条例》也要求生产企业……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认为说明书只是“参考资料”，可有可无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只有外文说明书也照常使用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每种化学品都要有一份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每种化学品，都必须有一份说明书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台账上的每一种，都要有对应说明书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缺了要及时向供应单位索取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实验室使用、储存的每一种化学品都必须有对应的安全技术说明书，包括很少使用的和存量很小的。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只为常用试剂准备说明书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新增试剂入账，说明书不归档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写给两类人：使用者和救援者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一是每天和它打交道的使用者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二是出事时赶来的应急救援人员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救援人员靠它决定怎么处置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安全技术说明书的主要目的，是让两类人掌握必要的信息：一是每天使用和接触这种化学品的人，二是发生事故时赶来的消防、急救等应急人员。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认为说明书只是给管理人员看的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事故时说不出化学品名称，也拿不出说明书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告诉你怎么用、怎么存、怎么处置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怎么用：戴什么、在哪做、什么不能做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怎么存：温度、避光、密封、远离什么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怎么处置：分类收集，不倒下水道，交有资质单位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用之前对照着看，心里就有底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说明书首先告诉你怎样安全操作：要戴哪些防护装备，在通风柜还是普通台面操作，哪些做法绝对不行。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储存条件凭经验，不看说明书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废液处置不查说明书，随意混倒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讲清四类风险：健康、火灾、反应、环境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健康：从哪进入人体，伤眼、伤皮肤、伤肺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火灾：易不易燃，远离什么，着火用什么灭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反应性：遇热、水、空气会怎样，和谁要分开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环境：对水生生物和土壤有没有危害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讲清化学品的四类风险。健康风险：经哪些途径进入人体，伤害眼睛、皮肤、呼吸系统还是其他器官，有的一次接触就伤人，有的长期累积。火灾危险：是否易燃、着火有多猛，要远离哪些火源和热源，着火时用什么灭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只关心健康危害，忽视反应性和不相容物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不知道灭火方法，着火时用错灭火器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了解危害第一站，操作第一依据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生产商随货提供，按统一制度编写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了解危害，第一站就查说明书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说明书是用好危险物料的第一依据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看到爆炸等高风险，就按更严的规程来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说明书由化学品生产商（或进口商）按全球统一的分类和标签制度编写，随货提供。了解一种化学品的危害，第一站就查它的说明书，先看与危害相关的几个部分。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先上网搜“经验帖”，不看说明书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看到高风险提示仍按普通规程操作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十六个部分，顺序固定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说明书分十六个部分，顺序固定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性质、危害、防护、应急都在里面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它讲化学品，不是着装规定或培训档案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十六部分怎么读，见第 041 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 GB/T 16483-2008（以现行文本为准），化学品安全技术说明书包括十六个部分，顺序固定：从化学品及企业标识、危险性概述、成分，到急救、消防、泄漏应急、操作处置与储存、接触控制和个体防护、理化特性、稳定性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以为说明书各家格式不同，找不到需要的内容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把说明书当成实验室规章或培训记录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识别危害两件工具：说明书和标签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识别化学品危害，靠两件工具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一是安全技术说明书，二是安全标签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先查说明书，再看瓶上标签和象形图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识别化学品的危害，主要靠两件工具：安全技术说明书和容器上的安全标签。说明书内容全面，标签简明直观。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只看其中一样，不互相对照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不知道这两件工具在哪里找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标签是简版，说明书是详版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瓶上的安全标签是说明书的简版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象形图、信号词、危险说明，两者要一致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标签按 GB 15258-2009 编写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先看标签，拿不准就翻说明书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安全标签是说明书的浓缩版，只列出最关键的信息；说明书是详细版。标签上的象形图、信号词、危险说明和防范说明应与说明书第 2 部分（危险性概述）一致，标签按 GB 15258-2009（以现行文本为准）编写。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发现标签与说明书不一致也不报告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以为看过标签就不需要看说明书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知道放在哪，先读再用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先知道本实验室的说明书放在哪里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第一次用某种化学品，先读再用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闪点、接触限值等关键数据都在说明书里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碰化学品之前，就该读过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进入实验室首先要知道本实验室的安全技术说明书放在哪里（纸质文件夹、电脑或学校系统）。第一次使用某种化学品之前，先读它的说明书和标签，了解危害、防护、急救、灭火和泄漏处理方法。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不知道说明书放在哪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出了事才第一次翻说明书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试剂盒、清洁剂、废液也要查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试剂盒里的裂解液、洗液也含化学试剂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裂解废液不能和含氯消毒剂混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碱液伤眼，指示剂可能易燃；盐酸领用要登记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清洁剂、废液也都要查说明书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不只针对试剂瓶里的化学品。核酸提取等商品试剂盒中的裂解液、洗液含有化学试剂，用前同样要查说明书；撕膜、加样时戴好护目镜和手套。有的裂解液与含氯消毒剂混合会产生有害物质，裂解废液要单独收集，不与含氯消毒剂混合，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以为商品试剂盒“很安全”，不查说明书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把试剂盒废液倒进含氯消毒剂桶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重点读几节，再做风险评估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说明书很厚，不用从头背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用前先看：危害、防护、急救、泄漏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要加热、储存、处置时，再看对应部分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据此定防护和规程，导师审核后再做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说明书内容多，不需要从头到尾背下来。第一次使用前，重点看：危害是什么、要戴什么防护、急救措施、洒了怎么办、操作和储存要求。实验中需要加热、长期储存或废弃处置时，再看对应的部分。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只看第一页就开始实验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读了说明书但不写进风险评估和规程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采购索取中文SDS，不全不入库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买化学品时，向供应商索取中文说明书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随货附说明书，收货后对照查看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标签要和说明书一致，内容要齐全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没有标签、没有说明书，不入库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采购化学品时，要求供应商提供中文安全技术说明书和安全标签。到货后对照查看：说明书是否随货、是否为中文、内容是否齐全，瓶上标签是否与说明书一致。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收货时把说明书随包装箱一起扔掉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只有英文说明书也入库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放在使用场所，几分钟内能调出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说明书放在使用场所，人人能找到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纸质或电子版都行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检查时要几分钟内调出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电子版要有纸质备份，停电断网也能查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技术说明书要放在化学品的使用场所，纸质文件夹或电脑、学校化学品管理系统中的电子版都可以，关键是实验室里的每个人都知道在哪里、能随时查到。每种化学品性质不同、危害各有特点，必须能查到对应的那一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说明书锁在办公室或只存在个人电脑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只有在线版，断网就查不到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说明书要对得上、版本要新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说明书要和手里这瓶对得上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名称、供应商、浓度规格要一致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版本过旧的，及时换新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查阅的说明书必须与手中的化学品对应：化学品名称、供应商、浓度和规格一致。同一种物质，浓度不同、混合物配方不同，危害和防护要求可能不同，不能随便拿一份代替。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用别家、别的浓度的说明书代替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文件夹里的说明书多年不更新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台账和说明书联动，应急更快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案例：一次酸泄漏，应急人员几分钟拿到说明书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台账和说明书联动，一点就能调出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信息到得快，就抢回了时间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一个案例：某实验室发生酸泄漏，应急人员赶到后，几分钟内就从化学品台账中调出了这种酸的说明书，按其中的泄漏应急和防护要求迅速处置。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台账和说明书分开放，事故时找不到对应关系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新试剂入账不上传说明书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配方可保密，安全信息不能少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厂家可以对具体成分保密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危害、防护、急救信息一样不能少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急救需要成分时，厂家不能拒绝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对于混合物，生产厂家可以对具体成分或配比作商业秘密处理，但危害、防护、急救、泄漏处置等安全信息必须完整写明，不能因为保密而省略。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说明书成分栏保密，就以为危害也不清楚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不知道可以拨打应急咨询电话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说明书不是万能的，要会读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说明书写给很多人看，有些内容与实验室无关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也会有错误和遗漏，不同厂家写法不同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多方核对，不要只信一份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带着问题读，合理防护安全用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很有用，但不是万能的。它面向生产、运输、使用等很多类人群，有些内容（如大批量储运）与实验室小量使用关系不大；也可能有错误和遗漏，同一种化学品不同厂家写的可能不一样，有的话没错却帮不上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说明书上没写的风险就认为不存在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不同说明书说法不一时随便选一份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化学品安全技术说明书的英文缩写，以及它的旧称是：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SOP，MSDS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SDS，MSDS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PPE，SDS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GHS，SOP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我国化学品安全技术说明书的内容和项目顺序依据：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GB 2894-2025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GB/T 16483-2008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GB 13495.1-2015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GB 6944-2025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判断：商品试剂盒里的裂解液、洗液不是“化学品”，不需要查说明书。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判断：说明书只要有电子版即可，不需要考虑停电断网的情况。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040 · 安全技术说明书（SDS）概述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040 安全技术说明书（SDS）概述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说明书主要写给哪两类人？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采购员和会计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使用者和应急救援人员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校领导和检查组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供应商和快递员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简答：第一次使用一种新化学品前，应该怎样使用说明书？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化学品天天用，危害各不同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安全用化学品，先问三个问题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SDS：化学品的身份档案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旧称MSDS，现在统一叫SDS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旧格式乱、难懂，才有了统一制度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依法必须提供：中文安全技术说明书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每种化学品都要有一份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写给两类人：使用者和救援者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告诉你怎么用、怎么存、怎么处置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讲清四类风险：健康、火灾、反应、环境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了解危害第一站，操作第一依据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十六个部分，顺序固定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识别危害两件工具：说明书和标签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标签是简版，说明书是详版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知道放在哪，先读再用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试剂盒、清洁剂、废液也要查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重点读几节，再做风险评估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采购索取中文SDS，不全不入库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放在使用场所，几分钟内能调出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说明书要对得上、版本要新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K21  台账和说明书联动，应急更快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K22  配方可保密，安全信息不能少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K23  说明书不是万能的，要会读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