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管理实验室的生物风险，有两件相关但不同的事。两者都和生物材料的安全操作、防护和管理有关，但关注点和目标不一样。</a:t>
            </a:r>
          </a:p>
          <a:p>
            <a:r>
              <a:t>生物安全（实验室生物安全）是一整套操作规范和防护措施，防止有害生物材料在没有人故意的情况下意外跑出来，造成人员暴露或环境污染。例如即使按规程操作，培养物也可能洒出、防护被突破，这属于生物安全。</a:t>
            </a:r>
          </a:p>
          <a:p>
            <a:r>
              <a:t>生物安保防的是人为的、故意的行为：病原、毒素等材料丢失、被盗、未经授权接触，或被拿去滥用伤人，包括生物恐怖。</a:t>
            </a:r>
          </a:p>
          <a:p>
            <a:r>
              <a:t>一句话区别：生物安全防意外，生物安保防故意。瓶子碰倒是生物安全问题，把门卡借给别人是生物安保问题。发现材料丢失或被盗，必须立即报告（见本课 K17）。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我国，“生物安全”一词范围很宽。《中华人民共和国生物安全法》所说的生物安全，包括防控重大新发突发传染病和动植物疫情、生物技术研究开发与应用安全、病原微生物实验室生物安全、人类遗传资源与生物资源安全、防范外来物种入侵、防范生物恐怖袭击和生物武器威胁等多个方面（具体以现行文本为准）。实验室生物安全只是其中一块。</a:t>
            </a:r>
          </a:p>
          <a:p>
            <a:r>
              <a:t>在实验室管理中，常把防止病原和材料丢失、被盗、被滥用的工作叫作“生物安保”，与英文资料中的区分相对应。用词时要注意语境：法律意义上的生物安全，既防意外暴露，也防丢失和滥用。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可以把实验室的生物材料看成要守护的宝贝，从两个方向看护它。</a:t>
            </a:r>
          </a:p>
          <a:p>
            <a:r>
              <a:t>生物安全首先保护实验人员，也保护周围的公众和环境不受暴露；它主要靠四样东西：培训、安全设备（如生物安全柜）、设施（如防护实验室）和标准操作规程，再加上废物管理，把风险降下来（详见第 059–077 课）。</a:t>
            </a:r>
          </a:p>
          <a:p>
            <a:r>
              <a:t>生物安保保护的是生物材料、实验室和研究设施本身，防范来自外部和内部的威胁；它主要靠：门禁限制进入，材料上锁存放，接触人员经过审核和培训，高风险材料有账可查、责任落实到人（问责）。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生物安全和生物安保缺一不可：只防意外不防故意，材料可能被盗被滥用；只锁门不讲规范，人员照样会被感染。无论科研、医疗还是教学实验室，两者都要同时做好，研究的收益才能大于风险。</a:t>
            </a:r>
          </a:p>
          <a:p>
            <a:r>
              <a:t>安保不是出了事才做的事，而要和生物安全一起融入日常：守住材料、记录、门禁和信息，需要全组每个人一起来做。</a:t>
            </a:r>
          </a:p>
          <a:p>
            <a:r>
              <a:t>每个人都有安全和安保意识，风险管理才真正有效，最终守护的是公众健康。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从更宽的角度看，生物安保是一整套保护措施和规程，保护的对象是人、动物、植物和环境：人会被传染生病，动物会得疫病，庄稼会遭病虫害，生态环境会被外来生物破坏。</a:t>
            </a:r>
          </a:p>
          <a:p>
            <a:r>
              <a:t>要防的是有害的生物因子：使人和动物生病的病原体、破坏庄稼的害虫，以及生物产生的毒素。工作有两个方向：一是防止外面的有害生物传进来，二是防止已有的扩散出去；传染病、入侵物种和生物威胁都在其中。</a:t>
            </a:r>
          </a:p>
          <a:p>
            <a:r>
              <a:t>危害的来源有三种：自然发生的（如候鸟带来的疫病）、意外发生的（如实验生物逃逸）、蓄意的（有人故意滥用）。三种都要防。生物安保也在日常生活中：勤洗手，生熟分开，宠物按时免疫，不私自携带动植物和种子入境（引种检疫见第 082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生物安保的工作可以分成六块：一是防止疾病传播，定好规程，切断在人和动植物之间传播的途径；二是封闭与控制，实验室里靠设施和规范把病原关住，运输途中密封包装、专人负责、全程可追溯（运输见第 080 课）；三是监测，定期查看有无疫病或异常迹象，早发现、早处置。</a:t>
            </a:r>
          </a:p>
          <a:p>
            <a:r>
              <a:t>四是依法管理，农业、医疗、科研都要遵守《中华人民共和国生物安全法》和相关条例，学生能做的就是学规定、守规定；五是公众意识与教育，让大家知道风险在哪、日常该怎么做；六是应急准备与响应，针对疫情暴发、蓄意破坏等事件提前写好预案、定期更新，人人知道发现异常该向谁报告（应急预案见第 155 课）。</a:t>
            </a:r>
          </a:p>
          <a:p>
            <a:r>
              <a:t>“同一健康”的观念很重要：不少传染病来自动物，人医、兽医和环境部门要联手监测。养殖场防疫时要管住水、饲料、空气等可能带入病原的途径，并靠布局、技术和人员习惯把关，这个思路放到实验室同样适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从安保的角度看，菌（毒）种、病原样本和毒素是需要看守的资产，要像贵重物品一样管理。威胁可能来自外部（外来人员闯入、盗窃），也可能来自内部（有权限的人员违规取用、滥用）。</a:t>
            </a:r>
          </a:p>
          <a:p>
            <a:r>
              <a:t>所以风险评估不只评意外，也要评被盗、被滥用的可能性和后果：谁能进门、谁管钥匙、材料存在哪里、怎么上锁、账怎么核，都要写进评估，再用相应措施把风险降下来（风险评估方法见第 067 课）。措施要对照国家法律法规和标准落实。</a:t>
            </a:r>
          </a:p>
          <a:p>
            <a:r>
              <a:t>评估结果交单位生物安全委员会审核，定期复查，材料、人员、场所变化时及时更新。安保措施的具体细节属于内部信息，不对外公开。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安保是用门禁、门锁、上锁的柜子和冰箱等限制进入。个人要做到：门禁卡和钥匙不外借，密码不写在墙上、不告诉别人；刷卡进门后随手关门，不让陌生人跟着进来，也不替不认识的人开门；门禁卡丢了马上报告挂失。</a:t>
            </a:r>
          </a:p>
          <a:p>
            <a:r>
              <a:t>访客和外来人员进入要登记、经批准，全程有人陪同（访客管理见第 008 课）；发现未经授权的进入和接触，要能认出来并及时报告。</a:t>
            </a:r>
          </a:p>
          <a:p>
            <a:r>
              <a:t>最后离开实验室的人，锁好样本柜和冰箱，关好门窗，按清单逐项检查、打勾签名。门口和设备上的警示标识要恰当、准确，到处乱贴反而会让人视而不见。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人员可靠性是生物安保的重要一环。接触高风险材料的人员，按单位规定经过审核、培训和授权后才能进入和操作，权限随岗位变化及时调整，离岗时及时注销（离岗交接见第 007 课）。</a:t>
            </a:r>
          </a:p>
          <a:p>
            <a:r>
              <a:t>内部人员滥用是一类威胁，常见迹象有：反常的领用（数量、种类与课题不符），领用不登记，在非工作时段反常出入。关键材料实行双人核对、互相监督。</a:t>
            </a:r>
          </a:p>
          <a:p>
            <a:r>
              <a:t>发现异常，不跟踪、不私下调查，如实报告实验室负责人（见本课 K13）。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菌（毒）种、样本和毒素要锁好：高风险材料专柜专锁、专人管理；按《病原微生物实验室生物安全管理条例》（以现行文本为准），高致病性病原微生物菌（毒）种和样本的保藏、运输等要经过审批，管理极其严格，账和物必须一一对上，放错一支管子都可能引发调查。</a:t>
            </a:r>
          </a:p>
          <a:p>
            <a:r>
              <a:t>入库、取用、转移、销毁件件登记，定期盘点，账物相符；账上没记，丢了都不知道。材料在人员和单位之间转移，保持书面交接记录（监管链），分清职责，出了问题能追溯、能问责。</a:t>
            </a:r>
          </a:p>
          <a:p>
            <a:r>
              <a:t>菌（毒）种和样本只能从正规渠道获得，按规定审批，来源、数量登记在册；不私下交换，不私自带进带出（运输见第 080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信息安全是生物安保的另一层：菌种清单、保藏位置、安保措施和实验数据，都要保护。保藏了什么、放在哪里，不对无关人员说；样本柜、门禁、平面布局不拍照乱发到网上和群里；遇到可疑的打听，告诉老师和保卫处。</a:t>
            </a:r>
          </a:p>
          <a:p>
            <a:r>
              <a:t>网络入侵也是威胁：陌生链接、附件不点不开；实验电脑账号一人一个、不共享，密码不贴在屏幕上，离开座位随手锁屏。</a:t>
            </a:r>
          </a:p>
          <a:p>
            <a:r>
              <a:t>数据按权限访问、定期备份；清单的共享、上传和对外提供按学校网络和数据管理规定办理。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生物恐怖，是有人故意利用病原体或毒素制造伤害。细菌、病毒、毒素都可能被滥用；被重点关注的高危因子大致就分这三类，本课不讲具体名称和细节，只需记住它们极其危险、管控极严。</a:t>
            </a:r>
          </a:p>
          <a:p>
            <a:r>
              <a:t>动机多是政治或社会目的，目标是造成大范围的疾病、死亡和社会恐慌，制造恐惧本身就是手段。实施者可能是个人或团体，甚至有国家怀着恶意去做。</a:t>
            </a:r>
          </a:p>
          <a:p>
            <a:r>
              <a:t>恶意使用生物因子是严重犯罪，我国法律严厉禁止和打击，后果极其严重，绝不能碰。政府和国际组织一直在防范；对实验室人员来说，能做的是守好材料、识别异常、及时报告。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看到来历不明的包裹、信件，尤其是带有可疑粉末或液体的，不碰、不闻、不摇、不打开；让周围人离开，关好门，洗手；立刻报告实验室负责人和保卫处，必要时拨打 110 报警，等待专业人员处理。</a:t>
            </a:r>
          </a:p>
          <a:p>
            <a:r>
              <a:t>看到陌生人在实验室附近徘徊、打听样本，或者材料对不上账，也要马上报告。短时间内很多人出现相同症状、动物异常死亡等情况，要及时往上报。</a:t>
            </a:r>
          </a:p>
          <a:p>
            <a:r>
              <a:t>觉得不对劲，别憋在心里，也不跟踪、不私下调查；如实告诉实验室负责人，再按程序报学院、学校和保卫处；不在群里传、不乱猜测。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制造恐慌本身就是生物恐怖的目标之一。遇到相关事件，不信谣、不传谣，以官方发布的信息为准，不转发未经核实的说法。</a:t>
            </a:r>
          </a:p>
          <a:p>
            <a:r>
              <a:t>对外讲生物安全和生物安保（科普、宣传、社团活动），内容要准确：不夸大吓人，也不隐瞒风险；只讲原则、防护和报告，不传播敏感技术细节。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有的研究成果既可以用来防病救人，也可能被误用、滥用来造成危害，这类研究叫两用研究。做科研要遵守法律法规和行为准则，讲生物伦理，也要想到成果可能被怎样误用。</a:t>
            </a:r>
          </a:p>
          <a:p>
            <a:r>
              <a:t>按《中华人民共和国生物安全法》和《科技伦理审查办法（试行）》（均以现行文本为准），可能被滥用的研究要事先经过单位生物安全委员会和科技伦理（审查）委员会的审查，负责任地开展；研究目标只能用于造福人类和环境。实验材料和数据按规定管理与共享。</a:t>
            </a:r>
          </a:p>
          <a:p>
            <a:r>
              <a:t>拿不准自己的课题是否涉及两用风险，先停下来向导师和实验室负责人报告；收到可疑的材料、数据或技术索要请求，也要及时报告。动物实验同样要先通过实验动物伦理审查（见第 084 课），批准内容告知全组，留好记录。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用病人的临床样本或其他人体样本做研究，按《涉及人的生命科学和医学研究伦理审查办法》（以现行文本为准）先经伦理委员会审查批准，并取得受试者（本人或监护人）的知情同意。</a:t>
            </a:r>
          </a:p>
          <a:p>
            <a:r>
              <a:t>人类遗传资源（人体样本及其产生的遗传信息数据）的采集、保藏、利用和对外提供，按《中华人民共和国人类遗传资源管理条例》（以现行文本为准）管理，需要审批或备案的按规定办理，由学校主管部门统一指导。</a:t>
            </a:r>
          </a:p>
          <a:p>
            <a:r>
              <a:t>临床样本带着病人的个人信息，要严格保密：接触数据的人签保密协议；样本编码、去标识化；电子数据加密，纸质文件受控保管；没有书面授权不得复制、拍照或外传（样本接收见第 079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盘点时发现菌（毒）种、样本、转基因材料少了，或者怀疑被盗、被调换，要立即报告实验室负责人，再逐级报学院、学校主管部门和保卫处，不能瞒着、不能自己悄悄补账。</a:t>
            </a:r>
          </a:p>
          <a:p>
            <a:r>
              <a:t>按《病原微生物实验室生物安全管理条例》（以现行文本为准），高致病性病原微生物菌（毒）种或样本被盗、被抢、丢失的，单位要按规定时限向主管部门和公安机关报告；具体由学校按程序办理。</a:t>
            </a:r>
          </a:p>
          <a:p>
            <a:r>
              <a:t>如实记录发现的时间、经过和已采取的措施，保护现场和记录，配合调查，按规定处理并改进管理。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答案：B。解析：两者的区别在于意图；瓶子碰倒是安全问题，门卡借人是安保问题。</a:t>
            </a:r>
          </a:p>
          <a:p>
            <a:r>
              <a:t>第 2 题 答案：B。解析：门禁卡不外借、不让人尾随；需要进入的人员按规定登记授权。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答案：C。解析：不碰、立即报告，交专业人员处理。</a:t>
            </a:r>
          </a:p>
          <a:p>
            <a:r>
              <a:t>第 4 题 答案：B。解析：用人的样本做研究，先过伦理审查，取得知情同意，人类遗传资源按国家规定管理。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答案：成果既能造福人类、也可能被误用造成危害的研究。拿不准时先停下来向导师和实验室负责人报告，按规定经生物安全委员会和伦理审查后再开展。解析：两用研究事先审查，研究只用于造福人和环境。</a:t>
            </a:r>
          </a:p>
          <a:p>
            <a:r>
              <a:t>第 6 题 答案：C。解析：材料丢失被盗，立即报告，不瞒报。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生物安保与两用研究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85 镜）　适用对象：在生物、医学、农学、环境、药学等实验室工作，接触菌（毒）种、病原样本、人类样本和相关数据的本科生、研究生和教职工（必修）；实验室负责人、菌毒种和样本管理人员、开展伦理审查相关研究的课题组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能说出生物安全与生物安保的区别（防意外与防故意），以及中文“生物安全”在《中华人民共和国生物安全法》中的更宽含义。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能做到生物安保的日常要求：门禁不外借不尾随、访客登记陪同、高风险材料专柜专锁、账物相符、来源合法、信息不乱说不乱发、电脑锁屏。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能判断两用研究和涉及人的样本研究需要事先审查（伦理审查、知情同意、人类遗传资源管理），拿不准先停下来报告。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能做到遇到可疑包裹、可疑人员和询问、材料丢失被盗时不碰、不私查，立即逐级报告；不信谣不传谣。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《中华人民共和国生物安全法》：防范生物恐怖与生物武器威胁、生物技术研究开发安全管理、病原微生物实验室安全与保藏管理、人类遗传资源管理（具体要求以现行文本为准）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《病原微生物实验室生物安全管理条例》（以现行文本为准）：菌（毒）种和样本的来源、保藏、运输与安全保卫，被盗、被抢、丢失、泄漏的报告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《中华人民共和国人类遗传资源管理条例》（以现行文本为准）：人类遗传资源的采集、保藏、利用和对外提供管理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《涉及人的生命科学和医学研究伦理审查办法》（以现行文本为准）：伦理审查与知情同意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《科技伦理审查办法（试行）》（以现行文本为准）：科技活动的伦理审查与风险防范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《中华人民共和国个人信息保护法》（以现行文本为准）：患者等个人信息的保护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生物安全通用要求》：风险评估、人员管理、安保与访问控制、记录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本单位门禁、菌（毒）种和样本管理、信息安全制度（以本校规定为准）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生物安全防意外，生物安保防故意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生物安全和生物安保听着像，侧重点不同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生物安全：防意外暴露和泄漏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生物安保：防丢失、被盗和故意滥用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瓶子碰倒是安全，门卡借人是安保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两者的区别，就在于意图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管理实验室的生物风险，有两件相关但不同的事。两者都和生物材料的安全操作、防护和管理有关，但关注点和目标不一样。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以为只要防护做好，就不用管门禁和账目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把门卡借给同学“帮个忙”，觉得不算安全问题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中文的“生物安全”管得更宽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中文的“生物安全”是个大概念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生物安全法既管实验室，也管防范生物恐怖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实验室里常把防丢失、防滥用叫生物安保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防意外暴露，也防丢失和滥用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我国，“生物安全”一词范围很宽。《中华人民共和国生物安全法》所说的生物安全，包括防控重大新发突发传染病和动植物疫情、生物技术研究开发与应用安全、病原微生物实验室生物安全、人类遗传资源与生物资源安全、防范外来物种入侵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以为《中华人民共和国生物安全法》只管实验室操作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把“生物安全”和“生物安保”混为一谈，忽略安保要求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各自保护什么、靠什么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把生物材料看成要守护的宝贝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生物安全护人员、公众和环境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靠培训、设备、设施和规程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生物安保护材料和设施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靠门禁、上锁、人员审核和问责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可以把实验室的生物材料看成要守护的宝贝，从两个方向看护它。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认为安保只是保卫处的事，与实验人员无关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只装门禁，不建账、不审核人员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两手都要硬，人人有责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安全和安保，缺一不可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科研、医疗、教学实验室都一样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日常就做，全组一起来守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人人有意识，才能守护大众健康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生物安全和生物安保缺一不可：只防意外不防故意，材料可能被盗被滥用；只锁门不讲规范，人员照样会被感染。无论科研、医疗还是教学实验室，两者都要同时做好，研究的收益才能大于风险。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认为教学实验室“没什么危险材料”，不必讲安保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觉得安保是负责人一个人的事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生物安保：护人、动植物和环境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保护人、动物、植物和环境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防的是病原、害虫、毒素等有害生物因子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一防外来有害生物传进来，二防扩散出去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自然的、意外的、蓄意的，都要防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生活中勤洗手、不私带动植物入境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从更宽的角度看，生物安保是一整套保护措施和规程，保护的对象是人、动物、植物和环境：人会被传染生病，动物会得疫病，庄稼会遭病虫害，生态环境会被外来生物破坏。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以为生物安保只和病原实验室有关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出境旅行私带水果、种子、活体动物回国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生物安保的六块工作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防传播、封闭控制、监测、依法管理、教育、应急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实验室里封住，运输也要密封可追溯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同一健康：人和动物的病连在一起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写好预案，人人知道向谁报告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养殖场防疫的思路，实验室也适用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生物安保的工作可以分成六块：一是防止疾病传播，定好规程，切断在人和动植物之间传播的途径；二是封闭与控制，实验室里靠设施和规范把病原关住，运输途中密封包装、专人负责、全程可追溯（运输见第 080 课）；三是监测，定期查……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只重视实验室内部，忽视运输途中的管理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没有预案，出了异常不知道向谁报告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病原是资产：评估被盗被滥用的风险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安保眼里，菌种样本是要看守的资产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威胁有两种：内部的，外部的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评估也看被盗滥用：谁能拿、存哪、怎么锁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评估结果交单位审核，定期复查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从安保的角度看，菌（毒）种、病原样本和毒素是需要看守的资产，要像贵重物品一样管理。威胁可能来自外部（外来人员闯入、盗窃），也可能来自内部（有权限的人员违规取用、滥用）。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风险评估只写防护，不写门禁和账目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把安保措施细节发到公开网络上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物理安保：门禁不外借，不尾随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门禁卡不外借，不让人尾随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密码不写墙上，不告诉别人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访客登记，全程有人陪同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卡丢了马上挂失；最后离开锁柜关门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标识要恰当，贴滥了就没人看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物理安保是用门禁、门锁、上锁的柜子和冰箱等限制进入。个人要做到：门禁卡和钥匙不外借，密码不写在墙上、不告诉别人；刷卡进门后随手关门，不让陌生人跟着进来，也不替不认识的人开门；门禁卡丢了马上报告挂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同学说忘带卡，就刷卡让他跟着进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为了方便把门禁密码贴在门边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人员可靠：背景审核，防内部滥用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接触高风险材料前，要审核和培训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留意反常领用、不登记、乱时段出入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关键材料，双人核对，互相监督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能认出未经授权的接触，及时报告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人员可靠性是生物安保的重要一环。接触高风险材料的人员，按单位规定经过审核、培训和授权后才能进入和操作，权限随岗位变化及时调整，离岗时及时注销（离岗交接见第 007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碍于情面，不报告同事的反常领用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毕业离组后门禁和系统权限没有注销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材料管控：账物相符，来源合法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高风险材料，专柜专锁专人管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入库、取用、转移、销毁，件件登记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定期盘点，账物相符，零差错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转移要书面交接，职责清楚可问责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菌毒种从正规渠道来，不私下交换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菌（毒）种、样本和毒素要锁好：高风险材料专柜专锁、专人管理；按《病原微生物实验室生物安全管理条例》（以现行文本为准），高致病性病原微生物菌（毒）种和样本的保藏、运输等要经过审批，管理极其严格，账和物必须一一对上，放错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取了样本不登记，想着“用完再补”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从别的课题组私下要一管菌株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信息安全：不乱说、不乱发、锁屏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保藏了什么、放在哪，不随便说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样本柜和门禁，不拍照乱发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陌生链接、附件，不点不开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账号不共享，离开随手锁屏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数据设权限、做备份，按学校规定办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信息安全是生物安保的另一层：菌种清单、保藏位置、安保措施和实验数据，都要保护。保藏了什么、放在哪里，不对无关人员说；样本柜、门禁、平面布局不拍照乱发到网上和群里；遇到可疑的打听，告诉老师和保卫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在社交媒体上晒实验室样本柜和门禁照片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全组共用一个账号，密码贴在显示器上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生物恐怖：故意害人，是重罪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生物恐怖是故意用病原或毒素制造伤害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目的是害人，制造大范围疾病和恐慌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实施者可能是个人、团体，甚至国家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恶意使用生物因子是重罪，绝不能碰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我们能做的，是识别和报告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生物恐怖，是有人故意利用病原体或毒素制造伤害。细菌、病毒、毒素都可能被滥用；被重点关注的高危因子大致就分这三类，本课不讲具体名称和细节，只需记住它们极其危险、管控极严。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出于好奇在网上搜索、传播敏感技术细节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以为开玩笑说“拿去吓人”不算事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可疑包裹和异常：不碰，立即报告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来历不明的包裹：不碰、不闻、不打开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离开现场，关好门，立刻报告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报负责人和保卫处，必要时打110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病例异常聚集、动物异常死亡，及时上报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觉得不对劲，如实报告，不私查不乱猜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看到来历不明的包裹、信件，尤其是带有可疑粉末或液体的，不碰、不闻、不摇、不打开；让周围人离开，关好门，洗手；立刻报告实验室负责人和保卫处，必要时拨打 110 报警，等待专业人员处理。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好奇打开可疑包裹看看是什么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发现异常自己去“调查”，或在群里猜测议论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不信谣不传谣，科普要准确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恐慌本身，就是攻击的目标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不信谣、不传谣，听官方通报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对外科普不夸大，也不隐瞒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制造恐慌本身就是生物恐怖的目标之一。遇到相关事件，不信谣、不传谣，以官方发布的信息为准，不转发未经核实的说法。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转发来源不明的“内部消息”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科普时为吸引眼球夸大风险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两用研究与科研伦理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成果能救人也可能被误用，叫两用研究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可能两用的研究，事先审查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研究只能用于造福人和环境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拿不准先停下报告；可疑索要也报告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动物实验也先过伦理审批，告知全组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有的研究成果既可以用来防病救人，也可能被误用、滥用来造成危害，这类研究叫两用研究。做科研要遵守法律法规和行为准则，讲生物伦理，也要想到成果可能被怎样误用。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认为“只是基础研究”，不需要考虑误用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把未发表的敏感数据随意发给陌生索要者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人的样本：伦理审查、知情同意、遗传资源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用人的样本做研究，先过伦理审查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要有本人的知情同意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人类遗传资源，按国家规定管理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病人信息保密：加密、签协议、不拍照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用病人的临床样本或其他人体样本做研究，按《涉及人的生命科学和医学研究伦理审查办法》（以现行文本为准）先经伦理委员会审查批准，并取得受试者（本人或监护人）的知情同意。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先用剩余临床样本做实验，再补伦理审查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把带病人姓名的样本照片发到群里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材料丢失被盗，立即报告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材料丢失、被盗，要立即报告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逐级报负责人、学院、学校和保卫处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如实记录，不瞒着，按规定处理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盘点时发现菌（毒）种、样本、转基因材料少了，或者怀疑被盗、被调换，要立即报告实验室负责人，再逐级报学院、学校主管部门和保卫处，不能瞒着、不能自己悄悄补账。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发现少了一管，以为是自己记错就不报告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偷偷补登记，掩盖丢失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生物安全与生物安保的主要区别是：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没有区别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生物安全防意外，生物安保防丢失、被盗和故意滥用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生物安保只管消防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生物安全只管门禁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判断：同学说忘带门禁卡，可以刷卡让他跟着进入实验室。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收到一个来历不明、有可疑粉末的包裹，正确的做法是：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打开看看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拿到通风柜里拆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不碰不闻不打开，离开并关门，立即报告负责人和保卫处，必要时打110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扔进垃圾桶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判断：用医院剩余的病人样本做研究，只要不公开病人姓名，就不需要伦理审查。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083 · 生物安保与两用研究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083 生物安保与两用研究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简答：什么是两用研究？如果拿不准自己的课题是否涉及两用风险，应该怎么做？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盘点时发现少了一管菌种，应该：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悄悄补登记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等下次盘点再说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立即逐级报告负责人、学院、学校和保卫处，如实记录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自己找找就算了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生物安全防意外，生物安保防故意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中文的“生物安全”管得更宽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各自保护什么、靠什么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两手都要硬，人人有责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生物安保：护人、动植物和环境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生物安保的六块工作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病原是资产：评估被盗被滥用的风险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物理安保：门禁不外借，不尾随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人员可靠：背景审核，防内部滥用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材料管控：账物相符，来源合法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信息安全：不乱说、不乱发、锁屏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生物恐怖：故意害人，是重罪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可疑包裹和异常：不碰，立即报告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不信谣不传谣，科普要准确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两用研究与科研伦理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人的样本：伦理审查、知情同意、遗传资源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材料丢失被盗，立即报告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