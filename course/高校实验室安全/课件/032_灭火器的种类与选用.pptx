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 GB 4351-2023（以现行文本为准），手提式灭火器按充装的灭火剂分为水基型（含清水、泡沫等）、干粉型、二氧化碳、洁净气体等类型，另有扑救金属火的专用灭火器。每种灭火器只适用于某几类火灾，没有哪一种能扑灭所有的火。</a:t>
            </a:r>
          </a:p>
          <a:p>
            <a:r>
              <a:t>选用的方法是：先按 GB/T 4968-2008 判断火灾类别（A 固体、B 液体或可熔化固体、C 气体、D 金属、E 带电、F 烹饪油脂，见第 030 课），再看灭火器铭牌上标明的灭火剂和适用火灾类别。国外资料常用色带区分灭火器、把灭火器分成四种或五种，分类和字母含义都与我国不同，不能照搬；我国的灭火器外壳多为红色，要看铭牌而不是颜色。</a:t>
            </a:r>
          </a:p>
          <a:p>
            <a:r>
              <a:t>灭火器用错，不但扑不灭，还可能让火势扩大或造成触电、爆燃。带电设备着火要先断电，金属着火要用专用灭火剂。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水型（清水型）灭火器喷出的水吸收大量热量，把燃烧物温度降到燃点以下，主要用于扑救 A 类固体物质火灾，如木材、纸张、棉布等普通可燃物着火。A 类火也可以用 ABC 干粉灭火器扑救。</a:t>
            </a:r>
          </a:p>
          <a:p>
            <a:r>
              <a:t>普通水型灭火器不能用于带电设备火（可能触电）、易燃液体火和油锅火（水会使燃烧的液体飞溅、蔓延）、气体火和活泼金属火。部分水基型灭火器经检验可用于带电火或其他类别，以铭牌标注为准。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泡沫灭火器喷出的泡沫覆盖在燃烧物表面，隔绝空气（窒息），泡沫中的水又能冷却，主要用于扑救 B 类易燃液体火（如汽油、油类、部分有机溶剂），也可扑救 A 类固体火。扑救液体火时选用铭牌标有 B 类的灭火器。</a:t>
            </a:r>
          </a:p>
          <a:p>
            <a:r>
              <a:t>泡沫含水能导电，不能用于带电设备火；也不能用于活泼金属火。普通泡沫灭火器不宜扑救油锅火（见 K10）。部分水溶性溶剂（如醇类）会破坏普通泡沫，需要抗溶性泡沫，以铭牌标注为准。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多数有机溶剂和燃油比水轻、不溶于水，泼水后燃烧的液体浮在水面上随水流散开，火势反而蔓延；水还导电，泼向带电设备会使扑救者触电。</a:t>
            </a:r>
          </a:p>
          <a:p>
            <a:r>
              <a:t>台面上易燃液体、燃油的小火，可用干粉、二氧化碳灭火器或灭火毯扑救；带电设备着火，先切断电源，再按燃烧物选用灭火器（电气火灾见第 107 课）。火势控制不住时立即撤离，拨打 119。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干粉灭火器喷出的干粉主要通过化学抑制（打断燃烧的链式反应）灭火，灭火速度快。按适用火灾分为 ABC 干粉（磷酸铵盐类）和 BC 干粉（碳酸氢钠类）：ABC 干粉可扑救 A 类固体、B 类液体、C 类气体火；BC 干粉适用于 B、C 类火，扑救木材、纸张等固体火时容易复燃。</a:t>
            </a:r>
          </a:p>
          <a:p>
            <a:r>
              <a:t>干粉不导电，可以扑救带电设备的初起火灾（以铭牌标注为准），但能断电的先断电，并与带电体保持安全距离。干粉的缺点是粉末扩散后难以清理，会污染、损坏精密仪器。干粉一般不用于活泼金属火（见 K9），也不宜用于油锅火（见 K10）。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干粉灭火器适用范围广，是实验室和教学楼最常见的灭火器，通常放在实验室出口、走廊等明显、便于取用的位置。每间实验室都应按规定配备灭火器，火稍大一点、不能用灭火毯盖灭时，就要用灭火器扑救（灭火器的使用见第 033 课）。</a:t>
            </a:r>
          </a:p>
          <a:p>
            <a:r>
              <a:t>平时就要记住灭火器放在哪、是哪一种，紧急时才能马上取用。过去使用的哈龙灭火器会破坏臭氧层，我国已按消耗臭氧层物质管理的要求基本淘汰，实验室不应再使用。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二氧化碳灭火器喷出的二氧化碳主要通过窒息（冲淡氧气）和一定的冷却作用灭火，适用于 B 类液体火、C 类气体火和带电设备火。二氧化碳不导电、不留残渣，不会污染仪器，因此精密仪器室、计算机机房常配二氧化碳灭火器。</a:t>
            </a:r>
          </a:p>
          <a:p>
            <a:r>
              <a:t>二氧化碳扑救木材、纸张等固体火时，余烬容易复燃；不能用于活泼金属火（会与金属反应，更危险），也不宜扑救油锅火。喷射时二氧化碳迅速汽化，喇叭筒温度很低，手只能握在把手上，不能握喇叭筒，以免冻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二氧化碳靠冲淡氧气灭火，在狭小、通风差的房间（如小仪器间、储藏间）大量喷放后，空气中的氧含量明显下降，留在里面的人会头晕、窒息。</a:t>
            </a:r>
          </a:p>
          <a:p>
            <a:r>
              <a:t>在狭小空间使用二氧化碳灭火器后，人员应立即撤出，关门防止复燃，确认火已熄灭后先充分通风，再进入检查。设有固定气体灭火系统的房间，听到预警后要立即撤离。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钾、钠、锂、镁等活泼金属着火属于 D 类火，在实验室比较少见，但非常危险：水会与活泼金属剧烈反应放出氢气，引起爆燃；二氧化碳会与燃烧的金属反应，使火势更猛；普通干粉、泡沫灭火器也扑不灭。</a:t>
            </a:r>
          </a:p>
          <a:p>
            <a:r>
              <a:t>使用活泼金属的实验室应在旁边备好干砂或金属火专用灭火器（D 类），着火时用干砂或专用灭火剂覆盖。没有把握不要扑救，立即撤离并拨打 119。使用激光等设备加工金属时灭火器的选用见第 119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烹饪器具内的食用油、动植物油脂着火属于 F 类火，常见于食堂、宿舍违规做饭和用油加热的场合。油温很高，泼水会使燃油飞溅、火势猛增。</a:t>
            </a:r>
          </a:p>
          <a:p>
            <a:r>
              <a:t>扑救方法：先关掉热源，用锅盖或灭火毯盖住，使火因缺氧熄灭，盖住后不要马上揭开；也可以用铭牌标有 F 类的专用灭火器。普通干粉、泡沫、二氧化碳灭火器不宜扑救油锅火，容易复燃；F 类专用灭火器也不用于液体、气体、带电和金属火。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灭火器由学校按照 GB 50140（以现行文本为准）等规范，根据场所可能发生的火灾种类和危险等级配置：化学实验室常配干粉灭火器，精密仪器室、机房多配二氧化碳灭火器，使用活泼金属的地方备干砂或金属火专用灭火器。灭火器不得随意挪用、移走，需要调整时向实验室负责人和学院报告。</a:t>
            </a:r>
          </a:p>
          <a:p>
            <a:r>
              <a:t>参观、围观激光切割等设备运行，或开始一项新实验之前，先看一眼身边灭火器的位置、种类和适用火灾，做到“在哪、是哪种、能灭什么火”心中有数。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灭火器只适合扑救初起火灾。火势扩大、烟雾变浓、灭火器喷完火还没灭，或者不能确定用哪种灭火器时，不要继续扑救，立即撤离并随手关门，阻止火势和烟气蔓延。</a:t>
            </a:r>
          </a:p>
          <a:p>
            <a:r>
              <a:t>撤离到安全处后拨打 119，说清单位、楼号、房间、燃烧物和有无人员被困或受伤，等接警员问完再挂电话；同时报告实验室负责人、学院和学校保卫处（火警报告与疏散见第 036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答案：C。解析：二氧化碳不导电、不留残渣，适合精密仪器和带电设备火。</a:t>
            </a:r>
          </a:p>
          <a:p>
            <a:r>
              <a:t>第 2 题 答案：C。解析：水和二氧化碳都会与活泼金属反应，使火势更猛；普通干粉、泡沫也扑不灭。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答案：A。解析：ABC 干粉适用于 A、B、C 类火，也可扑救带电设备初起火，但会损坏精密仪器。</a:t>
            </a:r>
          </a:p>
          <a:p>
            <a:r>
              <a:t>第 4 题 答案：B。解析：喷射时喇叭筒温度很低，握喇叭筒会冻伤，手只能握把手。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答案：B。解析：易燃液体着火泼水会使火随水流蔓延，应用干粉、二氧化碳灭火器或灭火毯扑救。</a:t>
            </a:r>
          </a:p>
          <a:p>
            <a:r>
              <a:t>第 6 题 答案：先判断火灾类别（A 固体、B 液体、C 气体、D 金属、E 带电、F 油脂），再看灭火器铭牌标明的灭火剂和适用火灾类别，选对应的灭火器；带电先断电，金属火用专用灭火剂，扑不灭立即撤离并拨打 119。解析：没有万能灭火器，用错可能使火势扩大。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灭火器的种类与选用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第4章 消防安全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60 镜）　适用对象：全体进入高校实验室的本科生、研究生和教职工（必修）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能说出水基型、泡沫、干粉（ABC 型、BC 型）、二氧化碳和金属火专用灭火器的灭火原理和适用火灾类别。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能做到先判断火灾类别、再看灭火器铭牌选用，不用水扑救易燃液体火、带电设备火、金属火和油锅火。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能说出二氧化碳灭火器防冻伤、在狭小房间使用防窒息的要求。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能做到进入实验室先确认灭火器的位置和种类，火势控制不住时立即撤离并拨打 119。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《中华人民共和国消防法》（以现行文本为准）：单位按标准配置消防器材，任何人发现火灾都应立即报警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4351-2023（以现行文本为准）《手提式灭火器》：灭火器按灭火剂分类，铭牌标明适用的火灾类别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4968-2008（以现行文本为准）《火灾分类》：A、B、C、D、E、F 六类火灾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50140（以现行文本为准）《建筑灭火器配置设计规范》：按场所火灾种类和危险等级配置灭火器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《消耗臭氧层物质管理条例》（以现行文本为准）：哈龙等消耗臭氧层物质的淘汰与管理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号，以现行文本为准）：实验室消防器材配备和消防安全教育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高校实验室安全检查项目表（以现行文本为准）：灭火器配置与人员会用消防器材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本校消防安全管理规定和火灾应急预案（以本校规定为准）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没有万能灭火器，按火灾类别选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灭火器有好几种，没有能灭所有火的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铭牌标明灭火剂和适用的火灾类别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国内按国标和铭牌选用，不靠外壳颜色认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先判断火灾类别，再选灭火器，用错火可能更大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 GB 4351-2023（以现行文本为准），手提式灭火器按充装的灭火剂分为水基型（含清水、泡沫等）、干粉型、二氧化碳、洁净气体等类型，另有扑救金属火的专用灭火器。每种灭火器只适用于某几类火灾，没有哪一种能扑灭所有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随手拿一具灭火器就喷，不看适用类别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照搬国外资料的颜色和字母分类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水基型灭火器：靠冷却，扑A类火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水基型灭火器主要靠冷却降温灭火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适合 A 类火：木头、纸张、布料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带电、油锅、气体火不用水型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个别型号可扑带电火，以铭牌标注为准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水型（清水型）灭火器喷出的水吸收大量热量，把燃烧物温度降到燃点以下，主要用于扑救 A 类固体物质火灾，如木材、纸张、棉布等普通可燃物着火。A 类火也可以用 ABC 干粉灭火器扑救。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用水型灭火器扑救溶剂火或带电设备火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不看铭牌，以为水基型都能扑电器火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泡沫灭火器：扑固体和液体火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泡沫覆盖液面，隔绝空气并冷却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适合 A 类固体火和 B 类液体火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汽油、油类等易燃液体火，选标有 B 类的灭火器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泡沫含水，带电火和金属火不能用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泡沫灭火器喷出的泡沫覆盖在燃烧物表面，隔绝空气（窒息），泡沫中的水又能冷却，主要用于扑救 B 类易燃液体火（如汽油、油类、部分有机溶剂），也可扑救 A 类固体火。扑救液体火时选用铭牌标有 B 类的灭火器。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用泡沫灭火器扑救带电设备火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以为泡沫能扑一切液体火，不看是否标明适用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液体火、带电火不能用水泼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溶剂着火泼水，火会随水流蔓延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电器着火泼水，可能触电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燃油、溶剂小火用干粉、二氧化碳或灭火毯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带电设备着火先断电再扑救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多数有机溶剂和燃油比水轻、不溶于水，泼水后燃烧的液体浮在水面上随水流散开，火势反而蔓延；水还导电，泼向带电设备会使扑救者触电。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端起水杯、水盆泼向溶剂火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不断电就扑救电器火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干粉灭火器：ABC型和BC型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干粉打断燃烧的链式反应，灭火快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ABC 干粉：固体、液体、气体火都能灭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BC 干粉扑固体火易复燃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可扑带电初起火，缺点是粉末会损坏仪器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干粉灭火器喷出的干粉主要通过化学抑制（打断燃烧的链式反应）灭火，灭火速度快。按适用火灾分为 ABC 干粉（磷酸铵盐类）和 BC 干粉（碳酸氢钠类）：ABC 干粉可扑救 A 类固体、B 类液体、C 类气体火；BC 干粉……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以为所有干粉灭火器都能扑固体火，不分 ABC 和 BC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在精密仪器旁首选干粉，忽视对仪器的损坏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干粉最常见，记住它放在哪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实验室最常配的是干粉灭火器，多放在出口旁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干粉能扑救多种常见的初起火灾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进入实验室先记住灭火器位置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哈龙灭火器破坏臭氧层，已基本淘汰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干粉灭火器适用范围广，是实验室和教学楼最常见的灭火器，通常放在实验室出口、走廊等明显、便于取用的位置。每间实验室都应按规定配备灭火器，火稍大一点、不能用灭火毯盖灭时，就要用灭火器扑救（灭火器的使用见第 033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着火了才到处找灭火器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继续使用哈龙等已淘汰的灭火器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二氧化碳灭火器：不留残渣，适合仪器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适合液体火、气体火和带电设备火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不留残渣，仪器室、机房常配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固体火易复燃，金属和油锅火不能用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喷射时别握喇叭筒，防冻伤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二氧化碳灭火器喷出的二氧化碳主要通过窒息（冲淡氧气）和一定的冷却作用灭火，适用于 B 类液体火、C 类气体火和带电设备火。二氧化碳不导电、不留残渣，不会污染仪器，因此精密仪器室、计算机机房常配二氧化碳灭火器。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手握喇叭筒喷射，造成冻伤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用二氧化碳扑救金属火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小房间喷二氧化碳会缺氧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狭小密闭房间喷二氧化碳，氧气被挤走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人留在里面会头晕、窒息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用完马上撤出，通风后再进入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二氧化碳靠冲淡氧气灭火，在狭小、通风差的房间（如小仪器间、储藏间）大量喷放后，空气中的氧含量明显下降，留在里面的人会头晕、窒息。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喷完二氧化碳后留在小房间里观察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不通风就进入刚喷放过的房间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金属火：不用水和二氧化碳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活泼金属着火较少见，但很危险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不能用水，也不能用二氧化碳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普通干粉也扑不了活泼金属火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用干砂或金属火专用灭火剂覆盖，没把握就撤离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钾、钠、锂、镁等活泼金属着火属于 D 类火，在实验室比较少见，但非常危险：水会与活泼金属剧烈反应放出氢气，引起爆燃；二氧化碳会与燃烧的金属反应，使火势更猛；普通干粉、泡沫灭火器也扑不灭。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用水或二氧化碳扑救金属钠、镁着火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使用活泼金属却没有准备干砂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油锅火：盖锅盖或用F类灭火器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锅里的食用油着火是 F 类火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油锅火绝不能泼水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先关火，再盖锅盖或灭火毯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或用标有 F 类的专用灭火器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烹饪器具内的食用油、动植物油脂着火属于 F 类火，常见于食堂、宿舍违规做饭和用油加热的场合。油温很高，泼水会使燃油飞溅、火势猛增。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往着火的油锅里泼水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火刚灭就揭开锅盖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按场所配置，先认身边灭火器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灭火器按场所的火灾危险配置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化学实验室常配干粉，仪器室多配二氧化碳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活泼金属旁备干砂等专用器材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看设备运行前，先认认身边的灭火器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灭火器由学校按照 GB 50140（以现行文本为准）等规范，根据场所可能发生的火灾种类和危险等级配置：化学实验室常配干粉灭火器，精密仪器室、机房多配二氧化碳灭火器，使用活泼金属的地方备干砂或金属火专用灭火器。灭火器不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把灭火器挪去别处或当门挡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只顾看设备运行，不知道灭火器在哪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扑不灭就撤离，拨打119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灭火器只用于初起火灾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火势控制不住，马上撤离并随手关门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拨打 119，说清地点、火情和有无伤员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同时报告实验室负责人和学校保卫处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灭火器只适合扑救初起火灾。火势扩大、烟雾变浓、灭火器喷完火还没灭，或者不能确定用哪种灭火器时，不要继续扑救，立即撤离并随手关门，阻止火势和烟气蔓延。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灭火器喷完了还留在火场继续扑救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只顾扑火，不报警、不报告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实验室里精密仪器着火（已断电），为了尽量减少对仪器的损坏，最适合选用：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水型灭火器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泡沫灭火器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二氧化碳灭火器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干砂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金属钠着火，正确的做法是：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用水浇灭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用二氧化碳灭火器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用干砂或金属火专用灭火剂覆盖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用泡沫灭火器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判断：ABC 干粉灭火器可以扑救固体、液体和气体火灾。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判断：使用二氧化碳灭火器时，应一手握住喇叭筒，对准火焰喷射。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032 · 灭火器的种类与选用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032 灭火器的种类与选用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判断：台面上的乙醇着火，应立即用水泼灭。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简答：选用灭火器的基本方法是什么？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没有万能灭火器，按火灾类别选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水基型灭火器：靠冷却，扑A类火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泡沫灭火器：扑固体和液体火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液体火、带电火不能用水泼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干粉灭火器：ABC型和BC型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干粉最常见，记住它放在哪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二氧化碳灭火器：不留残渣，适合仪器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小房间喷二氧化碳会缺氧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金属火：不用水和二氧化碳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油锅火：盖锅盖或用F类灭火器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按场所配置，先认身边灭火器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扑不灭就撤离，拨打119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