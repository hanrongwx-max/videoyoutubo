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风险管理的四步是识别危害、评估风险、降低风险、做好应急准备（第 014 课）。本课假定危害已经识别、风险已经评估，讲第三步：怎样把风险降下来。</a:t>
            </a:r>
          </a:p>
          <a:p>
            <a:r>
              <a:t>实验室里大家熟悉的规则，其实都来自“降低风险”：在通风柜里操作，是为了不吸入有害气体和蒸气；戴护目镜，是防止腐蚀性物质伤眼；可能伤到皮肤，就戴手套、穿实验服。安全管理要做的就是消除、减少和控制危害，例如换用低毒试剂、使用通风柜、减少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风险的措施按效果分为五个层级，可以画成一个倒金字塔：最宽的顶层是消除危害；往下是替代，即换成更安全的物质、设备或方法；再往下是工程控制，用设施把人和危害隔开；然后是管理控制，用制度、培训、规程改变做事的方式；最窄的底层是个人防护。</a:t>
            </a:r>
          </a:p>
          <a:p>
            <a:r>
              <a:t>层级越往上效果越好、越可靠，越往下越依赖人。选择措施时要从上往下想：能消除的先消除，不能消除的考虑替代，再用工程控制和管理控制，个人防护放在最后。以用电为例：最好是把危害去掉；去不掉就换成更安全的特低电压；再靠绝缘、接地、断路器和漏电保护；然后是作业许可、挂牌和培训；最后才是绝缘手套等个人防护。国内 GB/T 45001-2020（以现行文本为准）也规定了同样的控制顺序。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很多人一想到安全，就想到护目镜和手套，其实是从层级的最末端开始了。控制层级不是一份可以随意点选的菜单，而是严格的先后顺序：先问能不能消除、能不能替代、有没有工程设施，最后才是个人防护。</a:t>
            </a:r>
          </a:p>
          <a:p>
            <a:r>
              <a:t>不少实验室恰恰做反了：大批采购手套等防护用品，却舍不得在通风、隔离、改进方法等上层措施上投入。“戴上手套就行”这句话最危险，它让人跳过了更有效的措施。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个层级最大的差别在于可靠性。上层措施不依赖人的记忆和注意力：危害消除了，人犯错也伤不到；通风柜和隔离罩在运行，人手一滑，蒸气和飞溅仍被挡住。下层措施则依赖人每一次都做对：一疲劳、一着急、一分心，就可能忘戴、戴错或操作失误。</a:t>
            </a:r>
          </a:p>
          <a:p>
            <a:r>
              <a:t>只靠个人防护，就是赌人一次都不出错。时间一长、次数一多，这个赌一定会输。所以越是高风险、经常重复的操作，越要在上层想办法。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有力的控制是消除：直接把危害去掉，危害不在了，就不可能伤人。例如高处的风扇坏了，与其爬上去修，不如拆下来放到地面修，坠落的风险就没有了；把地面和台面上的杂物收好，就不会掉落砸人或绊倒人。</a:t>
            </a:r>
          </a:p>
          <a:p>
            <a:r>
              <a:t>在实验中，消除往往来自实验设计的改变。原片案例中，一个实验室改进了分析方法，去掉了一种疑似致癌物，验证新方法花了约半年，却从此结束了多年的暴露。能用不含危险物质的方法完成实验，就不要使用危险物质（化学实验的具体做法见第 018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去不掉时，就把它换成危害更小的。实验室里最常见的是用低毒试剂替代高毒试剂、用不易燃的溶剂替代易燃溶剂；日常清洁可以用肥皂水代替腐蚀性清洗剂。设备也可以替代：受限空间里可能存在可燃气体，普通照明可能打火，应换用安全电压（特低电压）的防爆型灯具（具体要求以现行标准和本校规定为准）。</a:t>
            </a:r>
          </a:p>
          <a:p>
            <a:r>
              <a:t>替代时要确认新物质、新方法本身的危害确实更小，并重新做风险评估（第 019 课）。原片案例中，换用溶剂后废物也大大减少，说明安全和绿色可以一起实现。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既不能消除、也不能替代时，就用工程设施把人和危害隔离开。实验室最常用的是通风柜：运行正常时，有害气体和蒸气在源头被抽走，减少吸入，也降低着火爆炸的风险。手套箱让人在外面操作、危害在里面；生物安全柜保护人员、样品和环境；机械的转动部件装上防护罩，并加装急停和自动停机装置。</a:t>
            </a:r>
          </a:p>
          <a:p>
            <a:r>
              <a:t>工程控制的优点是靠设备起作用，不依赖人每次都记得规矩，耐用、可靠，是实验室的主力措施。各类设施的使用方法见相应专题课（通风柜第 051–052 课，生物安全柜第 071–072 课，机械防护第 126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设施要用对才有效。防溅挡板和防护屏可以挡住意外飞溅；通风柜要把视窗放低到规定高度以下、在柜内深处操作，柜内不堆杂物，才能把蒸气挡在呼吸带之外。柜门大开、堆满杂物的通风柜，只会带来虚假的安全感。本实验室有哪些工程设施、怎么用，要问清楚、用起来。</a:t>
            </a:r>
          </a:p>
          <a:p>
            <a:r>
              <a:t>有测验题说“工程控制是最有效的控制措施”，这种说法不准确：工程控制比管理控制和个人防护更可靠，但在层级中排第三，消除和替代的效果更好。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控制管的是流程和行为，改变的是做事的方式：尽量少接触、短时间接触、在低浓度下接触；限时限量；在危险区域挂好警示标识。遵守学校和实验室的安全守则、实验前先读安全注意事项、按写好的步骤做不随意跳步，都属于管理控制。</a:t>
            </a:r>
          </a:p>
          <a:p>
            <a:r>
              <a:t>在实验室里，管理控制还包括：扩大反应规模等变更要先审批（第 019 课）；高风险操作安排在有人支援的时段，不单独做，结伴进行；危险作业实行审批或许可；安排好人员和时间。任何人发现不安全情况，都可以叫停。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在控制层级中，管理措施排在个人防护之前，比单靠防护更有效。常用的管理措施有三项：一是培训，让每个人都懂危害、会安全操作，未经培训不得上岗（准入培训见第 007 课）；二是警示标识，提醒有什么危险、提示应该怎么做（第 026 课）；三是操作规程，这一项最重要，把每一步写清楚，谁来做都一样安全（第 019 课）。</a:t>
            </a:r>
          </a:p>
          <a:p>
            <a:r>
              <a:t>先有安全规程，再做培训，再按需要戴好个人防护，三者配合使用。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措施依赖人的执行。规定写在纸上却不执行，等于没有；它的效果好坏，全看日常监督和每个人的自觉遵守。人不是机器，清晨、深夜或疲劳时都容易犯迷糊，所以在高危操作中，这一层必须时刻警惕，并由导师、实验室负责人和安全员检查落实（检查与整改见第 005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防护（护目镜、手套、实验服等）排在控制层级的最底层，是前面所有措施之后的最后一层。它不能消除危害，只是在人和危害之间隔开一层；一旦通风柜等上层措施失灵，就只剩它挡在前面。光靠防护还不够，人手一副丁腈手套远远不能解决问题。</a:t>
            </a:r>
          </a:p>
          <a:p>
            <a:r>
              <a:t>但“最后一道防线”不等于可以不要：上层措施做足了，防护用品照样要按规定佩戴，不能用防护代替上层措施，也不能因为有上层措施就不戴防护。防护用品要选得对、穿得好，关键时刻才能真正保护人（选择方法见第 021–025 课）。学校和实验室应按规定配备合格的个体防护装备。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如果某次真的是靠护目镜或手套挡住了伤害，说明前面的消除、替代、工程和管理措施都已经失守。这不是“运气好”，而是一次险情，甚至可能已经是需要上报的事故。</a:t>
            </a:r>
          </a:p>
          <a:p>
            <a:r>
              <a:t>应按本校规定报告实验室负责人，分析原因（第 161 课），把前面层级的漏洞补上，而不是只换一副新手套继续做。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何一层措施都可能有漏洞，就像几片带孔的奶酪片，孔的位置各不相同：一层失手，下一层还能接住。所以实际工作中要组合使用：工程控制、管理控制和个人防护三道防线一起用，防止化学品通过吸入、皮肤接触等途径伤人。</a:t>
            </a:r>
          </a:p>
          <a:p>
            <a:r>
              <a:t>高危操作要几层措施同时上。制定措施时要问自己：主要措施失效时，有没有其他层兜底？从塔尖往下逐层建立，别让一个小失误击穿唯一的防线。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除和替代属于实验设计，教师设计教学实验时通常已经考虑过。在实验台前，学生能做的主要是下面三层：用好通风柜等工程设施，遵守规程和管理要求，正确佩戴个人防护。这三层都是在降低暴露的可能性，降低暴露的可能就是降低风险。</a:t>
            </a:r>
          </a:p>
          <a:p>
            <a:r>
              <a:t>进入科研阶段后，实验由自己在导师指导下设计，就要从顶层开始考虑消除和替代（第 015、018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措施要保持有效。发现通风柜报警或风量不足、防护罩缺失或损坏、急停失灵、警示标识缺失等情况，应立即停止相关操作，把危险物质妥善放置，报告实验室负责人，按本校程序报修；必要时报学院和学校实验室管理部门。</a:t>
            </a:r>
          </a:p>
          <a:p>
            <a:r>
              <a:t>不得擅自拆除、改装或绕过安全设施。设施修好并经确认后，才能恢复实验（隐患整改见第 005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答案：B。解析：越往上越有效、越可靠，个人防护是最后一道防线。</a:t>
            </a:r>
          </a:p>
          <a:p>
            <a:r>
              <a:t>第 2 题 答案：B。解析：工程控制比管理控制和个人防护更可靠，但排第三，消除和替代更有效。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答案：B。解析：多层防护要组合使用，上层措施做足了，防护用品照样要戴。</a:t>
            </a:r>
          </a:p>
          <a:p>
            <a:r>
              <a:t>第 4 题 答案：B。解析：危害去不掉，换成更安全的物质，属于替代。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答案：C。解析：工程控制失效要停止操作并报告，不擅自拆改。</a:t>
            </a:r>
          </a:p>
          <a:p>
            <a:r>
              <a:t>第 6 题 答案：个人防护依赖每个人每次都选对、戴好、不出错，一疲劳、着急、分心就会失效。解析：所以要优先采用上层措施，并多层组合。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控制层级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68 镜）　适用对象：全体进入高校实验室的本科生、研究生和教职工（必修）；设计实验的导师、研究生和实验室安全员重点学习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能说出控制层级的五层（消除、替代、工程控制、管理控制、个人防护）及其先后顺序。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能判断：层级越高越可靠，个人防护是最后一道防线，不能只靠防护。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能对实验室里的具体危害举出各层级的控制措施，并做到多层措施组合使用。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能做到：发现工程设施失灵或措施缺失时停止操作、及时报告，不擅自拆改。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《中华人民共和国安全生产法》（以现行文本为准）：风险分级管控、采取技术和管理措施消除事故隐患、为从业人员提供合格的劳动防护用品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号，以现行文本为准）：实验项目风险评估与防控措施、安全设施配置与维护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要求及使用指南》：消除危险源、替代、工程控制和重新组织工作、管理控制、个体防护装备的控制层级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39800.1-2020（以现行文本为准）《个体防护装备配备规范 第1部分：总则》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8196-2018（以现行文本为准）《机械安全 防护装置 固定式和活动式防护装置的设计与制造一般要求》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3805-2008（以现行文本为准）《特低电压（ELV）限值》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本校实验室安全管理制度、设施报修和事故报告规定（以本校规定为准）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降低风险：熟悉的规则从哪里来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降低风险是风险管理四步中的第三步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进通风柜、戴护目镜手套，都是为了降低风险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安全管理就是消除、减少和控制危害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风险管理的四步是识别危害、评估风险、降低风险、做好应急准备（第 014 课）。本课假定危害已经识别、风险已经评估，讲第三步：怎样把风险降下来。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只记规则、不明白规则为什么这样定，换个场景就不会用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控制层级的五层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五层：消除、替代、工程控制、管理控制、个人防护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像倒金字塔，最宽的顶层是消除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越往上越有效，优先从上往下选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大部分风险应在上层解决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控制风险的措施按效果分为五个层级，可以画成一个倒金字塔：最宽的顶层是消除危害；往下是替代，即换成更安全的物质、设备或方法；再往下是工程控制，用设施把人和危害隔开；然后是管理控制，用制度、培训、规程改变做事的方式；最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把顺序记反，认为个人防护最重要、最有效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只想到最底层的防护用品，不考虑上层措施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层级是顺序，不是菜单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控制层级是先后顺序，不能随便挑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一想到安全就想到手套，是从最末端开始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“戴上手套就行”是最危险的一句话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不能只买手套，却不投入上层措施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很多人一想到安全，就想到护目镜和手套，其实是从层级的最末端开始了。控制层级不是一份可以随意点选的菜单，而是严格的先后顺序：先问能不能消除、能不能替代、有没有工程设施，最后才是个人防护。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遇到危害第一反应是“多戴一层手套”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认为防护用品买够了，安全就有保障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层级越高越可靠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各层最大的差别是可靠性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层级越高，人犯了错也不容易受伤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层级越低，一累一急一分心就会失效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只靠个人防护，等于赌人一次都不出错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各个层级最大的差别在于可靠性。上层措施不依赖人的记忆和注意力：危害消除了，人犯错也伤不到；通风柜和隔离罩在运行，人手一滑，蒸气和飞溅仍被挡住。下层措施则依赖人每一次都做对：一疲劳、一着急、一分心，就可能忘戴、戴错或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认为“我很小心，所以只靠防护也没问题”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消除：让危害不存在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消除是最有效的控制，危害没了就伤不了人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高处的坏风扇拆到地面修，坠落风险就没了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东西收好，就不会掉落、绊倒人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改进实验方法，可以去掉高危物质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最有力的控制是消除：直接把危害去掉，危害不在了，就不可能伤人。例如高处的风扇坏了，与其爬上去修，不如拆下来放到地面修，坠落的风险就没有了；把地面和台面上的杂物收好，就不会掉落砸人或绊倒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认为消除“太麻烦”，一开始就放弃考虑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用不到的危险试剂长期留在实验室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替代：换成更安全的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去不掉，就换成更安全的物质、设备或方法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用低毒试剂替代高毒试剂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用肥皂水代替腐蚀性清洗剂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可能有可燃气体的场所，换用安全电压灯具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去不掉时，就把它换成危害更小的。实验室里最常见的是用低毒试剂替代高毒试剂、用不易燃的溶剂替代易燃溶剂；日常清洁可以用肥皂水代替腐蚀性清洗剂。设备也可以替代：受限空间里可能存在可燃气体，普通照明可能打火，应换用安全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换了物质却不重新评估，引入新的危害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工程控制：把人和危害隔开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去不掉、换不了，就用设施把人和危害隔开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通风柜在源头抽走气体和蒸气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手套箱、生物安全柜、防护罩也是工程控制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工程控制靠设备，不靠人记不记得规矩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既不能消除、也不能替代时，就用工程设施把人和危害隔离开。实验室最常用的是通风柜：运行正常时，有害气体和蒸气在源头被抽走，减少吸入，也降低着火爆炸的风险。手套箱让人在外面操作、危害在里面；生物安全柜保护人员、样品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嫌麻烦不开通风柜，在敞开台面上操作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拆掉防护罩图方便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工程控制要用对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防溅挡板和防护屏挡住意外飞溅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通风柜视窗放低，在柜内深处操作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用错了，只会带来虚假的安全感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工程控制排第三，不是最有效的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程设施要用对才有效。防溅挡板和防护屏可以挡住意外飞溅；通风柜要把视窗放低到规定高度以下、在柜内深处操作，柜内不堆杂物，才能把蒸气挡在呼吸带之外。柜门大开、堆满杂物的通风柜，只会带来虚假的安全感。本实验室有哪些工程设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通风柜视窗拉得很高，头伸进柜内操作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认为“有通风柜就最安全”，不再考虑消除和替代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管理控制：改变做事方式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管理控制改变的是做事的方式和流程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少接触、短接触、低浓度接触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扩大规模先审批，危险实验结伴做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发现不对，人人都可以叫停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控制管的是流程和行为，改变的是做事的方式：尽量少接触、短时间接触、在低浓度下接触；限时限量；在危险区域挂好警示标识。遵守学校和实验室的安全守则、实验前先读安全注意事项、按写好的步骤做不随意跳步，都属于管理控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一个人在夜间或节假日做危险实验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擅自放大实验规模，不报审批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培训、标识和操作规程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管理措施比单靠个人防护更有效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一是培训：人人懂危害，会安全操作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二是标识：提醒危险，提示怎么做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三是操作规程：一步步写清，谁做都安全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在控制层级中，管理措施排在个人防护之前，比单靠防护更有效。常用的管理措施有三项：一是培训，让每个人都懂危害、会安全操作，未经培训不得上岗（准入培训见第 007 课）；二是警示标识，提醒有什么危险、提示应该怎么做（第 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有规程但没有培训，操作者从没读过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警示标识被遮挡或缺失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管理措施靠执行和监督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规定写了不执行，等于没有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管理措施好不好，全看监督和遵守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人会疲劳犯迷糊，高危操作要时刻警惕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措施依赖人的执行。规定写在纸上却不执行，等于没有；它的效果好坏，全看日常监督和每个人的自觉遵守。人不是机器，清晨、深夜或疲劳时都容易犯迷糊，所以在高危操作中，这一层必须时刻警惕，并由导师、实验室负责人和安全员检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制度挂在墙上，实际操作中无人遵守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疲劳、赶时间时省略规程中的步骤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个人防护是最后一道防线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个人防护排在最后，是最后一道防线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它不消除危害，只是在人和危害间隔开一层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通风柜一失灵，只剩它挡在前面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上层措施做足了，防护用品照样要戴，并选对穿好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个人防护（护目镜、手套、实验服等）排在控制层级的最底层，是前面所有措施之后的最后一层。它不能消除危害，只是在人和危害之间隔开一层；一旦通风柜等上层措施失灵，就只剩它挡在前面。光靠防护还不够，人手一副丁腈手套远远不能解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有了通风柜就不戴护目镜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防护用品型号不对或穿戴不规范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靠防护挡住，说明前面失守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真靠防护挡住了，说明前面的措施都失守了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这已是险情或事故，要报告、查原因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把前面层级的漏洞补上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如果某次真的是靠护目镜或手套挡住了伤害，说明前面的消除、替代、工程和管理措施都已经失守。这不是“运气好”，而是一次险情，甚至可能已经是需要上报的事故。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防护挡住了就不报告，认为“没事就好”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多层防护，层层兜底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每层防护都有漏洞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一层失手，下一层还能接住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高危操作要几层措施一起上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别让一个小失误击穿唯一的防线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任何一层措施都可能有漏洞，就像几片带孔的奶酪片，孔的位置各不相同：一层失手，下一层还能接住。所以实际工作中要组合使用：工程控制、管理控制和个人防护三道防线一起用，防止化学品通过吸入、皮肤接触等途径伤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只有一道措施，一旦失效就直接受伤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学生在实验室能做的三层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消除和替代多在设计实验时完成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教学实验中老师通常已考虑过上两层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在实验台前，你能做的是下面三层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降低暴露的可能，就是降低风险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消除和替代属于实验设计，教师设计教学实验时通常已经考虑过。在实验台前，学生能做的主要是下面三层：用好通风柜等工程设施，遵守规程和管理要求，正确佩戴个人防护。这三层都是在降低暴露的可能性，降低暴露的可能就是降低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认为学生只要戴好防护，其他都与己无关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发现措施缺失，及时报告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通风柜报警、防护罩缺失，先停止操作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报告实验室负责人，按本校程序报修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不擅自拆改设施，修好确认后再做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控制措施要保持有效。发现通风柜报警或风量不足、防护罩缺失或损坏、急停失灵、警示标识缺失等情况，应立即停止相关操作，把危险物质妥善放置，报告实验室负责人，按本校程序报修；必要时报学院和学校实验室管理部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通风柜报警时继续操作，或自己拆开检修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发现问题不报告，只提醒自己“小心点”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控制层级从最有效到最不有效的顺序是：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个人防护、管理控制、工程控制、替代、消除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消除、替代、工程控制、管理控制、个人防护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工程控制、消除、替代、个人防护、管理控制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替代、消除、管理控制、工程控制、个人防护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判断：工程控制是控制层级中最有效的措施。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判断：实验室已经有通风柜，所以操作时可以不戴护目镜。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用肥皂水代替腐蚀性清洗剂，属于哪一层控制？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消除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替代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工程控制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个人防护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做实验时通风柜突然报警，正确的做法是：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加快速度做完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多戴一层手套继续做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停止操作，妥善放置危险物，报告实验室负责人报修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自己打开检修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简答：为什么说“只靠个人防护，等于赌人不出错”？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降低风险：熟悉的规则从哪里来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控制层级的五层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层级是顺序，不是菜单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层级越高越可靠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消除：让危害不存在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替代：换成更安全的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工程控制：把人和危害隔开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工程控制要用对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管理控制：改变做事方式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培训、标识和操作规程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管理措施靠执行和监督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个人防护是最后一道防线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靠防护挡住，说明前面失守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多层防护，层层兜底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学生在实验室能做的三层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发现措施缺失，及时报告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