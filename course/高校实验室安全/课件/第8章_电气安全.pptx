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电是实验室最常用的能源，几乎所有仪器都离不开它；但电看不见、摸不着、闻不到，触电和电气事故往往发生在一瞬间，致残致死的不在少数，每年都有人因触电丢了性命。</a:t>
            </a:r>
          </a:p>
          <a:p>
            <a:r>
              <a:t>实验室的电气事故不只伤人，还会引起火灾、烧毁仪器、毁掉长时间的实验；生物安全柜、通风柜等防护设备一旦断电，防护作用也随之失效（停电时的处置见第 156 课）。</a:t>
            </a:r>
          </a:p>
          <a:p>
            <a:r>
              <a:t>本章从“电怎样伤人”讲起，依次讲触电的原因与预防（第 098 课）、接地接零（第 099 课）、漏电与过流保护（第 100 课）、插座线缆、仪器用电、电池、检查、电工作业、静电和电气火灾。懂电、知道危险在哪里，才能防住事故。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电是一种能量，由电源（电网、电池、电源模块）提供，沿着导线送到用电器（负载，如灯、加热器、电机、仪器）。电源、导线和用电器连成的完整通路叫电路。</a:t>
            </a:r>
          </a:p>
          <a:p>
            <a:r>
              <a:t>电流是电荷的定向移动，在金属导线里就是自由电子的定向移动；电流的大小用安培（A）表示，常用的小单位是毫安（mA）。只有回路闭合，电流才会流动；开关断开、回路断开，电流就停止。</a:t>
            </a:r>
          </a:p>
          <a:p>
            <a:r>
              <a:t>触电的本质就是人体接进了回路：手碰到带电体，脚站在地上或另一只手碰到接地的金属，电流就经过人体流向大地或另一极。所以防触电的思路，就是不让人体成为回路的一段（见第 098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压（单位伏特，V）是推动电流的“压力”，就像水压推动水流。电压越高，同样条件下流过人体的电流越大，电击和设备损坏的风险越大；知道设备和线路的电压等级，才知道该采取什么防护（高、低压的划分和电工作业要求见第 105 课）。</a:t>
            </a:r>
          </a:p>
          <a:p>
            <a:r>
              <a:t>电阻（单位欧姆，Ω）是材料对电流的阻碍。电阻过大或过小都可能带来危险：插头松动、接线端子没拧紧、触点氧化，接触处电阻变大，电流通过时就会局部发热，甚至引燃周围物品；电阻太小（如短路），电流猛增，导线过热、起火（过流保护见第 100 课）。</a:t>
            </a:r>
          </a:p>
          <a:p>
            <a:r>
              <a:t>功率（单位瓦特，W）表示用电的快慢，由电压和电流决定。功率越大，发热越多；大功率设备要使用匹配的插座和线路，不能接在普通插线板上（见第 101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电阻小、电流容易通过的物质叫导体，大多数金属都是导体；人体和含有杂质的水（自来水、汗水、溶液）也能导电。电阻很高、几乎不让电流通过的物质叫绝缘体，如玻璃、陶瓷、塑料、橡胶、干燥的木头。</a:t>
            </a:r>
          </a:p>
          <a:p>
            <a:r>
              <a:t>电线外皮、插头外壳、仪器机壳都用绝缘材料把电挡在该在的地方。但绝缘不是绝对的：受潮、沾水、积尘、老化、破损、高温都会让绝缘性能下降，干木头受潮后也会导电。</a:t>
            </a:r>
          </a:p>
          <a:p>
            <a:r>
              <a:t>除了绝缘，仪器的金属外壳还要可靠接地（接保护导体），万一内部漏电，电流经保护导体流走并使保护装置动作，这是另一道保护措施，详见第 099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电有静电和电流两类：静电是积聚在物体表面的电荷，放电时会产生火花（静电的危害与防护见第 106 课）；电流是电荷的持续流动，又分为直流和交流。</a:t>
            </a:r>
          </a:p>
          <a:p>
            <a:r>
              <a:t>直流的大小和方向不随时间变化，电池、蓄电池、实验室的直流稳压电源、电子设备内部多用直流。交流的方向和大小随时间周期性来回变化，便于变压和远距离输送，电网、日常照明、大多数电器和电机用的都是交流。</a:t>
            </a:r>
          </a:p>
          <a:p>
            <a:r>
              <a:t>我国低压配电的市电是单相 220 V、三相 380 V，频率 50 Hz（工频）；国外视频中的电压、频率和插头式样不适用于国内。仪器的额定电压和频率标在铭牌上，使用前要核对。</a:t>
            </a:r>
          </a:p>
          <a:p>
            <a:r>
              <a:t>工频交流电会引起肌肉强直收缩，危险性很大；直流电同样能造成电击和烧伤，大容量电池组、高压直流电源也很危险。电压越高，危险越大。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用电的危害主要有：电击、电伤、电气火灾、易燃易爆场所的电气爆炸，以及触电引起的间接伤害。其中电击和电伤是电流（或电弧）直接对人体造成的伤害。</a:t>
            </a:r>
          </a:p>
          <a:p>
            <a:r>
              <a:t>电击是电流通过人体内部，作用于神经、肌肉和心脏，引起肌肉痉挛、呼吸停止、心室纤颤甚至死亡，是最危险的触电伤害。电伤是电流的热效应、化学效应和机械效应对人体外部造成的局部伤害，包括电弧烧伤、电流灼伤、电烙印、皮肤金属化、电光性眼炎等（见 K13）。</a:t>
            </a:r>
          </a:p>
          <a:p>
            <a:r>
              <a:t>间接伤害是指人被电一下后受惊、失去平衡，从梯子、高处或设备上摔下，或撞到、被划伤；登高作业附近用电更要防坠落。</a:t>
            </a:r>
          </a:p>
          <a:p>
            <a:r>
              <a:t>电火花、电弧、过热还可能点燃易燃溶剂蒸气、可燃气体和粉尘，引起火灾或爆炸（见第 106、107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身体碰到带电的导体（裸露导线、损坏的插头、漏电的外壳），而身体另一部分又与大地或另一极相连，电流就会进入并通过人体，人成了电路的一部分，这就是电击。</a:t>
            </a:r>
          </a:p>
          <a:p>
            <a:r>
              <a:t>电击的后果轻重差别很大：轻的只是手指发麻、刺痛，重的会肌肉痉挛摆脱不了、呼吸停止、心脏骤停，甚至死亡。</a:t>
            </a:r>
          </a:p>
          <a:p>
            <a:r>
              <a:t>伤人的直接原因是流过身体的电流；电压只是推动电流的“压力”。电流过大还会在体内发热，造成内部组织灼伤。高电压、大电流的电击往往是致命的，但电压不高也不能掉以轻心（见 K9）。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按照 GB/T 13870.1-2022（以现行文本为准），电流对人体的效应主要取决于：通过人体的电流大小、通电持续时间、电流在体内的路径、电流的种类（交流、直流）和频率。电流越大、时间越长，伤害越重。</a:t>
            </a:r>
          </a:p>
          <a:p>
            <a:r>
              <a:t>流过人体的电流取决于接触电压和人体阻抗：电压越高、人体电阻越小（皮肤潮湿、出汗、破损、接触面大），电流就越大（见 K12）。</a:t>
            </a:r>
          </a:p>
          <a:p>
            <a:r>
              <a:t>人的身体状况也有影响：疲劳、醉酒、有心脏疾病的人，触电后果更严重。这些因素会叠加：湿手、长时间接触、电流经过心脏，是最危险的组合。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实验室插座上的 220 V 市电，人们天天接触，最容易放松警惕，但它完全可以致命；很多触电死亡事故就发生在普通低压线路上。</a:t>
            </a:r>
          </a:p>
          <a:p>
            <a:r>
              <a:t>使人致命的电流其实很小（毫安级），而仪器内部的电源、电容和高压部件能提供远大于此的电流。激光器、电泳仪、高压电源、X 射线设备等内部有高压，断电后电容还可能储存电荷，绝不能伸手进打开的机箱（仪器用电见第 102 课）。</a:t>
            </a:r>
          </a:p>
          <a:p>
            <a:r>
              <a:t>特低电压（ELV）能降低电击风险，但它的限值与环境有关，潮湿、导电良好或狭窄场所的要求更严，具体限值按 GB/T 3805-2008（以现行文本为准）和本校规定；“安全电压”也不是在任何条件下都绝对安全。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电流在体内走的路径决定了它会伤到哪些器官。电流经过心脏最危险，容易引起心室纤颤和心脏骤停。</a:t>
            </a:r>
          </a:p>
          <a:p>
            <a:r>
              <a:t>手到手的路径正好横穿胸口；手到脚（尤其左手到脚）、头到脚的路径也经过心脏，都很危险。脚到脚等不经过心脏的路径相对轻一些，但同样会造成烧伤、肌肉损伤和摔倒，任何触电都不能心存侥幸。</a:t>
            </a:r>
          </a:p>
          <a:p>
            <a:r>
              <a:t>日常操作中要避免让双手同时接触可能带电的物体和接地的金属：不要一手扶着金属架、水管或另一台仪器的外壳，一手去摸电器或插头。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GB/T 13870.1-2022（以现行文本为准）按电流大小和通电时间描述了电流效应：电流很小时人只有感觉（感知）；稍大时肌肉不由自主地强烈收缩，手握住带电体后松不开，自己无法摆脱电源（摆脱不了），通电时间随之延长；电流更大或时间更长时，可能引起呼吸困难、心室纤颤，心脏不能有效泵血，造成心脏骤停。各阈值与电流种类、路径、通电时间有关，具体数值以现行国家标准为准，不要用国外资料中的数字作为“安全界限”。</a:t>
            </a:r>
          </a:p>
          <a:p>
            <a:r>
              <a:t>心脏骤停后几分钟内就可能死亡。现场要先使触电者脱离电源（方法见第 098 课），立即拨打 120，按需进行心肺复苏，并尽快使用自动体外除颤器（AED），能大大提高生存机会（心肺复苏与 AED 见第 159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体对电流也有阻碍作用（人体阻抗），其中皮肤，特别是干燥的角质层，是主要的阻碍。人体电阻不是一个固定的数：它随接触电压、皮肤潮湿程度、出汗、皮肤破损、接触面积和接触压力、电流路径而变化，个体差异也很大（GB/T 13870.1-2022，以现行文本为准）。</a:t>
            </a:r>
          </a:p>
          <a:p>
            <a:r>
              <a:t>皮肤干燥时电阻较高；一旦沾水、出汗或有伤口，电阻会大幅下降。人碰到带电导线时，电流经人体流入大地，电阻越小，流过人体的电流越大。所以千万不要湿手、赤脚或站在湿地上接触电器。</a:t>
            </a:r>
          </a:p>
          <a:p>
            <a:r>
              <a:t>安全培训或考试中常见的“人体电阻约多少欧”只是特定条件下的估算，不要拿它去计算“多少伏才安全”。防触电靠的是断电、绝缘、接地和漏电保护，而不是靠人体电阻。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电流跨过空气间隙放电就形成电弧。带电插拔大电流插头、带电拆接导线、短路、开关和接触器触点分断时，都会产生电弧。</a:t>
            </a:r>
          </a:p>
          <a:p>
            <a:r>
              <a:t>电弧温度极高，会造成严重的皮肤灼伤，引燃衣物；强烈的弧光（含紫外线）会灼伤眼睛，引起电光性眼炎；熔化的金属会飞溅，造成烫伤和皮肤金属化；电弧还会产生冲击，把人击倒。</a:t>
            </a:r>
          </a:p>
          <a:p>
            <a:r>
              <a:t>因此，任何接线、拆线、更换元件都必须先断电，并确认无电，由持有特种作业操作证的电工按规程操作（停电、验电和挂牌上锁见第 105 课）；学生不得自行打开配电箱、拆接线路。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电流在体内的路径和伤害程度很难预料，同样的接触，有时只是一麻，有时就会致命。所以最好的办法是在动手之前就把危险消除，而不是寄希望于“运气好”。</a:t>
            </a:r>
          </a:p>
          <a:p>
            <a:r>
              <a:t>防触电的基本措施是：断开电源、保持绝缘完好、设备外壳可靠接地、安装漏电保护（见第 098–100 课）。是否有电要由电工用合格的验电工具确认，绝不能用手指、手背去“试一下”有没有电。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触电后即使当时觉得没事，电流也可能造成体内组织损伤或心律异常，有的症状会延迟出现。触电者应停止工作，及时到医院检查，说明触电经过。</a:t>
            </a:r>
          </a:p>
          <a:p>
            <a:r>
              <a:t>同时报告实验室负责人（必要时报学院和学校实验室管理部门），停用出问题的设备或插座，挂上停用标识，由电工查明原因、修复后再使用（报告程序见第 157 课，未遂事件报告见第 161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答案：D。解析：低电压不等于低危险，日常 220 V 市电同样能致命。</a:t>
            </a:r>
          </a:p>
          <a:p>
            <a:r>
              <a:t>第 2 题 答案：B。解析：人体电阻随潮湿、出汗、破皮、接触面积和电压变化，不是固定值，防触电要靠断电、绝缘、接地和漏电保护。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答案：B。解析：手到手的路径横穿胸口，经过心脏，最容易引起心室纤颤。</a:t>
            </a:r>
          </a:p>
          <a:p>
            <a:r>
              <a:t>第 4 题 答案：D。解析：电弧会造成灼伤、电光性眼炎和金属飞溅烫伤，接线必须断电并由持证电工进行。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答案：B。解析：内部损伤和心律异常可能迟发，应就医检查，并报告实验室负责人，停用出问题的设备，查明原因。</a:t>
            </a:r>
          </a:p>
          <a:p>
            <a:r>
              <a:t>第 6 题 答案：电流稍大时肌肉不由自主强烈收缩，手握住带电体无法自行摆脱，通电时间延长，电流可能引起心室纤颤和心脏骤停。解析：旁人不能用手直接去拉，应先断电或用绝缘物使其脱离电源（见第 098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实验室离不开电，但不守用电规则，就会发生触电、烧伤、电气火灾，甚至死亡事故。用电安全就是安全地使用电气设备和线路，防触电、防火灾；最先要记住的一句话是：水和电不碰面（见 K6）。</a:t>
            </a:r>
          </a:p>
          <a:p>
            <a:r>
              <a:t>用电出事会同时伤到三样：人员、仪器设备和科研工作。电气危害听起来可怕，但只要知道原因、守住规则，绝大多数都可以预防。以下用电规则每个人都要知道：电工照着做，学生要懂、要配合。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按接触方式可分为两类。直接接触触电：人体碰到正常工作时就带电的导体，如裸露的导线、接线端子、破损插头里的金属片。间接接触触电：设备内部绝缘损坏，使本来不带电的金属外壳、支架带上电，人去碰外壳时触电。</a:t>
            </a:r>
          </a:p>
          <a:p>
            <a:r>
              <a:t>间接接触最隐蔽：外表看起来好好的仪器，摸上去却会电人。设备外壳可靠接地（接保护导体）并配合漏电保护，可以在漏电时迅速切断电源（见第 099、100 课）；外壳没有接地或接地线断开，漏电就“等着”人去碰。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按电流经过人体的方式，触电又常分为：单相触电——人站在地上（或接触接地的金属），身体碰到一根相线（火线），电流经人体流入大地，这是实验室最常见的触电方式；两相触电——人体同时碰到两根相线，承受线电压（我国低压系统为 380 V），更加危险。</a:t>
            </a:r>
          </a:p>
          <a:p>
            <a:r>
              <a:t>跨步电压触电：电线断落地面或接地故障时，电流从落地点向四周大地扩散，地面上离落地点越近电位越高，人两脚之间存在电位差（跨步电压），电流从一只脚流到另一只脚，可能使人抽筋倒地，进而导致更严重的触电。看到电线断落地面，不要走近，设立警戒、远离并报告学校电力管理部门或保卫处，由电工处置；如已在附近感到发麻，应双脚并拢或单脚跳着离开（以本校规定和电力安全规程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电气事故大多源于两类原因（事故致因见第 011 课）：不安全状态，如电线破损、带电体裸露、绝缘不良、过载、缺少维护、设备损坏、环境潮湿；不安全行为，如不懂用电知识、不按规定方法使用设备、私自改装和乱修、没有经过培训。</a:t>
            </a:r>
          </a:p>
          <a:p>
            <a:r>
              <a:t>统计上电气事故多数与人为失误有关：不懂、图省事、不按规程。不安全状态和不安全行为叠加时，风险成倍增加，例如在潮湿地面上使用破损的插线板。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常见的线路隐患包括：私拉乱接电线、用胶布随意接线、布线不规范；接线端子、插头金属片等带电部件裸露在外；电线外皮破损、开裂、老化、发硬，插座外壳裂开。</a:t>
            </a:r>
          </a:p>
          <a:p>
            <a:r>
              <a:t>这些隐患一碰就可能触电，还会引起短路起火。使用前花几秒钟看一眼：电线、插头、插座是否完好，有没有烧焦痕迹和异味；发现问题就停止使用并报修（插座、线缆与临时用电的具体要求见第 101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设备和工具没有接地（或接地线断开），一旦漏电外壳就会带电（见第 099 课）。一个回路、一个插座接入过多负载，电流超过导线和插座的承载能力，会发热甚至起火（过流保护见第 100 课）。</a:t>
            </a:r>
          </a:p>
          <a:p>
            <a:r>
              <a:t>使用损坏的电动工具、仪器，或用错防护用品和工具（如用普通手套代替绝缘手套、用金属工具碰带电部位），同样会导致触电。电线使用不当也是常见原因：拉着电线拔插头、电线打结、被重物或门压住、被车轮碾压，都会损伤绝缘。</a:t>
            </a:r>
          </a:p>
          <a:p>
            <a:r>
              <a:t>在户外或实验楼周边，靠近架空电线搬运长杆、长梯、金属管材或攀爬，可能碰到或接近带电导线。必须远离架空电线，安全距离按电力安全规程执行（见第 105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水，特别是含有杂质的自来水、溶液和汗水，足以导电（金属导电性更好，但不能因此低估水）。潮湿会让皮肤电阻大幅下降（见第 097 课），让绝缘性能变差，触电、电弧、火灾的风险都会加重。</a:t>
            </a:r>
          </a:p>
          <a:p>
            <a:r>
              <a:t>做到：手湿先擦干，再碰开关、插头和接线柱；站在干燥地面或绝缘垫上操作；地面有水，先断电、再清理，干了再用电；插头和插座远离水槽、水浴，不在潮湿地面上拉线，线路走线槽、桥架从高处通过。</a:t>
            </a:r>
          </a:p>
          <a:p>
            <a:r>
              <a:t>确需在潮湿场所用电，由专业人员按规定选用合适的设备、特低电压和漏电保护（以本校规定为准）。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带电部件必须用防护罩、盖板、遮栏遮挡起来，使人碰不到。接线盒、配电盘在带电状态下始终要盖好盖板，盖板缺失、破损时应立即报修，不得继续使用。</a:t>
            </a:r>
          </a:p>
          <a:p>
            <a:r>
              <a:t>配电箱、电气柜的门要关好，箱前保持通道畅通、不堆放杂物，以便险情发生时能第一时间断电（见 K13）。配电箱内的操作只能由持证电工进行，学生和无关人员不得打开配电箱、触碰里面的部件。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防触电要设几道防线，任何一道都不能省。第一道：绝缘、防护罩和遮栏，使人碰不到带电体（防直接接触）。第二道：设备外壳可靠接地，线路安装漏电保护器（剩余电流动作保护装置），并用熔断器、断路器防止过载和短路（防间接接触和电气火灾，见第 099、100 课）。第三道：遵守规程，保持距离，开工前确认设备已接地、线路有漏电保护且试验正常。</a:t>
            </a:r>
          </a:p>
          <a:p>
            <a:r>
              <a:t>单相用电设备使用带接地极的三极插头，接入有保护接地的三孔插座；不得掰掉接地极，不得用两孔转换插头绕过接地（导体颜色按现行国家标准和本校规定）。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检修电气设备和线路前，必须断开电源，在开关处上锁并挂“禁止合闸，有人工作”等标示牌，防止别人在不知情的情况下误送电；维修后由本人确认、按规定解锁送电。</a:t>
            </a:r>
          </a:p>
          <a:p>
            <a:r>
              <a:t>停电、验电、挂接地线等电工作业只能由持特种作业操作证的电工按规程进行（见第 105 课）；学生发现问题只负责停用和报告，不参与检修。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碰到仪器机壳手发麻，说明可能漏电：马上断电、拔下插头，挂“停用”标识，报告并报修，不要再用手去摸着试。</a:t>
            </a:r>
          </a:p>
          <a:p>
            <a:r>
              <a:t>开关、插座、插头损坏，没有绝缘的裸线，损坏的电气设备，一律不用；不拖着用，不自己拆开修。报告实验室负责人，由合格的持证电工或设备厂家维修，修好确认后再开工（仪器用电见第 102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在通电的电路实验中调节旋钮、读表时，尽量单手操作，另一只手不扶台架、不碰其他导体；不要两只手同时碰两处导体，读表时身体不要靠在实验台的金属部分上，避免形成经过胸部的电流路径（见第 097 课）。</a:t>
            </a:r>
          </a:p>
          <a:p>
            <a:r>
              <a:t>按实验要求穿戴防护用品，如绝缘鞋、护目镜；电工作业按规定使用绝缘手套、绝缘垫等。低压直流也不能大意：电池两极被金属短接会大电流发热，甚至起火，电池鼓包变形应停用并交老师处理（见第 103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学校和学院要组织用电安全培训，内容包括防触电、电击、电弧、爆炸和火灾；进入实验室前要完成准入培训（见第 007 课），使用特殊电气设备前还要接受本实验室的专项培训。</a:t>
            </a:r>
          </a:p>
          <a:p>
            <a:r>
              <a:t>培训的目的是：会识别电气危害，还能主动避开；懂危害、会防护、知道出事后怎么应急。电工作业属于特种作业，必须持证上岗。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验室，先认清本实验室的配电箱、总电源开关和急停按钮的位置，知道它们控制哪些设备；配电箱前不堆杂物，保证险情发生时能第一时间断电。紧急断电是为了救人和防止事故扩大，平时不得随意拉总闸（停电后的处置见第 156 课）。</a:t>
            </a:r>
          </a:p>
          <a:p>
            <a:r>
              <a:t>电气设备起火，同样先切断电源，再用合适的灭火器扑救，不能用水浇带电设备（电气火灾的扑救见第 107 课）。火势控制不住，立即撤离，拨打 119，并报告实验室负责人、学院和保卫处。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看到有人触电，第一反应往往是伸手去拉，这是最危险的做法：触电者可能还连着带电体，徒手接触会使施救者也触电。</a:t>
            </a:r>
          </a:p>
          <a:p>
            <a:r>
              <a:t>第一件事是立即切断电源：拉下就近的开关、总闸或按下急停按钮；用电器插头在近处时，手握插头本体拔下插头。注意普通开关可能只断开了一根线，有条件时拉总闸更可靠。触电者在高处时，断电前要防止其断电后摔落。</a:t>
            </a:r>
          </a:p>
          <a:p>
            <a:r>
              <a:t>断电后大声呼救，拨打 120，并通知实验室负责人。受过培训的人按规范进行急救（见 K16）。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开关太远或找不到电源时，可以用干燥的木棍、竹竿、塑料管等绝缘物把电线从触电者身上挑开，或把触电者拨离带电体；也可以戴绝缘手套或用干燥的衣物包住手，拉触电者干燥的衣服（不碰其皮肤）。</a:t>
            </a:r>
          </a:p>
          <a:p>
            <a:r>
              <a:t>施救者要站在干燥的木板、绝缘垫等绝缘物上，尽量单手操作，防止自己成为电流通路。金属棒、潮湿的木棍和毛巾都会导电，绝不能使用。以上方法只适用于低压；高压触电必须由电力部门断电后再施救，旁人不得靠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触电者脱离电源后，立即判断意识和呼吸：没有意识、没有正常呼吸时，受过培训的人立即进行心肺复苏，尽快取来自动体外除颤器（AED）使用，直到急救人员到达（操作见第 159 课）；有烧伤的按烧伤处理（见第 158 课）。</a:t>
            </a:r>
          </a:p>
          <a:p>
            <a:r>
              <a:t>触电后即使看起来没事，心律问题也可能过一阵才出现，必须去医院检查（见第 097 课）。</a:t>
            </a:r>
          </a:p>
          <a:p>
            <a:r>
              <a:t>事后按程序报告实验室负责人、学院和保卫处（见第 157 课），保护现场，停用出问题的设备，配合调查原因、整改（见第 162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答案：B。解析：先断电，绝不徒手拉；断电后呼救并拨打 120。</a:t>
            </a:r>
          </a:p>
          <a:p>
            <a:r>
              <a:t>第 2 题 答案：A。解析：适用于低压触电；金属和潮湿物品不能用；高压触电须由电力部门断电后施救。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答案：B。解析：本来不带电的外壳因漏电带电，人接触后触电，防护靠外壳接地和漏电保护。</a:t>
            </a:r>
          </a:p>
          <a:p>
            <a:r>
              <a:t>第 4 题 答案：C。解析：机壳发麻说明可能漏电，坏了不用、不自己修。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答案：B。解析：接地极是防间接接触触电的保护，不能去掉。</a:t>
            </a:r>
          </a:p>
          <a:p>
            <a:r>
              <a:t>第 6 题 答案：立即判断意识和呼吸，拨打 120；无意识、无正常呼吸时由受过培训的人进行心肺复苏并尽快使用 AED；即使看似无事也要送医检查；报告实验室负责人、学院和保卫处，保护现场，停用设备，配合调查。解析：心律异常可能迟发，不能因“醒过来了”就不送医。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电流对人体的伤害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第8章 电气安全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适用对象：进入实验室的全体本科生、研究生和教职工，特别是使用电气仪器、电源、加热设备和自制实验装置的人员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能说出电流、电压、电阻、功率、导体、绝缘体、直流和交流的基本含义，知道我国市电为 220 V/380 V、50 Hz。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能说出用电的几类危害（电击、电伤、电气火灾和爆炸、间接伤害），区分电击和电伤，知道电弧的危害。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能判断影响触电严重程度的因素：电流大小、路径（经过心脏最危险）、通电时间、电流种类和频率、人体状况和人体电阻。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能做到不湿手碰电、不拿身体试电，知道“低电压不等于低危险”，触电后即使没有症状也要就医并报告。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13870.1-2022（以现行文本为准）《电流对人和家畜的效应 第1部分：通用部分》：人体阻抗、交直流电流效应、电流路径与通电时间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13869-2017（以现行文本为准，GB/T 13869-2026 即将实施）《用电安全导则》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3805-2008（以现行文本为准）《特低电压（ELV）限值》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4793.1-2007（以现行文本为准，GB 4793-2024 已发布、即将实施）《测量、控制和实验室用电气设备的安全要求 第1部分：通用要求》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号）：用电安全要求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电工作业人员持特种作业操作证上岗（以现行规定为准）；本校实验室用电安全管理规定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电能致命：先懂电才能防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电用好是帮手，用不好会要命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会触电、会起火，还会毁掉实验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断电会让安全柜等防护设备失效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先懂电、知道危险，才能防住事故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电是实验室最常用的能源，几乎所有仪器都离不开它；但电看不见、摸不着、闻不到，触电和电气事故往往发生在一瞬间，致残致死的不在少数，每年都有人因触电丢了性命。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觉得用电是日常小事，不需要专门学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只想到触电，忘了电气火灾和防护设备失效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电在闭合回路里流动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电源、导线和用电器连成电路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电流是电荷的定向移动，单位安培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回路闭合才有电流，断开就停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人一旦成了回路的一段，就会触电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电是一种能量，由电源（电网、电池、电源模块）提供，沿着导线送到用电器（负载，如灯、加热器、电机、仪器）。电源、导线和用电器连成的完整通路叫电路。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以为只碰一根线、不碰两根线就一定安全（站在地上同样构成回路）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以为开关“关了”就一定没电，不确认是否真正断开电源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电压、电流、电阻与功率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电压像水压，推动电流流动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电压越高越危险，防护要求越高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电阻是对电流的阻碍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接触不良处电阻大，会局部发热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功率越大，发热越多，风险越高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压（单位伏特，V）是推动电流的“压力”，就像水压推动水流。电压越高，同样条件下流过人体的电流越大，电击和设备损坏的风险越大；知道设备和线路的电压等级，才知道该采取什么防护（高、低压的划分和电工作业要求见第 105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插头发热、发烫还继续使用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把多台大功率设备接在同一个插线板上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导体与绝缘体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金属、人体、水都容易导电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玻璃、陶瓷、塑料、干木头是绝缘体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绝缘把电挡在该在的地方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绝缘受潮、破损就靠不住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电阻小、电流容易通过的物质叫导体，大多数金属都是导体；人体和含有杂质的水（自来水、汗水、溶液）也能导电。电阻很高、几乎不让电流通过的物质叫绝缘体，如玻璃、陶瓷、塑料、橡胶、干燥的木头。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以为隔着一层湿布、湿手套碰电就安全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用破皮、开裂的电线继续通电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直流与交流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电分静电和电流，电流分直流和交流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直流方向不变，如电池和直流电源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交流方向来回变化，电网送的是交流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我国市电 220 V 和 380 V，50 Hz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交流直流都能伤人，高压更危险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电有静电和电流两类：静电是积聚在物体表面的电荷，放电时会产生火花（静电的危害与防护见第 106 课）；电流是电荷的持续流动，又分为直流和交流。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以为直流电、电池“没危险”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用国外视频里的电压和插头做法套用国内实验室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用电的几类危害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用电危害：电击、电伤、电气火灾和爆炸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电击伤在体内，伤神经和心脏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电伤伤在体表，如电弧烧伤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被电后摔倒坠落，是间接伤害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用电的危害主要有：电击、电伤、电气火灾、易燃易爆场所的电气爆炸，以及触电引起的间接伤害。其中电击和电伤是电流（或电弧）直接对人体造成的伤害。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只把“被电到”当成危害，忽视电气火灾和爆炸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在梯子上、高处检查带电设备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什么是电击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身体碰到带电体，电流就进入人体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人成了电路的一部分，就是电击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轻的发麻，重的会要命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伤人的是流过身体的电流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身体碰到带电的导体（裸露导线、损坏的插头、漏电的外壳），而身体另一部分又与大地或另一极相连，电流就会进入并通过人体，人成了电路的一部分，这就是电击。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被电“麻一下”不当回事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以为只有高压电才会电击伤人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触电轻重看哪些因素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流过人体的电流越大，伤害越重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通电时间越长，伤得越重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电流路径、种类和频率影响伤害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电压越高、人体电阻越小，电流越大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皮肤潮湿、身体不好，后果更重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按照 GB/T 13870.1-2022（以现行文本为准），电流对人体的效应主要取决于：通过人体的电流大小、通电持续时间、电流在体内的路径、电流的种类（交流、直流）和频率。电流越大、时间越长，伤害越重。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只看电压高低判断危险，忽略时间、路径和皮肤状况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身体不适、疲劳时还去做带电相关的实验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低电压不等于低危险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低电压不等于低危险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日常 220 V 市电同样能致命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致命电流其实很小，别伸手进仪器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特低电压也要按规定使用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实验室插座上的 220 V 市电，人们天天接触，最容易放松警惕，但它完全可以致命；很多触电死亡事故就发生在普通低压线路上。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认为“才 220 伏”不会出大事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仪器断电后马上打开机箱触碰内部元件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经过心脏的路径最危险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电流经过心脏，最危险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手到手、手到脚、头到脚都经过心脏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不经过心脏轻一些，同样会受伤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别一手扶金属架、一手摸电器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电流在体内走的路径决定了它会伤到哪些器官。电流经过心脏最危险，容易引起心室纤颤和心脏骤停。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一手扶金属台架，一手插拔仪器插头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认为“只是碰到脚”不要紧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电流对肌肉和心脏的作用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电流从小到大：感知、摆脱不了、心室纤颤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电流稍大，肌肉抽紧，松不开手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再大，心脏乱颤，不再泵血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心脏骤停几分钟致命，要尽快除颤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具体阈值以现行国家标准为准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GB/T 13870.1-2022（以现行文本为准）按电流大小和通电时间描述了电流效应：电流很小时人只有感觉（感知）；稍大时肌肉不由自主地强烈收缩，手握住带电体后松不开，自己无法摆脱电源（摆脱不了），通电时间随之延长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看到有人被电“吸住”就直接用手去拉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以为触电者能自己松手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人体电阻不是固定值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人体有电阻，皮肤是外层阻碍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皮肤干燥电阻高，一沾水就降低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出汗、破皮、接触面大，电阻都会变小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电阻越小，流过人体的电流越大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不能用一个数去算多少伏才安全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体对电流也有阻碍作用（人体阻抗），其中皮肤，特别是干燥的角质层，是主要的阻碍。人体电阻不是一个固定的数：它随接触电压、皮肤潮湿程度、出汗、皮肤破损、接触面积和接触压力、电流路径而变化，个体差异也很大（GB/T 13……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湿手插拔插头、开关仪器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用某个“人体电阻值”推算出所谓安全电压后放心触碰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电弧与电伤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带电拆线，触点间会拉出电弧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电弧温度极高，造成严重灼伤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强光伤眼，熔化的金属会飞溅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接线必须断电，由持证电工来做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电流跨过空气间隙放电就形成电弧。带电插拔大电流插头、带电拆接导线、短路、开关和接触器触点分断时，都会产生电弧。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带电拔插大功率设备的插头或拆接导线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学生自己打开配电箱或仪器电源部分修理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预防为先：不拿身体试电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电在体内怎么走、伤多重，难以预料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防触电靠断电、绝缘、接地、漏电保护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绝不能拿身体去试有没有电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电流在体内的路径和伤害程度很难预料，同样的接触，有时只是一麻，有时就会致命。所以最好的办法是在动手之前就把危险消除，而不是寄希望于“运气好”。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用手背碰一下导线“试试有没有电”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认为以前碰过没事，下次也不会有事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触电后要就医并报告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被电一下觉得没事，也不能大意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内部伤和心律异常可能迟发，要就医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报告实验室负责人，查明原因再用电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触电后即使当时觉得没事，电流也可能造成体内组织损伤或心律异常，有的症状会延迟出现。触电者应停止工作，及时到医院检查，说明触电经过。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被电一下后甩甩手继续实验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不报告，让下一个人再次触电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影响触电伤害程度的因素中，下列哪一项说法错误？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电流越大、通电时间越长，伤害越重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电流经过心脏的路径最危险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皮肤潮湿时人体电阻变小，更危险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只要电压在 220 V 以下，就不会致命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判断：人体电阻大约是一个固定值，可以据此算出多少伏的电压对人是安全的。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下列哪种触电路径最危险？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一只脚到另一只脚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一只手到另一只手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同一只手的两个手指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鞋底到地面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带电拆接导线时产生的电弧可能造成的伤害不包括：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皮肤灼伤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弧光伤眼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熔化金属飞溅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降低人体电阻从而保护人体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097 · 电流对人体的伤害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097 电流对人体的伤害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判断：被电了一下，只是手发麻，休息一会儿没事就可以继续实验，不必报告。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简答：为什么“触电后松不开手”特别危险？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电能致命：先懂电才能防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电在闭合回路里流动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电压、电流、电阻与功率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导体与绝缘体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直流与交流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用电的几类危害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什么是电击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触电轻重看哪些因素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低电压不等于低危险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经过心脏的路径最危险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电流对肌肉和心脏的作用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人体电阻不是固定值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电弧与电伤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预防为先：不拿身体试电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触电后要就医并报告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触电的原因与预防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第8章 电气安全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72 镜）　适用对象：进入实验室的全体本科生、研究生和教职工，特别是使用电气仪器、电源、电动工具和自制实验装置的人员，以及实验室安全员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能说出触电的常见原因：直接接触、间接接触（漏电外壳）、单相/两相/跨步电压触电，以及不安全状态（线路、裸露、绝缘、接地、过载、潮湿）和不安全行为（人为失误）。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能做到日常预防：用前检查、湿手不碰电、带电部件有遮护、配电箱门关好、坏了不用不自修、单手操作、接受培训。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能判断防触电的几道防线（绝缘遮护、接地和漏电保护、守规程）和检修时断电、上锁挂牌由持证电工进行的要求。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能做到有人触电时先断电（拉闸、拔插头）、断不了电用干燥绝缘物挑开，绝不徒手拉人；脱离电源后呼救 120、心肺复苏和 AED（见第 159 课）、就医并报告。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13869-2017（以现行文本为准，GB/T 13869-2026 即将实施）《用电安全导则》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13870.1-2022（以现行文本为准）《电流对人和家畜的效应 第1部分：通用部分》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13955-2017（以现行文本为准）《剩余电流动作保护装置安装和运行》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4793.1-2007（以现行文本为准，GB 4793-2024 已发布、即将实施）《测量、控制和实验室用电气设备的安全要求 第1部分：通用要求》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《中华人民共和国安全生产法》（以现行文本为准）：特种作业人员持证上岗、从业人员安全培训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号）：用电安全、安全培训与应急处置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电工作业人员持特种作业操作证上岗（以现行规定为准）；本校实验室用电安全管理规定和事故报告程序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电有用也危险，危害可以预防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电离不开，不守规则就会出事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用电安全护人员、护设备、护科研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电气危害听着吓人，都能预防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实验室离不开电，但不守用电规则，就会发生触电、烧伤、电气火灾，甚至死亡事故。用电安全就是安全地使用电气设备和线路，防触电、防火灾；最先要记住的一句话是：水和电不碰面（见 K6）。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认为用电规则是电工的事，与学生无关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出过一次小问题没事，就继续侥幸使用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直接接触与间接接触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直接接触：碰到正常工作时带电的部分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间接接触：漏电使外壳等本不带电的部分带电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外壳没接地，漏电就等着人去碰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带电导线、故障设备、裸露部件都会伤人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按接触方式可分为两类。直接接触触电：人体碰到正常工作时就带电的导体，如裸露的导线、接线端子、破损插头里的金属片。间接接触触电：设备内部绝缘损坏，使本来不带电的金属外壳、支架带上电，人去碰外壳时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以为只要不碰电线，摸设备外壳就绝对安全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发现外壳“有点麻”仍继续使用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单相、两相与跨步电压触电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站在地上碰一根相线，是单相触电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同时碰两根相线，是两相触电，更危险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断线落地有跨步电压，不要走近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按电流经过人体的方式，触电又常分为：单相触电——人站在地上（或接触接地的金属），身体碰到一根相线（火线），电流经人体流入大地，这是实验室最常见的触电方式；两相触电——人体同时碰到两根相线，承受线电压（我国低压系统为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以为站在地上只碰一根线不会触电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走近查看或去捡断落在地上的电线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事故源于不安全状态和行为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事故源于不安全状态和不安全行为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破线、裸露、过载、潮湿是不安全状态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不懂、不按规程、乱修是人为失误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两样叠在一起，风险成倍增加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电气事故大多源于两类原因（事故致因见第 011 课）：不安全状态，如电线破损、带电体裸露、绝缘不良、过载、缺少维护、设备损坏、环境潮湿；不安全行为，如不懂用电知识、不按规定方法使用设备、私自改装和乱修、没有经过培训。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只怪设备不好，不检查自己的操作习惯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明知线破了，还“小心点用”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隐患一：线路乱接、裸露与绝缘破损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线路乱拉乱接，是隐患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带电部件外露，伸手就会碰到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电线外皮破损老化，同样危险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用前看一眼，坏了就不用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常见的线路隐患包括：私拉乱接电线、用胶布随意接线、布线不规范；接线端子、插头金属片等带电部件裸露在外；电线外皮破损、开裂、老化、发硬，插座外壳裂开。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用胶布缠一缠破损的电线继续使用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自己从插座里拉线接到别处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隐患二：未接地、过载、坏工具与架空线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设备没接地，外壳可能带电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一路接太多负载，会过载发热起火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坏工具、用错防护用品，也会触电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电线不拉扯、不打结、不重压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222B33"/>
                </a:solidFill>
                <a:latin typeface="Microsoft YaHei"/>
              </a:rPr>
              <a:t>▪ 架空电线附近，不举长杆、不架长梯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49240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15000"/>
            <a:ext cx="5925129" cy="45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设备和工具没有接地（或接地线断开），一旦漏电外壳就会带电（见第 099 课）。一个回路、一个插座接入过多负载，电流超过导线和插座的承载能力，会发热甚至起火（过流保护见第 100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拽着电线把插头从插座里拉出来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扛着金属梯子从架空线下经过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潮湿让危害加倍：水和电不碰面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一旦潮湿，所有电气危害都会加重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湿手不碰开关、插头和接线柱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地上有水，先断电清理再用电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插头别沾水，电线别拖过湿地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水，特别是含有杂质的自来水、溶液和汗水，足以导电（金属导电性更好，但不能因此低估水）。潮湿会让皮肤电阻大幅下降（见第 097 课），让绝缘性能变差，触电、电弧、火灾的风险都会加重。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刚洗完手就去拔插头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水浴、水槽旁边放插线板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遮护带电部件，配电箱门关好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带电部件要加防护罩、加遮挡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接线盒、配电盘盖板掉了马上报修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配电箱门关好，箱前不堆杂物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学生不开配电箱，不碰里面部件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带电部件必须用防护罩、盖板、遮栏遮挡起来，使人碰不到。接线盒、配电盘在带电状态下始终要盖好盖板，盖板缺失、破损时应立即报修，不得继续使用。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配电箱前堆放纸箱、气瓶等杂物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嫌麻烦把仪器的防护罩拆掉使用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防触电的几道防线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第一道：绝缘和护罩，人碰不到带电体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第二道：保护接地、漏电保护和过流保护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第三道：守规程，开工前查接地和漏保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三极插头的接地极，不能掰掉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防触电要设几道防线，任何一道都不能省。第一道：绝缘、防护罩和遮栏，使人碰不到带电体（防直接接触）。第二道：设备外壳可靠接地，线路安装漏电保护器（剩余电流动作保护装置），并用熔断器、断路器防止过载和短路（防间接接触和电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三极插头插不进就把接地极掰掉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以为装了漏电保护器就可以带电随便操作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检修先断电，上锁挂牌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检修前断电，上锁挂牌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防止有人误送电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停电验电由持证电工进行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检修电气设备和线路前，必须断开电源，在开关处上锁并挂“禁止合闸，有人工作”等标示牌，防止别人在不知情的情况下误送电；维修后由本人确认、按规定解锁送电。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只关了仪器开关就开始拆线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看到挂牌的开关“好像没人”就合上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坏了不用，不自己修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机壳发麻可能漏电，立即断电停用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坏插座、坏开关、裸线、损坏设备不用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报告负责人，交持证电工修理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碰到仪器机壳手发麻，说明可能漏电：马上断电、拔下插头，挂“停用”标识，报告并报修，不要再用手去摸着试。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自己拿螺丝刀打开仪器查找漏电原因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坏插座贴张纸条提醒就继续用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好习惯：单手操作、按要求穿戴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通电后调节、读数，尽量单手操作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别两手同时碰两处导体，身体别靠台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按要求穿戴防护用品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低压电池也别短接，会发热起火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在通电的电路实验中调节旋钮、读表时，尽量单手操作，另一只手不扶台架、不碰其他导体；不要两只手同时碰两处导体，读表时身体不要靠在实验台的金属部分上，避免形成经过胸部的电流路径（见第 097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一手扶着金属台架，一手调节通电电路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把电池和钥匙、硬币混放在口袋里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先培训：会识别、会避开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用电知识要经过培训才算会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会识别电气危害，还要主动避开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懂危害、会防护、知道出事怎么办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学校和学院要组织用电安全培训，内容包括防触电、电击、电弧、爆炸和火灾；进入实验室前要完成准入培训（见第 007 课），使用特殊电气设备前还要接受本实验室的专项培训。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没参加培训就自己搭接通电装置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培训只为拿证，做实验时照样凭感觉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认清总闸和急停，起火也先断电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进实验室先认清总闸和急停按钮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出现险情，能第一时间断电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电气起火先断电，不能用水浇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控制不住就撤离，拨打 119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进入实验室，先认清本实验室的配电箱、总电源开关和急停按钮的位置，知道它们控制哪些设备；配电箱前不堆杂物，保证险情发生时能第一时间断电。紧急断电是为了救人和防止事故扩大，平时不得随意拉总闸（停电后的处置见第 156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出事时才到处找总闸在哪里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电器冒烟时直接泼水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有人触电：先断电，不徒手拉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有人触电，千万别徒手去拉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触电者还连着电，一碰你也会触电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第一件事：立即拉闸或拔插头断电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断电后大声呼救，拨打 120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看到有人触电，第一反应往往是伸手去拉，这是最危险的做法：触电者可能还连着带电体，徒手接触会使施救者也触电。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伸手去拉触电的人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先打电话、等人来，迟迟不断电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断不了电：用干燥绝缘物挑开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一时断不了电，不要慌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用干燥木棍、塑料杆挑开电线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站在干燥绝缘物上，单手操作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金属的、潮湿的东西不能用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开关太远或找不到电源时，可以用干燥的木棍、竹竿、塑料管等绝缘物把电线从触电者身上挑开，或把触电者拨离带电体；也可以戴绝缘手套或用干燥的衣物包住手，拉触电者干燥的衣服（不碰其皮肤）。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用金属杆或湿拖把去挑电线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光脚站在湿地上施救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脱离电源后：急救、就医、报告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脱离电源后，查看意识和呼吸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没呼吸心跳，立即心肺复苏、用 AED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看着没事，也要去医院检查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报告实验室负责人、学院和保卫处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触电者脱离电源后，立即判断意识和呼吸：没有意识、没有正常呼吸时，受过培训的人立即进行心肺复苏，尽快取来自动体外除颤器（AED）使用，直到急救人员到达（操作见第 159 课）；有烧伤的按烧伤处理（见第 158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触电者醒过来说没事，就不送医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不报告，私下处理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发现同学手握带电导线无法摆脱，正确的第一步是：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用手把他拉开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立即拉闸断电或拔下插头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先拨打 120 等待救援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用湿毛巾包住手去拉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判断：一时找不到开关时，可以用干燥的木棍把电线从触电者身上挑开，施救者最好站在干燥木板上单手操作。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下列哪种情况属于间接接触触电？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手碰到裸露的接线端子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仪器内部绝缘损坏，人摸到带电的金属外壳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两手各碰一根相线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带电插拔插头时碰到金属片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碰到仪器机壳手发麻，正确的做法是：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再摸一下确认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自己打开机壳检查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断电拔插头，挂停用标识，报告负责人由持证电工维修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换一个插座继续用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098 · 触电的原因与预防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098 触电的原因与预防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判断：三极插头插不进两孔插座时，可以把接地极掰掉再用。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简答：触电者脱离电源后，在场人员应做哪些事？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电有用也危险，危害可以预防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直接接触与间接接触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单相、两相与跨步电压触电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事故源于不安全状态和行为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隐患一：线路乱接、裸露与绝缘破损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隐患二：未接地、过载、坏工具与架空线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潮湿让危害加倍：水和电不碰面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遮护带电部件，配电箱门关好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防触电的几道防线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检修先断电，上锁挂牌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坏了不用，不自己修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好习惯：单手操作、按要求穿戴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先培训：会识别、会避开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认清总闸和急停，起火也先断电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有人触电：先断电，不徒手拉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断不了电：用干燥绝缘物挑开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K16  脱离电源后：急救、就医、报告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