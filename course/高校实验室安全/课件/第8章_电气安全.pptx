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电是实验室最常用的能源，几乎所有仪器都离不开它；但电看不见、摸不着、闻不到，触电和电气事故往往发生在一瞬间，致残致死的不在少数，每年都有人因触电丢了性命。</a:t>
            </a:r>
          </a:p>
          <a:p>
            <a:r>
              <a:t>实验室的电气事故不只伤人，还会引起火灾、烧毁仪器、毁掉长时间的实验；生物安全柜、通风柜等防护设备一旦断电，防护作用也随之失效（停电时的处置见第 156 课）。</a:t>
            </a:r>
          </a:p>
          <a:p>
            <a:r>
              <a:t>本章从“电怎样伤人”讲起，依次讲触电的原因与预防（第 098 课）、接地接零（第 099 课）、漏电与过流保护（第 100 课）、插座线缆、仪器用电、电池、检查、电工作业、静电和电气火灾。懂电、知道危险在哪里，才能防住事故。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电是一种能量，由电源（电网、电池、电源模块）提供，沿着导线送到用电器（负载，如灯、加热器、电机、仪器）。电源、导线和用电器连成的完整通路叫电路。</a:t>
            </a:r>
          </a:p>
          <a:p>
            <a:r>
              <a:t>电流是电荷的定向移动，在金属导线里就是自由电子的定向移动；电流的大小用安培（A）表示，常用的小单位是毫安（mA）。只有回路闭合，电流才会流动；开关断开、回路断开，电流就停止。</a:t>
            </a:r>
          </a:p>
          <a:p>
            <a:r>
              <a:t>触电的本质就是人体接进了回路：手碰到带电体，脚站在地上或另一只手碰到接地的金属，电流就经过人体流向大地或另一极。所以防触电的思路，就是不让人体成为回路的一段（见第 098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压（单位伏特，V）是推动电流的“压力”，就像水压推动水流。电压越高，同样条件下流过人体的电流越大，电击和设备损坏的风险越大；知道设备和线路的电压等级，才知道该采取什么防护（高、低压的划分和电工作业要求见第 105 课）。</a:t>
            </a:r>
          </a:p>
          <a:p>
            <a:r>
              <a:t>电阻（单位欧姆，Ω）是材料对电流的阻碍。电阻过大或过小都可能带来危险：插头松动、接线端子没拧紧、触点氧化，接触处电阻变大，电流通过时就会局部发热，甚至引燃周围物品；电阻太小（如短路），电流猛增，导线过热、起火（过流保护见第 100 课）。</a:t>
            </a:r>
          </a:p>
          <a:p>
            <a:r>
              <a:t>功率（单位瓦特，W）表示用电的快慢，由电压和电流决定。功率越大，发热越多；大功率设备要使用匹配的插座和线路，不能接在普通插线板上（见第 101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电阻小、电流容易通过的物质叫导体，大多数金属都是导体；人体和含有杂质的水（自来水、汗水、溶液）也能导电。电阻很高、几乎不让电流通过的物质叫绝缘体，如玻璃、陶瓷、塑料、橡胶、干燥的木头。</a:t>
            </a:r>
          </a:p>
          <a:p>
            <a:r>
              <a:t>电线外皮、插头外壳、仪器机壳都用绝缘材料把电挡在该在的地方。但绝缘不是绝对的：受潮、沾水、积尘、老化、破损、高温都会让绝缘性能下降，干木头受潮后也会导电。</a:t>
            </a:r>
          </a:p>
          <a:p>
            <a:r>
              <a:t>除了绝缘，仪器的金属外壳还要可靠接地（接保护导体），万一内部漏电，电流经保护导体流走并使保护装置动作，这是另一道保护措施，详见第 099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电有静电和电流两类：静电是积聚在物体表面的电荷，放电时会产生火花（静电的危害与防护见第 106 课）；电流是电荷的持续流动，又分为直流和交流。</a:t>
            </a:r>
          </a:p>
          <a:p>
            <a:r>
              <a:t>直流的大小和方向不随时间变化，电池、蓄电池、实验室的直流稳压电源、电子设备内部多用直流。交流的方向和大小随时间周期性来回变化，便于变压和远距离输送，电网、日常照明、大多数电器和电机用的都是交流。</a:t>
            </a:r>
          </a:p>
          <a:p>
            <a:r>
              <a:t>我国低压配电的市电是单相 220 V、三相 380 V，频率 50 Hz（工频）；国外视频中的电压、频率和插头式样不适用于国内。仪器的额定电压和频率标在铭牌上，使用前要核对。</a:t>
            </a:r>
          </a:p>
          <a:p>
            <a:r>
              <a:t>工频交流电会引起肌肉强直收缩，危险性很大；直流电同样能造成电击和烧伤，大容量电池组、高压直流电源也很危险。电压越高，危险越大。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用电的危害主要有：电击、电伤、电气火灾、易燃易爆场所的电气爆炸，以及触电引起的间接伤害。其中电击和电伤是电流（或电弧）直接对人体造成的伤害。</a:t>
            </a:r>
          </a:p>
          <a:p>
            <a:r>
              <a:t>电击是电流通过人体内部，作用于神经、肌肉和心脏，引起肌肉痉挛、呼吸停止、心室纤颤甚至死亡，是最危险的触电伤害。电伤是电流的热效应、化学效应和机械效应对人体外部造成的局部伤害，包括电弧烧伤、电流灼伤、电烙印、皮肤金属化、电光性眼炎等（见 K13）。</a:t>
            </a:r>
          </a:p>
          <a:p>
            <a:r>
              <a:t>间接伤害是指人被电一下后受惊、失去平衡，从梯子、高处或设备上摔下，或撞到、被划伤；登高作业附近用电更要防坠落。</a:t>
            </a:r>
          </a:p>
          <a:p>
            <a:r>
              <a:t>电火花、电弧、过热还可能点燃易燃溶剂蒸气、可燃气体和粉尘，引起火灾或爆炸（见第 106、107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身体碰到带电的导体（裸露导线、损坏的插头、漏电的外壳），而身体另一部分又与大地或另一极相连，电流就会进入并通过人体，人成了电路的一部分，这就是电击。</a:t>
            </a:r>
          </a:p>
          <a:p>
            <a:r>
              <a:t>电击的后果轻重差别很大：轻的只是手指发麻、刺痛，重的会肌肉痉挛摆脱不了、呼吸停止、心脏骤停，甚至死亡。</a:t>
            </a:r>
          </a:p>
          <a:p>
            <a:r>
              <a:t>伤人的直接原因是流过身体的电流；电压只是推动电流的“压力”。电流过大还会在体内发热，造成内部组织灼伤。高电压、大电流的电击往往是致命的，但电压不高也不能掉以轻心（见 K9）。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按照 GB/T 13870.1-2022（以现行文本为准），电流对人体的效应主要取决于：通过人体的电流大小、通电持续时间、电流在体内的路径、电流的种类（交流、直流）和频率。电流越大、时间越长，伤害越重。</a:t>
            </a:r>
          </a:p>
          <a:p>
            <a:r>
              <a:t>流过人体的电流取决于接触电压和人体阻抗：电压越高、人体电阻越小（皮肤潮湿、出汗、破损、接触面大），电流就越大（见 K12）。</a:t>
            </a:r>
          </a:p>
          <a:p>
            <a:r>
              <a:t>人的身体状况也有影响：疲劳、醉酒、有心脏疾病的人，触电后果更严重。这些因素会叠加：湿手、长时间接触、电流经过心脏，是最危险的组合。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实验室插座上的 220 V 市电，人们天天接触，最容易放松警惕，但它完全可以致命；很多触电死亡事故就发生在普通低压线路上。</a:t>
            </a:r>
          </a:p>
          <a:p>
            <a:r>
              <a:t>使人致命的电流其实很小（毫安级），而仪器内部的电源、电容和高压部件能提供远大于此的电流。激光器、电泳仪、高压电源、X 射线设备等内部有高压，断电后电容还可能储存电荷，绝不能伸手进打开的机箱（仪器用电见第 102 课）。</a:t>
            </a:r>
          </a:p>
          <a:p>
            <a:r>
              <a:t>特低电压（ELV）能降低电击风险，但它的限值与环境有关，潮湿、导电良好或狭窄场所的要求更严，具体限值按 GB/T 3805-2008（以现行文本为准）和本校规定；“安全电压”也不是在任何条件下都绝对安全。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电流在体内走的路径决定了它会伤到哪些器官。电流经过心脏最危险，容易引起心室纤颤和心脏骤停。</a:t>
            </a:r>
          </a:p>
          <a:p>
            <a:r>
              <a:t>手到手的路径正好横穿胸口；手到脚（尤其左手到脚）、头到脚的路径也经过心脏，都很危险。脚到脚等不经过心脏的路径相对轻一些，但同样会造成烧伤、肌肉损伤和摔倒，任何触电都不能心存侥幸。</a:t>
            </a:r>
          </a:p>
          <a:p>
            <a:r>
              <a:t>日常操作中要避免让双手同时接触可能带电的物体和接地的金属：不要一手扶着金属架、水管或另一台仪器的外壳，一手去摸电器或插头。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GB/T 13870.1-2022（以现行文本为准）按电流大小和通电时间描述了电流效应：电流很小时人只有感觉（感知）；稍大时肌肉不由自主地强烈收缩，手握住带电体后松不开，自己无法摆脱电源（摆脱不了），通电时间随之延长；电流更大或时间更长时，可能引起呼吸困难、心室纤颤，心脏不能有效泵血，造成心脏骤停。各阈值与电流种类、路径、通电时间有关，具体数值以现行国家标准为准，不要用国外资料中的数字作为“安全界限”。</a:t>
            </a:r>
          </a:p>
          <a:p>
            <a:r>
              <a:t>心脏骤停后几分钟内就可能死亡。现场要先使触电者脱离电源（方法见第 098 课），立即拨打 120，按需进行心肺复苏，并尽快使用自动体外除颤器（AED），能大大提高生存机会（心肺复苏与 AED 见第 159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体对电流也有阻碍作用（人体阻抗），其中皮肤，特别是干燥的角质层，是主要的阻碍。人体电阻不是一个固定的数：它随接触电压、皮肤潮湿程度、出汗、皮肤破损、接触面积和接触压力、电流路径而变化，个体差异也很大（GB/T 13870.1-2022，以现行文本为准）。</a:t>
            </a:r>
          </a:p>
          <a:p>
            <a:r>
              <a:t>皮肤干燥时电阻较高；一旦沾水、出汗或有伤口，电阻会大幅下降。人碰到带电导线时，电流经人体流入大地，电阻越小，流过人体的电流越大。所以千万不要湿手、赤脚或站在湿地上接触电器。</a:t>
            </a:r>
          </a:p>
          <a:p>
            <a:r>
              <a:t>安全培训或考试中常见的“人体电阻约多少欧”只是特定条件下的估算，不要拿它去计算“多少伏才安全”。防触电靠的是断电、绝缘、接地和漏电保护，而不是靠人体电阻。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电流跨过空气间隙放电就形成电弧。带电插拔大电流插头、带电拆接导线、短路、开关和接触器触点分断时，都会产生电弧。</a:t>
            </a:r>
          </a:p>
          <a:p>
            <a:r>
              <a:t>电弧温度极高，会造成严重的皮肤灼伤，引燃衣物；强烈的弧光（含紫外线）会灼伤眼睛，引起电光性眼炎；熔化的金属会飞溅，造成烫伤和皮肤金属化；电弧还会产生冲击，把人击倒。</a:t>
            </a:r>
          </a:p>
          <a:p>
            <a:r>
              <a:t>因此，任何接线、拆线、更换元件都必须先断电，并确认无电，由持有特种作业操作证的电工按规程操作（停电、验电和挂牌上锁见第 105 课）；学生不得自行打开配电箱、拆接线路。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电流在体内的路径和伤害程度很难预料，同样的接触，有时只是一麻，有时就会致命。所以最好的办法是在动手之前就把危险消除，而不是寄希望于“运气好”。</a:t>
            </a:r>
          </a:p>
          <a:p>
            <a:r>
              <a:t>防触电的基本措施是：断开电源、保持绝缘完好、设备外壳可靠接地、安装漏电保护（见第 098–100 课）。是否有电要由电工用合格的验电工具确认，绝不能用手指、手背去“试一下”有没有电。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触电后即使当时觉得没事，电流也可能造成体内组织损伤或心律异常，有的症状会延迟出现。触电者应停止工作，及时到医院检查，说明触电经过。</a:t>
            </a:r>
          </a:p>
          <a:p>
            <a:r>
              <a:t>同时报告实验室负责人（必要时报学院和学校实验室管理部门），停用出问题的设备或插座，挂上停用标识，由电工查明原因、修复后再使用（报告程序见第 157 课，未遂事件报告见第 161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答案：D。解析：低电压不等于低危险，日常 220 V 市电同样能致命。</a:t>
            </a:r>
          </a:p>
          <a:p>
            <a:r>
              <a:t>第 2 题 答案：B。解析：人体电阻随潮湿、出汗、破皮、接触面积和电压变化，不是固定值，防触电要靠断电、绝缘、接地和漏电保护。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答案：B。解析：手到手的路径横穿胸口，经过心脏，最容易引起心室纤颤。</a:t>
            </a:r>
          </a:p>
          <a:p>
            <a:r>
              <a:t>第 4 题 答案：D。解析：电弧会造成灼伤、电光性眼炎和金属飞溅烫伤，接线必须断电并由持证电工进行。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答案：B。解析：内部损伤和心律异常可能迟发，应就医检查，并报告实验室负责人，停用出问题的设备，查明原因。</a:t>
            </a:r>
          </a:p>
          <a:p>
            <a:r>
              <a:t>第 6 题 答案：电流稍大时肌肉不由自主强烈收缩，手握住带电体无法自行摆脱，通电时间延长，电流可能引起心室纤颤和心脏骤停。解析：旁人不能用手直接去拉，应先断电或用绝缘物使其脱离电源（见第 098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电流对人体的伤害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第8章 电气安全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适用对象：进入实验室的全体本科生、研究生和教职工，特别是使用电气仪器、电源、加热设备和自制实验装置的人员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能说出电流、电压、电阻、功率、导体、绝缘体、直流和交流的基本含义，知道我国市电为 220 V/380 V、50 Hz。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能说出用电的几类危害（电击、电伤、电气火灾和爆炸、间接伤害），区分电击和电伤，知道电弧的危害。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能判断影响触电严重程度的因素：电流大小、路径（经过心脏最危险）、通电时间、电流种类和频率、人体状况和人体电阻。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能做到不湿手碰电、不拿身体试电，知道“低电压不等于低危险”，触电后即使没有症状也要就医并报告。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13870.1-2022（以现行文本为准）《电流对人和家畜的效应 第1部分：通用部分》：人体阻抗、交直流电流效应、电流路径与通电时间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13869-2017（以现行文本为准，GB/T 13869-2026 即将实施）《用电安全导则》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3805-2008（以现行文本为准）《特低电压（ELV）限值》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4793.1-2007（以现行文本为准，GB 4793-2024 已发布、即将实施）《测量、控制和实验室用电气设备的安全要求 第1部分：通用要求》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号）：用电安全要求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电工作业人员持特种作业操作证上岗（以现行规定为准）；本校实验室用电安全管理规定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电能致命：先懂电才能防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电用好是帮手，用不好会要命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会触电、会起火，还会毁掉实验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断电会让安全柜等防护设备失效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先懂电、知道危险，才能防住事故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电是实验室最常用的能源，几乎所有仪器都离不开它；但电看不见、摸不着、闻不到，触电和电气事故往往发生在一瞬间，致残致死的不在少数，每年都有人因触电丢了性命。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觉得用电是日常小事，不需要专门学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只想到触电，忘了电气火灾和防护设备失效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电在闭合回路里流动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电源、导线和用电器连成电路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电流是电荷的定向移动，单位安培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回路闭合才有电流，断开就停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人一旦成了回路的一段，就会触电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电是一种能量，由电源（电网、电池、电源模块）提供，沿着导线送到用电器（负载，如灯、加热器、电机、仪器）。电源、导线和用电器连成的完整通路叫电路。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以为只碰一根线、不碰两根线就一定安全（站在地上同样构成回路）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以为开关“关了”就一定没电，不确认是否真正断开电源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电压、电流、电阻与功率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电压像水压，推动电流流动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电压越高越危险，防护要求越高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电阻是对电流的阻碍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接触不良处电阻大，会局部发热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功率越大，发热越多，风险越高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压（单位伏特，V）是推动电流的“压力”，就像水压推动水流。电压越高，同样条件下流过人体的电流越大，电击和设备损坏的风险越大；知道设备和线路的电压等级，才知道该采取什么防护（高、低压的划分和电工作业要求见第 105 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插头发热、发烫还继续使用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把多台大功率设备接在同一个插线板上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导体与绝缘体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金属、人体、水都容易导电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玻璃、陶瓷、塑料、干木头是绝缘体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绝缘把电挡在该在的地方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绝缘受潮、破损就靠不住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电阻小、电流容易通过的物质叫导体，大多数金属都是导体；人体和含有杂质的水（自来水、汗水、溶液）也能导电。电阻很高、几乎不让电流通过的物质叫绝缘体，如玻璃、陶瓷、塑料、橡胶、干燥的木头。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以为隔着一层湿布、湿手套碰电就安全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用破皮、开裂的电线继续通电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直流与交流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电分静电和电流，电流分直流和交流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直流方向不变，如电池和直流电源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交流方向来回变化，电网送的是交流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我国市电 220 V 和 380 V，50 Hz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交流直流都能伤人，高压更危险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电有静电和电流两类：静电是积聚在物体表面的电荷，放电时会产生火花（静电的危害与防护见第 106 课）；电流是电荷的持续流动，又分为直流和交流。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以为直流电、电池“没危险”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用国外视频里的电压和插头做法套用国内实验室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用电的几类危害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用电危害：电击、电伤、电气火灾和爆炸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电击伤在体内，伤神经和心脏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电伤伤在体表，如电弧烧伤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被电后摔倒坠落，是间接伤害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用电的危害主要有：电击、电伤、电气火灾、易燃易爆场所的电气爆炸，以及触电引起的间接伤害。其中电击和电伤是电流（或电弧）直接对人体造成的伤害。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只把“被电到”当成危害，忽视电气火灾和爆炸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在梯子上、高处检查带电设备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什么是电击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身体碰到带电体，电流就进入人体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人成了电路的一部分，就是电击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轻的发麻，重的会要命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伤人的是流过身体的电流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身体碰到带电的导体（裸露导线、损坏的插头、漏电的外壳），而身体另一部分又与大地或另一极相连，电流就会进入并通过人体，人成了电路的一部分，这就是电击。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被电“麻一下”不当回事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以为只有高压电才会电击伤人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触电轻重看哪些因素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流过人体的电流越大，伤害越重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通电时间越长，伤得越重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电流路径、种类和频率影响伤害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电压越高、人体电阻越小，电流越大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皮肤潮湿、身体不好，后果更重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按照 GB/T 13870.1-2022（以现行文本为准），电流对人体的效应主要取决于：通过人体的电流大小、通电持续时间、电流在体内的路径、电流的种类（交流、直流）和频率。电流越大、时间越长，伤害越重。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只看电压高低判断危险，忽略时间、路径和皮肤状况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身体不适、疲劳时还去做带电相关的实验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低电压不等于低危险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低电压不等于低危险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日常 220 V 市电同样能致命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致命电流其实很小，别伸手进仪器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特低电压也要按规定使用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实验室插座上的 220 V 市电，人们天天接触，最容易放松警惕，但它完全可以致命；很多触电死亡事故就发生在普通低压线路上。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认为“才 220 伏”不会出大事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仪器断电后马上打开机箱触碰内部元件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经过心脏的路径最危险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电流经过心脏，最危险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手到手、手到脚、头到脚都经过心脏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不经过心脏轻一些，同样会受伤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别一手扶金属架、一手摸电器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电流在体内走的路径决定了它会伤到哪些器官。电流经过心脏最危险，容易引起心室纤颤和心脏骤停。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一手扶金属台架，一手插拔仪器插头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认为“只是碰到脚”不要紧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电流对肌肉和心脏的作用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电流从小到大：感知、摆脱不了、心室纤颤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电流稍大，肌肉抽紧，松不开手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再大，心脏乱颤，不再泵血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心脏骤停几分钟致命，要尽快除颤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具体阈值以现行国家标准为准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GB/T 13870.1-2022（以现行文本为准）按电流大小和通电时间描述了电流效应：电流很小时人只有感觉（感知）；稍大时肌肉不由自主地强烈收缩，手握住带电体后松不开，自己无法摆脱电源（摆脱不了），通电时间随之延长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看到有人被电“吸住”就直接用手去拉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以为触电者能自己松手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人体电阻不是固定值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人体有电阻，皮肤是外层阻碍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皮肤干燥电阻高，一沾水就降低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出汗、破皮、接触面大，电阻都会变小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电阻越小，流过人体的电流越大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不能用一个数去算多少伏才安全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体对电流也有阻碍作用（人体阻抗），其中皮肤，特别是干燥的角质层，是主要的阻碍。人体电阻不是一个固定的数：它随接触电压、皮肤潮湿程度、出汗、皮肤破损、接触面积和接触压力、电流路径而变化，个体差异也很大（GB/T 13……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湿手插拔插头、开关仪器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用某个“人体电阻值”推算出所谓安全电压后放心触碰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电弧与电伤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带电拆线，触点间会拉出电弧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电弧温度极高，造成严重灼伤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强光伤眼，熔化的金属会飞溅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接线必须断电，由持证电工来做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电流跨过空气间隙放电就形成电弧。带电插拔大电流插头、带电拆接导线、短路、开关和接触器触点分断时，都会产生电弧。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带电拔插大功率设备的插头或拆接导线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学生自己打开配电箱或仪器电源部分修理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预防为先：不拿身体试电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电在体内怎么走、伤多重，难以预料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防触电靠断电、绝缘、接地、漏电保护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绝不能拿身体去试有没有电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电流在体内的路径和伤害程度很难预料，同样的接触，有时只是一麻，有时就会致命。所以最好的办法是在动手之前就把危险消除，而不是寄希望于“运气好”。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用手背碰一下导线“试试有没有电”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认为以前碰过没事，下次也不会有事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触电后要就医并报告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被电一下觉得没事，也不能大意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内部伤和心律异常可能迟发，要就医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报告实验室负责人，查明原因再用电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触电后即使当时觉得没事，电流也可能造成体内组织损伤或心律异常，有的症状会延迟出现。触电者应停止工作，及时到医院检查，说明触电经过。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被电一下后甩甩手继续实验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不报告，让下一个人再次触电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影响触电伤害程度的因素中，下列哪一项说法错误？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电流越大、通电时间越长，伤害越重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电流经过心脏的路径最危险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皮肤潮湿时人体电阻变小，更危险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只要电压在 220 V 以下，就不会致命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判断：人体电阻大约是一个固定值，可以据此算出多少伏的电压对人是安全的。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下列哪种触电路径最危险？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一只脚到另一只脚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一只手到另一只手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同一只手的两个手指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鞋底到地面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带电拆接导线时产生的电弧可能造成的伤害不包括：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皮肤灼伤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弧光伤眼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熔化金属飞溅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降低人体电阻从而保护人体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097 · 电流对人体的伤害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097 电流对人体的伤害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判断：被电了一下，只是手发麻，休息一会儿没事就可以继续实验，不必报告。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简答：为什么“触电后松不开手”特别危险？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电能致命：先懂电才能防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电在闭合回路里流动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电压、电流、电阻与功率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导体与绝缘体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直流与交流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用电的几类危害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什么是电击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触电轻重看哪些因素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低电压不等于低危险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经过心脏的路径最危险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电流对肌肉和心脏的作用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人体电阻不是固定值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电弧与电伤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预防为先：不拿身体试电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触电后要就医并报告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