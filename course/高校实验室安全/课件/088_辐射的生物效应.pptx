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灯光照到人身上，一部分被吸收，只让分子振动稍稍加剧，能量太小，打不出电子，细胞完全承受得住。α、β、γ、X 射线等电离辐射能量大，能把原子里的电子打出去。同一件事有两种说法：物理上叫电离（电子被打出），化学上叫断键（少了电子，化学键随之改变或断开）。</a:t>
            </a:r>
          </a:p>
          <a:p>
            <a:r>
              <a:t>人体细胞有细胞膜、细胞核、细胞质和各种细胞器（没有细胞壁），里面有大量种类各异的分子。由成千上万个原子连成的大分子，哪怕只断一个键，细胞的运转也可能受影响，这就是辐射损伤的开始（为什么怕的不是发热而是电离，见第 087 课）。</a:t>
            </a:r>
          </a:p>
          <a:p>
            <a:r>
              <a:t>健康物理要回答的是一串问题：哪种辐射、照到哪个器官、受了多少剂量、会出现什么效应。把源放在细胞旁边“看看会怎样”只能是思想实验，真实操作必须按规程，有屏蔽和监测。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辐射损伤 DNA 有两条路。直接作用：射线（或它打出的电子）直接电离 DNA 分子，打断链条；高 LET 的 α 粒子等更常以这种方式造成损伤。</a:t>
            </a:r>
          </a:p>
          <a:p>
            <a:r>
              <a:t>间接作用：人体细胞的大部分是水。射线先使水分子电离、分解（水的辐射分解），生成羟基自由基（OH·，中性）等活泼的自由基；自由基扩散开来，再攻击 DNA。受 X 射线、γ 射线照射时，大部分损伤来自这条间接途径，这是体内最主要的作用方式。</a:t>
            </a:r>
          </a:p>
          <a:p>
            <a:r>
              <a:t>无论哪条路，如果细胞能把损伤修好，就不会留下影响；修不好，才会出现后面各知识点讲的效应。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DNA 想成一架梯子：两侧扶手是骨架，横档是碱基对。只断一侧扶手叫单链断裂，数量多，但细胞可以照着另一条链当模板补好，几乎都能修复。两侧扶手在同一处一起断，叫双链断裂，数量少却难修，细胞死亡和突变多由它引起。</a:t>
            </a:r>
          </a:p>
          <a:p>
            <a:r>
              <a:t>DNA 的损伤不只是断链，还有碱基损伤、链与链之间的交联。高传能线密度（LET）的辐射（如 α 粒子）一路密集撞击，在很短一段 DNA 上挤着多处断口和损伤，叫成簇损伤，细胞很难修好，所以同样吸收剂量下 α 造成的 DNA 损伤最严重（LET 的概念见第 087 课）。</a:t>
            </a:r>
          </a:p>
          <a:p>
            <a:r>
              <a:t>染色体也会断裂、错误连接，形成染色体畸变；有的畸变使细胞死亡，有的能在细胞中长期保留。修错的细胞多数会死亡，少数存活下来可能发生癌变——电离辐射因此有致癌风险，照得越多风险越大。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细胞有修复系统，大多数辐射损伤都能修好。修不好时有三种结局：一是细胞死亡，死得多了，组织和器官的功能就出问题；二是躯体效应，发生在受照者本人身上，最主要的是癌症；三是遗传效应，生殖细胞的损伤可能传给后代。</a:t>
            </a:r>
          </a:p>
          <a:p>
            <a:r>
              <a:t>断键是化学变化，会像多米诺骨牌一样传开：细胞坏了，组织、器官跟着受损，大剂量照射可能伤及全身多个器官。不过大多数物体受照没事，细胞要出现明显的急性损伤，通常要同时具备几个条件：剂量大、反复受照、受照面积大、照到敏感组织。</a:t>
            </a:r>
          </a:p>
          <a:p>
            <a:r>
              <a:t>只受外照射的人，身上不会带放射性，不会“传染”辐射，可以正常接触（被照物体一般不带放射性，见第 086 课）；只有放射性物质沾在身上或进入体内（污染、内照射）时，才需要去污和专门处理（见第 091、096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用不同剂量照射细胞，数一数还能存活、继续增殖的细胞比例，画成细胞存活曲线：剂量越大，存活的细胞越少；曲线的形状因组织而不同，可用来预测不同剂量下的组织损伤。</a:t>
            </a:r>
          </a:p>
          <a:p>
            <a:r>
              <a:t>常用的线性二次模型把杀伤分成两部分：一部分是一次击中就致命（与剂量成正比的“线性项”），低剂量时占主导；另一部分是两处小损伤叠加成致命损伤（与剂量平方相关的“二次项”），高剂量时占主导。</a:t>
            </a:r>
          </a:p>
          <a:p>
            <a:r>
              <a:t>组织有早反应和晚反应之分：皮肤、肠道黏膜受照后较快出现损伤；脊髓、肺等的损伤要几个月甚至几年才显现，而且更怕单次大剂量。α/β 比就是衡量这种差别的参数。线性二次模型、α/β 比主要用于临床放疗的分次设计，实验室安全只需了解概念，不用它来估算个人风险。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细胞里有没有氧，受照后的伤害大不一样。氧和自由基造成的损伤结合，把伤口“定型”，就修不回去了；缺氧时，部分断口还可能自己接回。要造成同样的损伤，缺氧细胞需要的 X、γ 射线剂量要高出约两到三倍（氧增强比）；高 LET 辐射造成的损伤本来就难修，有氧没氧差别不大。肿瘤中心常常缺氧，因此更耐受放疗——这是放疗研究的问题，实验室安全了解即可。</a:t>
            </a:r>
          </a:p>
          <a:p>
            <a:r>
              <a:t>影响细胞辐射敏感性的因素还有：年龄（越年轻越敏感）；剂量不足以杀死细胞时，细胞能自我修复（同样剂量分次或低剂量率照射，效应往往较轻）；某些化学物质能增强或减弱辐射反应。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体的反应与受到的剂量有关，不同细胞怕辐射的程度不一样：细胞分裂越快、越不成熟、组织生长越旺盛，对辐射越敏感。淋巴细胞、骨髓造血细胞、生殖细胞（精原细胞、卵母细胞）、肠道上皮最敏感；神经、肌肉、骨骼等成熟组织相对不敏感。所以胎儿和生殖细胞要格外保护，孕早期能不做射线检查就尽量不做（医疗照射遵医嘱）。</a:t>
            </a:r>
          </a:p>
          <a:p>
            <a:r>
              <a:t>外照射时，各软组织单位质量吸收的能量相差不大，器官之间的差别主要在敏感性不同（组织权重因子见第 087 课）。内照射时，有的核素会聚集在特定器官，例如碘聚集在甲状腺、亲骨核素沉积在骨骼，该器官受照就特别多（见第 091 课）。弄清哪种辐射伤哪里，才能防得准。</a:t>
            </a:r>
          </a:p>
          <a:p>
            <a:r>
              <a:t>辐射效应有的在受照后几分钟到几天出现，有的要几个月甚至多年后才显现。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辐射对健康的效应分为两类。确定性效应（也称有害组织反应）源于大量细胞死亡或功能丧失，组织修补不过来，大剂量超过阈值才会出现；随机性效应源于单个细胞发生变异后存活、增殖，可能导致癌症或遗传效应，它是概率问题，所以剂量再小也不能大意。</a:t>
            </a:r>
          </a:p>
          <a:p>
            <a:r>
              <a:t>先认识两个术语：短时间内受到大剂量叫急性照射，长期反复受到小剂量叫慢性照射。急性大剂量主要担心确定性效应，长期低剂量主要担心随机性效应。</a:t>
            </a:r>
          </a:p>
          <a:p>
            <a:r>
              <a:t>辐射防护的目标正是针对这两类效应：防止确定性效应的发生，并把随机性效应的发生概率降到可以合理达到的尽量低水平（GB 18871-2002，以现行文本为准；三原则见第 089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确定性效应像水漫过堤坝、像火柴要到燃点：剂量低于阈值时不出现；超过阈值后，剂量越大，损伤越严重。皮肤红斑、脱发、白内障、血细胞减少、不育、急性放射病都属于这一类。短时大剂量首先伤害正在分裂的细胞，血细胞、骨髓、肠道最先受影响，症状会经历几个阶段。</a:t>
            </a:r>
          </a:p>
          <a:p>
            <a:r>
              <a:t>把一群人的反应画出来，是一条 S 形的剂量—反应曲线：低于阈值没人出现；剂量升高，出现症状的人越来越多；高到一定程度，人人都会出现。判断确定性效应要用器官的吸收剂量（戈瑞），而不是用于随机性风险的当量剂量或有效剂量。</a:t>
            </a:r>
          </a:p>
          <a:p>
            <a:r>
              <a:t>阈值因人、因器官、因照射方式（一次还是分次）而不同，不能把阈值当成“安全剂量”拿来冒险，教学中也不记具体阈值数值。按规程开展的工作和规范的普通医学检查，受照剂量远低于这些阈值，不会出现确定性效应；它只在事故或严重违规时才会发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确定性效应的门槛因器官而异。眼晶状体受照累积多了会变浑浊，形成白内障（潜伏期可达多年），长期做透视、介入或在射线装置旁近距离工作的人，要特别注意眼晶状体防护（如佩戴铅防护眼镜，按本校规定配备）。皮肤受照先是发红（红斑），再重会脱皮甚至溃破、脱发；手指离源太近最容易受伤，所以操作放射源要用长柄工具，不徒手接触（见第 090 课）。</a:t>
            </a:r>
          </a:p>
          <a:p>
            <a:r>
              <a:t>性腺中的生殖干细胞（精原细胞、卵母细胞）最怕辐射，较大剂量可导致暂时或永久不育。孕早期的胚胎同样特别敏感（见 K15）。</a:t>
            </a:r>
          </a:p>
          <a:p>
            <a:r>
              <a:t>射线探伤等场所的源很强：长期受照可能脱发、致癌；无关人员闯入警戒区、无证人员操作，可能在很短时间内受到大剂量照射，造成皮肤放射性烧伤，甚至危及生命。警戒区和门机联锁等管理措施见第 094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身或身体大部分在短时间内受到大剂量照射，会发生急性放射病。病程大致分为几个阶段：初期在受照后数小时内出现恶心、呕吐、乏力；接着是假愈期，症状减轻，好像好了，其实没有；之后进入极期，几周内骨髓衰竭、血细胞减少，出现感染和出血；最后是恢复期，或因病情过重死亡，结局取决于剂量和救治。</a:t>
            </a:r>
          </a:p>
          <a:p>
            <a:r>
              <a:t>按受照剂量由低到高，国内诊断标准分为骨髓型（造血功能受损）、肠型（肠道上皮被破坏）和脑型（剂量最高，几乎无法救治）（GBZ 104，以现行文本为准）。这些认识多来自历史上的核事故和核爆幸存者研究，本课不写各型的剂量数值。</a:t>
            </a:r>
          </a:p>
          <a:p>
            <a:r>
              <a:t>实验室正常工作不会接近这样的剂量，但放射源失控、丢失被捡拾、违规进入强辐射区可能导致此类事故。疑似受到大剂量照射，要立即离开、报告并就医，剂量计随人送检（见第 096 课）。大剂量照射必须杜绝。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机性效应像抽奖：受的剂量越大，“中签”的概率越高；但一旦发生，严重程度并不随剂量而变。受照的人发生癌症的概率比没受照的略高，例如辐射诱发的白血病、甲状腺癌等实体癌。低剂量照射时，主要担心的就是癌症和遗传效应。</a:t>
            </a:r>
          </a:p>
          <a:p>
            <a:r>
              <a:t>随机性效应和白内障等晚期效应要在受照后数月甚至多年才出现，潜伏期长，很难与吸烟、遗传、环境等其他原因区分开。防护上认为它没有阈值，看的是累积的总剂量：剂量会累积，一点点也会攒起来，所以别把小剂量当成没剂量。</a:t>
            </a:r>
          </a:p>
          <a:p>
            <a:r>
              <a:t>衡量随机性风险要用当量剂量和有效剂量（希沃特，见第 087 课）。风险虽低，也要按规矩防护，个人剂量计按规定佩戴、定期送检（见第 092、093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剂量和效应的关系常用几种模型描述：有阈模型（剂量过了门槛才出现效应，适用于确定性效应）；线性无阈模型（从零开始的一条直线，任何剂量都可能有效应）；非线性模型（弯曲的曲线）。</a:t>
            </a:r>
          </a:p>
          <a:p>
            <a:r>
              <a:t>低剂量下的风险很难直接观察，辐射防护采用谨慎的线性无阈假设：随机性风险与剂量成正比，再小的剂量也不当作零风险。风险系数用来估算人群的癌症风险，本课不写具体数值。这是为了防护决策而做的保守假设，不等于“一点点辐射就一定致病”，不必恐慌，但也不能大意。</a:t>
            </a:r>
          </a:p>
          <a:p>
            <a:r>
              <a:t>由此得出的结论是：照得越多风险越大，能少则少——在满足工作需要的前提下，把受照剂量控制在合理可行尽量低的水平（最优化原则，见第 089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生在受照者本人身上的是躯体效应，通过生殖细胞传给子女的是遗传效应。遗传效应按无阈处理，任何剂量都认为有一定风险；但在人群中，辐射诱发的遗传效应很少见，风险比致癌低，相关估计主要从动物实验数据推断。</a:t>
            </a:r>
          </a:p>
          <a:p>
            <a:r>
              <a:t>“辐射会影响以后生孩子吗？”——辐射可能损伤生殖细胞的 DNA，但遗传影响的机会很小；按规程开展的长期低剂量工作，一般不影响生育力。女性的卵细胞出生后不再更新，受到的影响会累积，所以照射仍要尽量低。有疑问时向导师、学院辐射安全管理人员或职业健康检查医生咨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不同人群对辐射的敏感程度不同，胚胎和胎儿最敏感。孕早期，尤其是最初几周最敏感；器官形成期受照，可能影响器官发育、导致畸形；宫内受照还会使儿童期白血病等癌症的风险略有上升。</a:t>
            </a:r>
          </a:p>
          <a:p>
            <a:r>
              <a:t>女性辐射工作人员（含学生）知道自己怀孕后，应及时告知导师和学院辐射安全管理人员，以便调整工作安排、加强剂量控制，保护胚胎和胎儿（孕期剂量控制要求按 GB 18871-2002，以现行文本为准，见第 089 课）。告知是自愿的，学校应保护个人隐私。孕期做医学检查前，要主动告诉医生可能怀孕。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氡是土壤、岩石和建材中镭衰变产生的放射性气体，是天然照射中最大的一项（天然辐射源见第 085 课）。通风差的地下实验室、密闭房间，以及存放铀矿石等天然放射性样品的场所，氡浓度可能很高。氡本身吸入后大部分又被呼出，危险的是它的短寿命子体：它们附着在空气中的尘埃上，吸入后沉积在支气管上皮，放出的 α 粒子造成成簇损伤，难以修复。氡是肺癌的重要诱因之一，吸烟会使风险成倍放大。</a:t>
            </a:r>
          </a:p>
          <a:p>
            <a:r>
              <a:t>降氡措施：加强通风是最有效的一招；封堵地面和墙体裂缝；必要时在地板下减压抽气。整改后要持续监测，确认措施真的有效。室内氡浓度的控制要求以 GB/T 16146-2015（以现行文本为准）和本校规定为准；工作场所的氡按“参考水平”管理，不能直接套用公众剂量限值。用系数估算氡剂量时，要看清系数的定义和假设、停留时间怎么算。</a:t>
            </a:r>
          </a:p>
          <a:p>
            <a:r>
              <a:t>浓度超过参考水平、整改达标前，不在这里长期工作；即使没有超标，也要尽量降低（最优化）。学生对工作场所的危险因素有知情权，发现异常有权提出整改。本底辐射一直都在，不必恐慌，工作带来的额外照射才是要管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把辐射工作和其他常见职业的风险比一比：按规程工作、受照剂量控制良好的辐射工作人员，风险很小，不高于许多常见职业。正常的辐射工作和规范的医学检查，不会出现确定性效应。</a:t>
            </a:r>
          </a:p>
          <a:p>
            <a:r>
              <a:t>真正的危险来自违规：未经培训考核和授权操作放射源或射线装置、擅自闯入控制区和警戒区、源用完不清点归位、拆改屏蔽和联锁。辐射工作人员要先培训、考核合格再上岗，按规定佩戴个人剂量计、接受职业健康检查（见第 093 课），用时间、距离、屏蔽控制外照射（见第 090 课）。</a:t>
            </a:r>
          </a:p>
          <a:p>
            <a:r>
              <a:t>既不恐慌，也不大意：懂防护、守规程，才最安全。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答案：B。解析：细胞里大部分是水，低 LET 的 X、γ 射线以间接作用为主。</a:t>
            </a:r>
          </a:p>
          <a:p>
            <a:r>
              <a:t>第 2 题 答案：A。解析：确定性效应有阈值，超过阈值后严重程度随剂量增加；随机性效应则是概率随剂量增加、严重程度与剂量无关。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答案：C。解析：癌症和遗传效应是随机性效应；皮肤红斑、白内障、急性放射病是确定性效应。</a:t>
            </a:r>
          </a:p>
          <a:p>
            <a:r>
              <a:t>第 4 题 答案：A。解析：细胞分裂越快越敏感，淋巴、造血、生殖细胞最敏感。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答案：B。解析：线性无阈假设认为再小的剂量也有一定风险，低于限值也要合理可行尽量低（最优化）。</a:t>
            </a:r>
          </a:p>
          <a:p>
            <a:r>
              <a:t>第 6 题 答案：地下、密闭场所氡容易积聚，其子体附在尘埃上被吸入，α 粒子损伤支气管上皮，是肺癌诱因之一，吸烟使风险成倍放大；应加强通风、封堵裂缝、必要时地板下抽气，并持续监测，达标前不长期驻留。解析：通风是最有效的降氡措施。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辐射的生物效应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第7章 辐射安全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73 镜）　适用对象：使用放射性同位素、密封放射源或射线装置的本科生、研究生和教职工（辐射类必修），以及在地下室、含天然放射性样品场所工作的人员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能说出电离辐射怎样损伤细胞：电离断键、直接作用与间接作用、DNA 双链断裂最难修复，以及修复失败的三种结局。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能区分确定性效应（有阈值、超过阈值后越大越重）和随机性效应（无阈值、概率随剂量增加、严重程度与剂量无关），举出各自的例子。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能说出对辐射最敏感的组织和人群（造血、淋巴、生殖细胞，眼晶状体，胚胎和胎儿），知道孕期要及时告知。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能判断为什么防护按“线性无阈”假设、小剂量也要尽量降低，知道地下场所的氡风险和降氡措施。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18871-2002（以现行文本为准）《电离辐射防护与辐射源安全基本标准》：防止确定性效应、把随机性效应限制到可合理达到的尽量低水平（剂量限值见第 089 课）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《中华人民共和国放射性污染防治法》（以现行文本为准）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《放射性同位素与射线装置安全和防护条例》（以现行文本为准）：辐射工作人员培训、个人剂量监测和职业健康检查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《放射工作人员职业健康管理办法》（以现行文本为准）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98（以现行文本为准）《放射工作人员健康要求及监护规范》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104（以现行文本为准）《职业性外照射急性放射病诊断》：骨髓型、肠型、脑型的分型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16146-2015（以现行文本为准）《室内氡及其子体控制要求》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本校辐射安全管理规定（以本校规定为准）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电离辐射打断分子化学键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可见光能量小，打不出电子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电离辐射能打出电子、打断化学键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大分子只断一个键，细胞就会受影响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要问清：哪种辐射、哪个器官、多少剂量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灯光照到人身上，一部分被吸收，只让分子振动稍稍加剧，能量太小，打不出电子，细胞完全承受得住。α、β、γ、X 射线等电离辐射能量大，能把原子里的电子打出去。同一件事有两种说法：物理上叫电离（电子被打出），化学上叫断键（……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以为所有“辐射”（灯光、手机信号）都会断键伤细胞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好奇心驱使，拿真实放射源随意照样品“看看效果”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直接作用与间接作用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射线直接打断 DNA，叫直接作用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细胞里大部分是水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水被打碎成自由基，再去攻击 DNA，叫间接作用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X、γ 照射，以间接作用为主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辐射损伤 DNA 有两条路。直接作用：射线（或它打出的电子）直接电离 DNA 分子，打断链条；高 LET 的 α 粒子等更常以这种方式造成损伤。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以为射线必须正好打中 DNA 才会伤人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把羟基自由基说成带负电的离子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DNA损伤：双链断裂最难修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只断一条链，照着另一条就能补好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两条链同处一起断，难修，最危险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 LET 辐射造成成簇损伤，很难修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染色体也会断裂、错接，形成畸变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把 DNA 想成一架梯子：两侧扶手是骨架，横档是碱基对。只断一侧扶手叫单链断裂，数量多，但细胞可以照着另一条链当模板补好，几乎都能修复。两侧扶手在同一处一起断，叫双链断裂，数量少却难修，细胞死亡和突变多由它引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 DNA 一受损就必然致癌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 α 粒子穿透力弱，所以危害一定小（进入体内后恰恰相反，见第 086 课）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修不好的三种结局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大多数损伤，细胞自己能修好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修不好：细胞死亡、躯体效应（主要是癌症）、遗传效应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剂量大、反复、面积大、部位敏感，损伤才明显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只受外照射，人不会带上放射性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细胞有修复系统，大多数辐射损伤都能修好。修不好时有三种结局：一是细胞死亡，死得多了，组织和器官的功能就出问题；二是躯体效应，发生在受照者本人身上，最主要的是癌症；三是遗传效应，生殖细胞的损伤可能传给后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不敢接近做过 X 射线检查或受过外照射的人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认为“没感觉”就是没有损伤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细胞存活曲线：一次击中与两次叠加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剂量越大，存活的细胞越少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一次击中就致命的部分，低剂量时为主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两处小伤叠成大伤的部分，高剂量时为主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皮肤肠道反应快，脊髓和肺反应慢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用不同剂量照射细胞，数一数还能存活、继续增殖的细胞比例，画成细胞存活曲线：剂量越大，存活的细胞越少；曲线的形状因组织而不同，可用来预测不同剂量下的组织损伤。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用放疗的模型参数自行估算自己的受照风险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认为晚期没症状就说明没损伤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影响敏感性的因素：氧效应等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有氧的细胞，对射线更敏感（氧效应）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氧把损伤“定型”，就修不回去了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缺氧的肿瘤中心更耐受放疗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年龄、修复能力和某些化学物也有影响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细胞里有没有氧，受照后的伤害大不一样。氧和自由基造成的损伤结合，把伤口“定型”，就修不回去了；缺氧时，部分断口还可能自己接回。要造成同样的损伤，缺氧细胞需要的 X、γ 射线剂量要高出约两到三倍（氧增强比）；高 LET……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相信有日常服用就能“防辐射”的药或保健品（碘化钾只在核事故应急时按政府指令服用）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以为分几次照就可以不计剂量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分裂越快，越怕辐射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细胞分裂越快、组织越旺盛，越怕辐射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淋巴、造血、生殖细胞最敏感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神经、肌肉、骨骼相对不敏感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进入体内的核素，会聚到某些器官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体的反应与受到的剂量有关，不同细胞怕辐射的程度不一样：细胞分裂越快、越不成熟、组织生长越旺盛，对辐射越敏感。淋巴细胞、骨髓造血细胞、生殖细胞（精原细胞、卵母细胞）、肠道上皮最敏感；神经、肌肉、骨骼等成熟组织相对不敏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说“某些器官吸收辐射更多”，混淆了吸收与敏感性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认为成年人的神经和肌肉不敏感，所以大剂量也无所谓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两类效应：确定性与随机性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辐射健康效应分为两类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大量细胞死亡，引起确定性效应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单个细胞变异，引起随机性效应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短时大剂量叫急性，长期小剂量叫慢性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辐射对健康的效应分为两类。确定性效应（也称有害组织反应）源于大量细胞死亡或功能丧失，组织修补不过来，大剂量超过阈值才会出现；随机性效应源于单个细胞发生变异后存活、增殖，可能导致癌症或遗传效应，它是概率问题，所以剂量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把两类效应都当成“超过某个剂量才会有”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认为长期小剂量只要不出症状就没有风险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确定性效应：过阈值才出现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像水漫堤坝，超过阈值才出现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过了阈值，剂量越大越严重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剂量高到一定程度，人人都会出现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阈值因人而异，不能拿来冒险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确定性效应像水漫过堤坝、像火柴要到燃点：剂量低于阈值时不出现；超过阈值后，剂量越大，损伤越严重。皮肤红斑、脱发、白内障、血细胞减少、不育、急性放射病都属于这一类。短时大剂量首先伤害正在分裂的细胞，血细胞、骨髓、肠道最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把阈值当成可以放心接近的“安全线”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用有效剂量（希沃特）去判断皮肤、晶状体是否会出现损伤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器官各有门槛：晶状体、皮肤、性腺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眼晶状体受照多了，会得白内障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皮肤先发红，重了脱皮、溃破，还会脱发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性腺里的生殖干细胞最怕辐射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误入探伤区，可能被大剂量灼伤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确定性效应的门槛因器官而异。眼晶状体受照累积多了会变浑浊，形成白内障（潜伏期可达多年），长期做透视、介入或在射线装置旁近距离工作的人，要特别注意眼晶状体防护（如佩戴铅防护眼镜，按本校规定配备）。皮肤受照先是发红（红斑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操作源时用手直接拿取、近距离观察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认为戴了铅衣就不必护眼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急性放射病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全身短时间受大剂量，会得急性放射病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初期恶心呕吐，随后有“假愈期”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几周后骨髓衰竭、感染、出血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剂量由低到高：骨髓型、肠型、脑型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全身或身体大部分在短时间内受到大剂量照射，会发生急性放射病。病程大致分为几个阶段：初期在受照后数小时内出现恶心、呕吐、乏力；接着是假愈期，症状减轻，好像好了，其实没有；之后进入极期，几周内骨髓衰竭、血细胞减少，出现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呕吐缓解后以为没事，不去就医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疑似受照后自行处理、不报告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随机性效应：看概率，潜伏期长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像抽奖：剂量越大，发生概率越高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一旦发生，严重程度与剂量无关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常潜伏多年，如白血病、甲状腺癌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小剂量会累积，别当成没剂量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随机性效应像抽奖：受的剂量越大，“中签”的概率越高；但一旦发生，严重程度并不随剂量而变。受照的人发生癌症的概率比没受照的略高，例如辐射诱发的白血病、甲状腺癌等实体癌。低剂量照射时，主要担心的就是癌症和遗传效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认为剂量越大，得的癌就越“重”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每次剂量小，就不戴剂量计、不记录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线性无阈：防护上的谨慎假设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剂量—效应关系常用几种模型描述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防护上假定：风险与剂量成正比、没有阈值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再小的剂量也不当作零风险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所以照射要合理可行尽量低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剂量和效应的关系常用几种模型描述：有阈模型（剂量过了门槛才出现效应，适用于确定性效应）；线性无阈模型（从零开始的一条直线，任何剂量都可能有效应）；非线性模型（弯曲的曲线）。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以为“低于剂量限值就绝对安全”，不再优化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反过来以为“任何辐射都会得癌”，过度恐慌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遗传效应与生育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遗传效应按无阈处理，但很少见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人类遗传风险主要从动物数据推断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规范的低剂量工作一般不影响生育力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卵细胞不会更新，照射要尽量低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生在受照者本人身上的是躯体效应，通过生殖细胞传给子女的是遗传效应。遗传效应按无阈处理，任何剂量都认为有一定风险；但在人群中，辐射诱发的遗传效应很少见，风险比致癌低，相关估计主要从动物实验数据推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因担心遗传影响而拒绝一切必要的医学检查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认为只有女性才需要考虑生殖细胞防护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胚胎和胎儿最敏感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胚胎最敏感，尤其孕早期最初几周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器官形成期受照，可能导致畸形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宫内受照，白血病风险略有上升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知道怀孕，要及时告知导师和学院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不同人群对辐射的敏感程度不同，胚胎和胎儿最敏感。孕早期，尤其是最初几周最敏感；器官形成期受照，可能影响器官发育、导致畸形；宫内受照还会使儿童期白血病等癌症的风险略有上升。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怀孕后担心影响学业，隐瞒不报继续操作放射源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以为只有孕晚期才需要注意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氡：天然照射里的头号风险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地下室、密闭房间，氡容易积聚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氡子体吸进肺，α 粒子伤支气管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氡是肺癌诱因之一，吸烟成倍放大风险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通风、封堵裂缝、地下抽气，持续监测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氡是土壤、岩石和建材中镭衰变产生的放射性气体，是天然照射中最大的一项（天然辐射源见第 085 课）。通风差的地下实验室、密闭房间，以及存放铀矿石等天然放射性样品的场所，氡浓度可能很高。氡本身吸入后大部分又被呼出，危险……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地下实验室长期门窗紧闭、关掉排风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含铀、钍矿石样品随意堆放在通风差的房间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守规程，风险就很低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按规程工作，辐射风险并不高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无证操作、擅自闯入，才真危险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懂防护、守规程，才最安全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把辐射工作和其他常见职业的风险比一比：按规程工作、受照剂量控制良好的辐射工作人员，风险很小，不高于许多常见职业。正常的辐射工作和规范的医学检查，不会出现确定性效应。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因为“风险低”就不戴剂量计、不守规程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因为害怕辐射而拒绝参加必要的培训和体检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受 X 射线、γ 射线照射时，人体细胞的 DNA 损伤主要来自：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射线直接击中 DNA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水分子辐射分解产生的自由基攻击 DNA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射线使人体发热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人体带上了放射性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判断：确定性效应超过阈值后，剂量越大，损伤越严重。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下列属于随机性效应的是：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皮肤红斑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白内障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辐射诱发的白血病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急性放射病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下列组织中，对辐射最敏感的是：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骨髓造血细胞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神经组织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肌肉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成人骨骼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088 · 辐射的生物效应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088 辐射的生物效应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判断：辐射防护采用线性无阈假设，所以只要剂量低于限值，就不需要再降低。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简答：地下实验室为什么要关注氡？怎样降低？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电离辐射打断分子化学键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直接作用与间接作用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DNA损伤：双链断裂最难修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修不好的三种结局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细胞存活曲线：一次击中与两次叠加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影响敏感性的因素：氧效应等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分裂越快，越怕辐射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两类效应：确定性与随机性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确定性效应：过阈值才出现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器官各有门槛：晶状体、皮肤、性腺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急性放射病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随机性效应：看概率，潜伏期长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线性无阈：防护上的谨慎假设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遗传效应与生育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胚胎和胎儿最敏感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氡：天然照射里的头号风险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守规程，风险就很低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