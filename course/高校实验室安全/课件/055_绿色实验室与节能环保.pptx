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气候变暖、臭氧层变薄、大气和水土污染等，是全球共同关注的环境问题。气候变暖影响每一个人；臭氧层像一把伞挡住太阳紫外线，变薄后到达地面的紫外线增强。</a:t>
            </a:r>
          </a:p>
          <a:p>
            <a:r>
              <a:t>应对这些问题的方向是可持续发展：既满足当代人的需要，又不损害后代人的发展。保护环境是我国的基本国策，一切单位和个人都有保护环境的义务。落到实验室，少领、少用多余试剂，少产生废物，就是为环境出一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风能、太阳能、水能等可再生能源，发电时不燃烧燃料，不排放废气和烟尘，属于清洁能源；以煤炭等化石能源为主的发电会排放二氧化碳和污染物。</a:t>
            </a:r>
          </a:p>
          <a:p>
            <a:r>
              <a:t>实验室是学校的用能大户，通风、空调、加热和大型仪器都耗电。节约每一度电，就是减少能源消耗和排放。实验室里随手关掉空转的设备，也是在保护环境。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绿色实验室的核心理念可以概括为“减量、替代、循环”，与固废法的减量化、资源化、无害化原则一致。</a:t>
            </a:r>
          </a:p>
          <a:p>
            <a:r>
              <a:t>减量：按需领用、按需配制，在保证实验效果的前提下采用小量化、微型化实验，少产生废物（见第 053 课）；剩余试剂在课题组或学校共享平台中共享，避免重复购买、过期报废。</a:t>
            </a:r>
          </a:p>
          <a:p>
            <a:r>
              <a:t>替代：在条件允许时，用低毒、低危害的试剂和溶剂替代高毒、高危害的。改变试剂或方法前，要做风险评估（见第 014 课），经导师和实验室负责人同意。</a:t>
            </a:r>
          </a:p>
          <a:p>
            <a:r>
              <a:t>循环：溶剂回收、器材再利用要安全可行并经批准，按规程进行。环保不是“把废物挥发掉、稀释后倒掉”：这些做法本身违规，危险废物照常分类收集交学校处置（见第 054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通风柜是实验室的耗电大户，不使用时及时把视窗拉下关好，既安全又节能（见第 052 课）。闲置的加热板、烘箱、电脑和显示器用完就关；空调温度按学校规定设置，开空调时关好门窗；下班前关灯、关水、关电，检查无误再离开。</a:t>
            </a:r>
          </a:p>
          <a:p>
            <a:r>
              <a:t>节能必须服从安全。正在使用的通风柜、实验室全面通风、储存化学品的冰箱、培养箱、需要持续运行的在线设备，按规程保持运行，不为省电随意断电。冰箱门随手关严，定期除霜清理，内部不过满（化学品冰箱见第 044 课）。节约用水，冷却水按规程使用。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空调、冰箱、冷柜靠制冷剂工作。部分旧型制冷剂属于消耗臭氧层物质，我国依据《消耗臭氧层物质管理条例》（以现行文本为准）按规定淘汰，新设备应选用符合国家要求的制冷剂。滤网、压缩机、冷凝器等是空调冰箱的正常部件。</a:t>
            </a:r>
          </a:p>
          <a:p>
            <a:r>
              <a:t>实验室的旧冰箱、空调、冷柜不能自行拆解或放出制冷剂，也不能当废品卖掉。报废时走学校资产报废流程，由学校交专业单位回收处理。存放过化学品或生物样品的冰箱，报废前还要清空、清洁，必要时消毒，并经实验室负责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活中也有危险物品。用完的家用废电池、过期药品、杀虫剂罐、废灯管、废油漆桶等，属于生活垃圾分类中的有害垃圾，不随手扔进其他垃圾桶，投进有害垃圾收集容器。具体分类和投放要求按所在城市的规定。</a:t>
            </a:r>
          </a:p>
          <a:p>
            <a:r>
              <a:t>生活垃圾分类和实验室废物分类是两套体系：实验室产生的废液、废试剂和沾染化学品的废物属于危险废物，按第 053、054 课的要求收集交学校处置，不投放到生活有害垃圾桶。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《中华人民共和国节约能源法》和《公共机构节能条例》（以现行文本为准）要求公共机构厉行节约、降低能耗；教育部等部门推动绿色学校创建（以现行文本为准），把节能环保纳入校园建设和教育。</a:t>
            </a:r>
          </a:p>
          <a:p>
            <a:r>
              <a:t>学校把实验室节能和废物管理纳入日常管理和检查。每一位实验室人员都可以从按需领用、试剂共享、随手关闭、分类收集做起，养成绿色习惯。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答案：D。解析：风能、太阳能、水能可再生，发电时不排放废气。</a:t>
            </a:r>
          </a:p>
          <a:p>
            <a:r>
              <a:t>第 2 题 答案：B。解析：节能必须服从安全；不用时关视窗，但正在使用的通风柜不能为省电关闭。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答案：B。解析：旧制冷设备可能含消耗臭氧层物质，不能自行拆解，交专业单位回收。</a:t>
            </a:r>
          </a:p>
          <a:p>
            <a:r>
              <a:t>第 4 题 答案：C。解析：减量、替代、循环；替代要先评估、经同意；危险废物照常交学校处置。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废电池、过期药品属于生活有害垃圾，投进有害垃圾桶，按所在城市规定；实验室废试剂属于危险废物，不能投生活垃圾桶，要分类收集交学校处置。解析：生活垃圾分类和实验室危险废物管理是两套体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绿色实验室与节能环保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第5章 化学品安全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4 分钟（卡通视频 48 镜）　适用对象：全体高校实验室人员和学生（通识必修）；实验室负责人、实验室安全员和设备管理人员重点学习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055 · 绿色实验室与节能环保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055 绿色实验室与节能环保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能说出气候变暖、臭氧层损耗、环境污染等全球环境问题和清洁能源常识，理解实验室节能环保的意义。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能说出绿色实验室“减量、替代、循环”的含义，做到按需领用、试剂共享，替代和回收先评估、经批准。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能做到随手关通风柜视窗、关闲置设备、下班关水电，同时坚持安全优先（正在用的通风柜和需持续运行的设备不为省电关闭）。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能判断含消耗臭氧层物质的旧制冷设备须交专业单位回收，生活有害垃圾分类投放，实验室危险废物不进生活垃圾。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055 · 绿色实验室与节能环保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055 绿色实验室与节能环保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《中华人民共和国环境保护法》（以现行文本为准）：保护环境是国家的基本国策，一切单位和个人都有保护环境的义务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《中华人民共和国节约能源法》（以现行文本为准）：公共机构应当厉行节约，降低能源消耗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《公共机构节能条例》（以现行文本为准）：公共机构（含公办学校）加强用能管理，合理设置空调温度，减少设备待机能耗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《消耗臭氧层物质管理条例》（以现行文本为准）：消耗臭氧层物质按国家规定淘汰，含此类物质的设备报废后交专业单位回收处理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《中华人民共和国固体废物污染环境防治法》（以现行文本为准）：减量化、资源化、无害化原则，生活垃圾分类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《绿色学校创建行动方案》（教育部、国家发展改革委，以现行文本为准）：开展绿色学校创建，培育绿色校园文化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号，以现行文本为准）：实验室废弃物管理与安全检查要求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8727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61607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1687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本校节能管理和实验室管理规定：空调温度、设备开关、试剂共享与溶剂回收以本校规定为准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055 · 绿色实验室与节能环保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关注全球环境问题，走可持续发展之路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055 绿色实验室与节能环保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气候变暖、臭氧层损耗、环境污染受全球关注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应对之道是可持续发展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实验室少用多余试剂，也是出一份力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气候变暖、臭氧层变薄、大气和水土污染等，是全球共同关注的环境问题。气候变暖影响每一个人；臭氧层像一把伞挡住太阳紫外线，变薄后到达地面的紫外线增强。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认为环境问题与实验室无关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只顾实验方便，大量领用试剂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055 · 绿色实验室与节能环保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风能、太阳能、水能是清洁能源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055 绿色实验室与节能环保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风能、太阳能、水能是清洁能源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可再生，发电时不排放废气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实验室每度电都来之不易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随手关掉空转的设备，就是环保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风能、太阳能、水能等可再生能源，发电时不燃烧燃料，不排放废气和烟尘，属于清洁能源；以煤炭等化石能源为主的发电会排放二氧化碳和污染物。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仪器做完实验不关，一直空转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认为节电只是为了省钱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055 · 绿色实验室与节能环保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绿色实验室：减量、替代、循环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055 绿色实验室与节能环保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减量：按需领用，能做小量的不做大量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剩余试剂共享，少买少废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替代：能用低毒的不用高毒的，先评估、经同意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循环：回收再用要经批准；危废照常交学校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绿色实验室的核心理念可以概括为“减量、替代、循环”，与固废法的减量化、资源化、无害化原则一致。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为“环保”把废溶剂敞口挥发或稀释后倒掉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未经评估自行更换试剂或方法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055 · 绿色实验室与节能环保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实验室节能：随手关，但安全优先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055 绿色实验室与节能环保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不用通风柜，随手关好视窗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闲置设备用完就关，下班关灯关水关电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冰箱、培养箱等按规程不断电，门随手关严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正在用的通风柜和通风，不为省电关闭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通风柜是实验室的耗电大户，不使用时及时把视窗拉下关好，既安全又节能（见第 052 课）。闲置的加热板、烘箱、电脑和显示器用完就关；空调温度按学校规定设置，开空调时关好门窗；下班前关灯、关水、关电，检查无误再离开。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为省电关掉正在使用的通风柜风机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下班不关加热设备和照明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055 · 绿色实验室与节能环保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淘汰消耗臭氧层物质，旧制冷设备交专业回收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055 绿色实验室与节能环保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部分旧制冷剂会消耗臭氧层，国家按规定淘汰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滤网、压缩机、冷凝器是正常部件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旧冰箱、空调不能自己拆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报废走学校流程，交专业单位回收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空调、冰箱、冷柜靠制冷剂工作。部分旧型制冷剂属于消耗臭氧层物质，我国依据《消耗臭氧层物质管理条例》（以现行文本为准）按规定淘汰，新设备应选用符合国家要求的制冷剂。滤网、压缩机、冷凝器等是空调冰箱的正常部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自己拆旧冰箱卖零件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存放过化学品的冰箱不清空就报废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055 · 绿色实验室与节能环保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生活有害垃圾，分类投放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055 绿色实验室与节能环保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废电池、过期药、杀虫剂罐是生活有害垃圾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废灯管、废油漆桶等也属有害垃圾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投进有害垃圾桶，按所在城市规定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实验室危险废物不投生活垃圾桶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生活中也有危险物品。用完的家用废电池、过期药品、杀虫剂罐、废灯管、废油漆桶等，属于生活垃圾分类中的有害垃圾，不随手扔进其他垃圾桶，投进有害垃圾收集容器。具体分类和投放要求按所在城市的规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家用废电池、废灯管混进其他垃圾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把实验室废试剂瓶投进生活有害垃圾桶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055 · 绿色实验室与节能环保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建设绿色校园，人人参与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055 绿色实验室与节能环保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国家要求公共机构节能，开展绿色学校创建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实验室节能环保纳入学校管理和检查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绿色实验室，从每个人做起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《中华人民共和国节约能源法》和《公共机构节能条例》（以现行文本为准）要求公共机构厉行节约、降低能耗；教育部等部门推动绿色学校创建（以现行文本为准），把节能环保纳入校园建设和教育。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认为节能只是后勤部门的事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只在检查时才注意关灯关设备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055 · 绿色实验室与节能环保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055 绿色实验室与节能环保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下列属于清洁能源的是：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风能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太阳能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水能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以上都是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判断：为了节电，做实验时可以把通风柜的风机关掉。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055 · 绿色实验室与节能环保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055 绿色实验室与节能环保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实验室一台旧冰箱要报废，正确做法是：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自己拆了卖零件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清空清洁后走学校报废流程，交专业单位回收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放到楼道里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放出制冷剂再扔掉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关于“绿色实验室”，下列做法正确的是：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把废溶剂敞口放着挥发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一次多领试剂，省得跑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按需领用，剩余试剂共享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自行换用新溶剂，不告诉导师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055 · 绿色实验室与节能环保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055 绿色实验室与节能环保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简答：家里用完的废电池、过期药品应怎么处理？实验室的废试剂能否一起投放？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K1  关注全球环境问题，走可持续发展之路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K2  风能、太阳能、水能是清洁能源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S1  绿色实验室：减量、替代、循环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S2  实验室节能：随手关，但安全优先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K3  淘汰消耗臭氧层物质，旧制冷设备交专业回收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K4  生活有害垃圾，分类投放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S3  建设绿色校园，人人参与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