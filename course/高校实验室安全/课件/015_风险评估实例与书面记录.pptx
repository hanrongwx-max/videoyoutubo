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浓硝酸既是强酸又是强氧化剂，危害很大。但用一滴时容易控制，即使沾到皮肤也能立即用大量清水冲洗；一大摊洒在腿上，伤害就严重得多。用多少、怎么用，决定了风险高低。</a:t>
            </a:r>
          </a:p>
          <a:p>
            <a:r>
              <a:t>同一瓶浓酸，密封存放在酸柜里时危害高、风险低；在敞开的台面上倒酸又不戴面罩，风险就陡然升高。危害本身没有变，变的是用量和暴露方式。所以降低风险的首选办法之一，就是减少用量、减少暴露（第 018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乙醚易挥发，蒸气不能随意吸入，而且极易燃。在敞开的实验台面上使用，人员吸入蒸气的可能性很大，蒸气还可能扩散到远处遇火源；放进通风柜内使用，吸入的可能性大大降低。</a:t>
            </a:r>
          </a:p>
          <a:p>
            <a:r>
              <a:t>同样的物质、同样的用量，使用场所不同，风险完全不同。评估时要写明在什么地方操作，并检查通风柜是否正常运行（第 052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用生活中的例子理解危害和风险：雷电是人人知道的危害，但晴天被雷击的风险非常低；雷雨天风险升高，待在室内就能大大降低风险；在户外则要远离大树、旗杆等高耸物体。</a:t>
            </a:r>
          </a:p>
          <a:p>
            <a:r>
              <a:t>实验室里是同样的道理：危害一直存在，但在不同条件下风险不同；做好基本防护（护目镜、实验服、手套，规范操作），就能明显降低受伤的风险。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估：把强酸溶液倒进滴定管，如果滴定管架得很高、举过头顶往上倒，最容易洒落，酸液可能落到脸上和眼睛里。严重程度按酸的浓度为中或高；可能性取决于用什么器皿倒、手稳不稳。两者合起来是中到高风险，需要改进做法。</a:t>
            </a:r>
          </a:p>
          <a:p>
            <a:r>
              <a:t>降低风险：把滴定管取下或降到低于视线的高度，插上小漏斗，用小烧杯缓慢加液，洒落的可能性就小了；再戴好护目镜和手套，减少暴露。这样风险就降到了较低水平。加液后取下漏斗再读数（滴定操作见第 166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评估：浓硫酸会严重腐蚀皮肤和眼睛，严重程度高；可能性为中，总体是中到高风险。控制措施包括佩戴护目镜（必要时面罩）和耐酸手套，在合适的场所操作，减少暴露。</a:t>
            </a:r>
          </a:p>
          <a:p>
            <a:r>
              <a:t>但评估到这里还漏了一个危害：浓硫酸遇水会放出大量的热，如果把水倒进浓酸里，局部剧烈放热会导致酸液沸腾飞溅。正确做法是把浓酸沿玻璃棒或器壁慢慢加入水中，边加边搅拌。这个例子说明：评估完成后要回头再查一遍，看看有没有漏掉的危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说起来容易，做起来难，主要有三个难点。一是严重程度难判断：危害容易认出来，但后果有多严重，需要读懂毒性数据、职业接触限值和闪点等信息，往往要靠知识和经验判断。二是可能性取决于操作者的经验：刚进大学时几乎没有操作经验，毕业时已相当熟练，同一操作的出错可能性大不一样。三是多大风险可以接受：一般要降到低风险，但不同人判断不同，采取的措施也就不同。</a:t>
            </a:r>
          </a:p>
          <a:p>
            <a:r>
              <a:t>因此评估不能只靠个人，应由导师、安全员和操作者共同讨论，参照本实验室已有的评估记录和本校要求，请有经验的人把关。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阅读安全技术说明书的目的，是在实验前评估风险。要查清每种试剂的危害、不相容物（如氧化剂与还原剂、酸与氰化物等不能接触的物质）、储存和防护要求，避免不相容物在储存和操作中碰在一起。</a:t>
            </a:r>
          </a:p>
          <a:p>
            <a:r>
              <a:t>以回流反应为例，动手前要查清：每种试剂有什么危害；反应会不会剧烈放热、放出气体；所用溶剂是否易燃、需要什么加热方式；应采取哪些防护和应急措施。想清楚、写下来，再动手。说明书各部分的读法见第 5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使用危险化学品，特别是会剧烈反应的物质之前，要先做危害分析，并请懂行的人（导师、安全员、有经验的同事）一起参与。分析的问题包括：可能怎样着火或爆炸，后果有多严重。</a:t>
            </a:r>
          </a:p>
          <a:p>
            <a:r>
              <a:t>分析时要综合考虑：物质本身的性质；用量和与人、与其他物质的距离；房间条件（通风、火源、空间、应急设施）；人的因素（经验、疲劳、是否单独操作）；以及以往同类事故的教训（第 013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表一般包括：作业或实验步骤、危害、可能的后果和受影响的人、现有措施下的风险等级、需增加的控制措施、采取措施后的残余风险等级、落实负责人和完成时间、应急处置措施，以及评估人、审核人签字和日期（格式以本校规定为准）。</a:t>
            </a:r>
          </a:p>
          <a:p>
            <a:r>
              <a:t>以高处作业为例：没有护栏有坠落危险，只做了培训，仍是高风险；加装护栏后坠落的可能性降下来，变为低风险。最后写明由谁负责落实。确定措施时按控制层级优先选择替代和工程控制，再用管理措施和个人防护（第 017 课）。以用电为例，评估后要修复损坏的设备、做好绝缘、装上保护装置，记录下来并培训到人，定期复查，发生事故或更换设备时也要复查。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风险评估不能只在脑子里，必须形成书面记录，签名并写明日期，并与操作规程、培训记录相衔接：评估中确定的措施要写进规程，并培训到每个操作者。</a:t>
            </a:r>
          </a:p>
          <a:p>
            <a:r>
              <a:t>评估表由实验室负责人审核；高风险实验按本校规定报学院审批，必要时报学校。评估结果要讲给每个参与实验的人，签字确认已知晓；锁在抽屉里没人看的评估等于白做。评估记录要妥善保存，供检查和复查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风险评估要团队参与：导师和负责人把关，做实验的人必须参与评估过程，对不清楚的地方当场提出，看懂了、确认措施能做到位，再签字确认。</a:t>
            </a:r>
          </a:p>
          <a:p>
            <a:r>
              <a:t>评估还要定期复查。每次实验结束后不妨回头想一想：上一次实验漏掉了什么危险？出现过什么险情或未遂事件？把发现的问题补进评估和规程。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照文献或别人的实验报告复现实验，不能直接照做：别人的实验室条件、设备、用量和人员经验可能与本室不同。动手前要先做风险评估，看本实验室的设施、设备、防护和人员能力是否满足要求，经导师和实验室负责人同意后再开展。</a:t>
            </a:r>
          </a:p>
          <a:p>
            <a:r>
              <a:t>涉及高致病性病原微生物等的实验活动，须按《病原微生物实验室生物安全管理条例》（以现行文本为准）在相应级别的实验室开展并经批准（第 6 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础课程的教学实验大多已经由教师设计好、评估过，风险已降到较低水平。进入科研阶段后，新实验、新方法由自己设计，评估风险就成了自己的责任（在导师指导下）。从现在起，每做一个实验都试着想一想危害、风险和措施，练好这项本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答案：B。解析：浓酸遇水大量放热，水倒入酸中会沸腾飞溅。</a:t>
            </a:r>
          </a:p>
          <a:p>
            <a:r>
              <a:t>第 2 题 答案：B。解析：降低高度、用合适器皿减少洒落可能，佩戴防护减少暴露。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答案：B。解析：危害相同，但暴露方式不同，风险差别很大。</a:t>
            </a:r>
          </a:p>
          <a:p>
            <a:r>
              <a:t>第 4 题 答案：D。解析：锁在抽屉里没人看的评估等于白做，结果要人人知晓。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答案：严重程度难判断；可能性取决于经验；多大风险可接受各人判断不同。解析：所以要多人讨论、请有经验的人把关。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风险评估实例与书面记录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62 镜）　适用对象：全体进入高校实验室的本科生、研究生和教职工（必修）；开展新实验的研究生、导师和实验室安全员重点学习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能用实例说明用量、暴露方式和场所怎样决定风险高低。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能对“往滴定管里倒强酸”“稀释浓硫酸”做简单的风险评估，并提出降低风险的做法。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能说出评估的三个难点，以及用安全技术说明书和危害分析做实验前评估的要点。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能做到：填写风险评估表，经审核审批后让每个参与者知晓并签字，定期复查。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《中华人民共和国安全生产法》（以现行文本为准）：安全风险评估、管控措施和告知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号，以现行文本为准）：实验项目风险评估、危险性实验审批与记录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16483-2008（以现行文本为准）《化学品安全技术说明书 内容和项目顺序》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45001-2020（以现行文本为准）《职业健康安全管理体系 要求及使用指南》：风险评价与工作人员参与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《病原微生物实验室生物安全管理条例》（以现行文本为准）：高致病性病原微生物实验活动审批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本校实验室安全风险评估表与危险性实验审批规定（以本校规定为准）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用量和暴露方式决定风险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浓硝酸既是强酸，又是强氧化剂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一滴好控制，沾到皮肤能马上冲掉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一大摊洒在腿上，伤害就严重得多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危害没变，变的是用量和暴露方式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浓硝酸既是强酸又是强氧化剂，危害很大。但用一滴时容易控制，即使沾到皮肤也能立即用大量清水冲洗；一大摊洒在腿上，伤害就严重得多。用多少、怎么用，决定了风险高低。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一次取用远超实验需要的量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认为“这瓶酸一直放着没事”，倒酸时也不加防护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场所决定风险：乙醚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乙醚蒸气不能随便吸入，而且极易燃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在敞开台面上用，吸入风险大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放进通风柜，吸入的可能大大降低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在哪儿用，决定了风险高低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乙醚易挥发，蒸气不能随意吸入，而且极易燃。在敞开的实验台面上使用，人员吸入蒸气的可能性很大，蒸气还可能扩散到远处遇火源；放进通风柜内使用，吸入的可能性大大降低。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在敞开台面上倾倒、蒸发易挥发溶剂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生活里的例子：雷电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雷电是已知的危害，晴天被雷击风险很低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雷雨天待在室内就能降低风险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在户外要远离大树、旗杆等高处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实验室同理：做好基本防护就能降风险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用生活中的例子理解危害和风险：雷电是人人知道的危害，但晴天被雷击的风险非常低；雷雨天风险升高，待在室内就能大大降低风险；在户外则要远离大树、旗杆等高耸物体。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认为危害存在就一定会受伤，或者危害看不见就不会受伤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案例一：往滴定管里倒强酸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把滴定管举过头顶往上倒，最容易洒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严重程度按浓度为中或高，可能性看器皿和手稳不稳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合起来是中到高风险，要改进做法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滴定管放低、用漏斗和小烧杯加液，戴护目镜手套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评估：把强酸溶液倒进滴定管，如果滴定管架得很高、举过头顶往上倒，最容易洒落，酸液可能落到脸上和眼睛里。严重程度按酸的浓度为中或高；可能性取决于用什么器皿倒、手稳不稳。两者合起来是中到高风险，需要改进做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把滴定管举过头顶或站在凳子上加液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直接用大试剂瓶往滴定管里倒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案例二：稀释浓硫酸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浓硫酸腐蚀皮肤和眼睛，严重程度高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可能性为中，总体中到高风险，戴护目镜和耐酸手套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别漏了放热危害：浓酸遇水大量放热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应把酸慢慢加入水中，边加边搅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评估：浓硫酸会严重腐蚀皮肤和眼睛，严重程度高；可能性为中，总体是中到高风险。控制措施包括佩戴护目镜（必要时面罩）和耐酸手套，在合适的场所操作，减少暴露。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把水倒进浓硫酸里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只评估腐蚀性，漏掉放热危害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评估的三个难点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难点一：严重程度难判断，要懂毒性、接触限值和闪点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难点二：可能性取决于你的经验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难点三：多大风险可接受，各人判断不同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多人讨论，请有经验的人把关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说起来容易，做起来难，主要有三个难点。一是严重程度难判断：危害容易认出来，但后果有多严重，需要读懂毒性数据、职业接触限值和闪点等信息，往往要靠知识和经验判断。二是可能性取决于操作者的经验：刚进大学时几乎没有操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新手按老手的熟练程度估计可能性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看不懂说明书上的数据就跳过不评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用说明书做实验前评估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看说明书，是为了实验前评估风险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查清不相容物，别让它们碰在一起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查清会不会剧烈放热、放气，溶剂易燃吗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想好防护和应急措施，再动手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阅读安全技术说明书的目的，是在实验前评估风险。要查清每种试剂的危害、不相容物（如氧化剂与还原剂、酸与氰化物等不能接触的物质）、储存和防护要求，避免不相容物在储存和操作中碰在一起。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只读主要试剂的说明书，忽略溶剂和副产物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不查不相容物，把试剂混放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危险化学品先做危害分析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会剧烈反应的危险化学品，用之前先做危害分析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请懂行的人一起分析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可能怎么着火爆炸，后果多严重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看物质性质、用量和距离、房间条件、人的因素和事故教训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使用危险化学品，特别是会剧烈反应的物质之前，要先做危害分析，并请懂行的人（导师、安全员、有经验的同事）一起参与。分析的问题包括：可能怎样着火或爆炸，后果有多严重。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一个人凭感觉分析高危实验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只看物质性质，不看用量和房间条件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填写风险评估表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评估表各栏要填清楚：危害、后果、风险、措施、负责人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只靠培训，风险可能仍然很高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加装硬措施后可能性降低，变成低风险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写明谁落实、何时完成，出事怎么处理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表一般包括：作业或实验步骤、危害、可能的后果和受影响的人、现有措施下的风险等级、需增加的控制措施、采取措施后的残余风险等级、落实负责人和完成时间、应急处置措施，以及评估人、审核人签字和日期（格式以本校规定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措施栏只写“注意安全”“加强培训”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没有写明落实人和完成时间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评估要成文、审批、人人知晓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没写下来的评估，等于没评估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签名、写日期，和规程、培训记录挂钩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负责人审核，高风险报学院审批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结果讲给每个参与的人，签字确认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风险评估不能只在脑子里，必须形成书面记录，签名并写明日期，并与操作规程、培训记录相衔接：评估中确定的措施要写进规程，并培训到每个操作者。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评估表锁在抽屉里，操作者从没看过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事后补填评估表应付检查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人人参与，回头查漏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评估不是老师一个人的事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做实验的人要参与，有疑问当场问清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看懂了、做到位，再签字确认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回头想想：上次实验漏掉了什么危险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风险评估要团队参与：导师和负责人把关，做实验的人必须参与评估过程，对不清楚的地方当场提出，看懂了、确认措施能做到位，再签字确认。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不看内容直接签字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评估做完从不复查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复现别人的实验也要先评估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照别人的报告复现实验，也要先评估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看本实验室条件够不够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导师和负责人同意后再做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涉及高致病性病原微生物的须经批准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照文献或别人的实验报告复现实验，不能直接照做：别人的实验室条件、设备、用量和人员经验可能与本室不同。动手前要先做风险评估，看本实验室的设施、设备、防护和人员能力是否满足要求，经导师和实验室负责人同意后再开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认为“文献里别人做过”就不用评估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评估风险是你将来的责任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课程实验大多已由教师评估和设计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将来做科研，评估风险就是你的责任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从现在起练好这项本领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基础课程的教学实验大多已经由教师设计好、评估过，风险已降到较低水平。进入科研阶段后，新实验、新方法由自己设计，评估风险就成了自己的责任（在导师指导下）。从现在起，每做一个实验都试着想一想危害、风险和措施，练好这项本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认为风险评估只是老师和管理部门的事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稀释浓硫酸的正确做法是：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把水快速倒入浓硫酸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把浓硫酸沿玻璃棒慢慢加入水中，边加边搅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把两者同时倒入烧杯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先加热浓硫酸再加水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往滴定管里加强酸，下列做法最能降低风险的是：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把滴定管举过头顶直接用试剂瓶倒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把滴定管放低，用漏斗和小烧杯缓慢加液，戴护目镜和手套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站在凳子上加液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加快速度，缩短时间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判断：同一瓶浓酸，密封在酸柜里和在敞开台面上倾倒，危害和风险都相同。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关于书面风险评估，下列说法错误的是：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要签名、写日期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高风险实验按规定报学院审批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评估结果讲给每个参与者并签字确认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评估表交给导师保存即可，操作者不必看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简答：风险评估的三个难点是什么？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用量和暴露方式决定风险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场所决定风险：乙醚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生活里的例子：雷电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案例一：往滴定管里倒强酸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案例二：稀释浓硫酸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评估的三个难点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用说明书做实验前评估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危险化学品先做危害分析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填写风险评估表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评估要成文、审批、人人知晓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人人参与，回头查漏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复现别人的实验也要先评估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评估风险是你将来的责任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