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植物封闭，是把植物或种质材料放在封闭温室、植物生长室等设施里，与外界环境隔开；在确认它不带病原、害虫，不存在转基因材料扩散风险（或已经依法获得批准）之前，不得移出设施。</a:t>
            </a:r>
          </a:p>
          <a:p>
            <a:r>
              <a:t>封闭有两层：一层保护在里面工作的人（个人防护装备等），一层保护外面的环境（温室结构、防虫网、负压和废水处理等）。两层一起，才能把风险关在里面。</a:t>
            </a:r>
          </a:p>
          <a:p>
            <a:r>
              <a:t>封闭既是科学研究的需要（保证试验结果可靠、不被外界干扰），也是法律的要求。国内依据《中华人民共和国生物安全法》、《农业转基因生物安全管理条例》和植物检疫法规（均以现行文本为准）管理。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原因一：从外地或国外引进的种子、苗木和其他植物材料，可能带着原产地的病菌和害虫。它们一旦传进本地，没有天敌或本地作物缺乏抗性，就可能大面积危害庄稼，造成严重损失。</a:t>
            </a:r>
          </a:p>
          <a:p>
            <a:r>
              <a:t>原因二：转基因植物不能从实验室直接种到田里。按《农业转基因生物安全管理条例》（以现行文本为准），转基因植物要先在封闭设施里研究，经安全评价、按阶段报告或审批后才能进入环境（分阶段管理和审批见第 081 课）。</a:t>
            </a:r>
          </a:p>
          <a:p>
            <a:r>
              <a:t>转基因植物的风险主要有：转基因随花粉或种子外逃，进入本地品种；抗虫等性状影响传粉昆虫等非目标生物，扰乱本地生态；材料被恶意利用（见第 083 课）；消费者和市场拒收带来经济影响。所以监管严格。封闭防止外逃，既保护环境和农户，也保护研究者的成果。转基因植物研究要严格遵守国家专门的管理规定。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封闭的情形有五种：转基因植物；引进的植物材料（检疫观察期间）；离体培养的植物（组培苗）；控制育种试验；用病原或害虫做的抗性挑战试验。可见封闭不只为了转基因，后几种情形同样要防外来花粉进入、防病虫外逃。</a:t>
            </a:r>
          </a:p>
          <a:p>
            <a:r>
              <a:t>封闭的代价很高：要专门的设施和设备、专职的人手和持续的培训。所以要按需采用：本地常规品种、未做任何改造的材料，一般不需要封闭；新品种、引进品种、转基因材料等才需要。</a:t>
            </a:r>
          </a:p>
          <a:p>
            <a:r>
              <a:t>封闭到什么程度，由风险评估确定（风险评估方法见第 067 课），涉及转基因的按本校生物安全委员会的审查意见执行。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植物生长室（人工气候室）是一个个独立的封闭小间，每间单独控制温度、湿度、光照，并带运行监测；按设计保持相对负压，空气向内流，花粉和小虫不容易跑出去（封闭和定向气流原理见第 062 课）。</a:t>
            </a:r>
          </a:p>
          <a:p>
            <a:r>
              <a:t>封闭温室的种植区占地并不大，但为它服务的空调、空气过滤、废水处理等辅助设施往往比温室本身大两三倍。辅助设备还包括加湿、照明和灌溉系统。</a:t>
            </a:r>
          </a:p>
          <a:p>
            <a:r>
              <a:t>封闭设施里不手工撒施肥料，而是由电脑控制，按设定的时间和用量把水和肥料泵进花盆，减少人员进出和溅洒。排出的水先经处理，再按规定排放，不直接排进沟渠。设施的运行和维护由专人负责，发现异常及时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虫网、门帘（风幕）和缓冲间是封闭温室挡住病虫进出的屏障。网上破一个小洞、门帘没放下，小虫就能钻进钻出。要定期巡查防虫网、门帘、门窗密封条，填写巡查记录，发现破损马上报告并修补；进出随手关门，不同时打开两道门。</a:t>
            </a:r>
          </a:p>
          <a:p>
            <a:r>
              <a:t>离开隔离区或封闭温室时，鞋底、衣服、头发上可能沾着虫卵、病菌和种子。要在缓冲间换鞋、脱下专用工作服挂好，检查身上，洗手后再离开；工作服不穿出温室。</a:t>
            </a:r>
          </a:p>
          <a:p>
            <a:r>
              <a:t>植株、种子、土壤、基质等材料，没经过规定的处理（如灭活）不得带出门。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花粉外逃是植物封闭的重点风险。试验材料的花粉飘到附近的本地品种上，会结出混有试验性状（如转基因）的杂交后代，污染本地品种，影响农户的收成和销路，还可能引起纠纷和法律责任。</a:t>
            </a:r>
          </a:p>
          <a:p>
            <a:r>
              <a:t>防花粉外逃的措施：与同种或能杂交的植物留足隔离距离；错开花期，让试验材料和周围作物不同时开花；加纱网，开花时给花序套袋，必要时人工去雄；更好的办法是选用不产生花粉的不育品系，从源头上不让花粉出去。具体措施按风险评估和审批要求落实。</a:t>
            </a:r>
          </a:p>
          <a:p>
            <a:r>
              <a:t>验证措施是否有效：在设施四周种“哨兵植物”，定期收它们的种子检测，看试验性状有没有外逃；测不出来，说明设施封得住；测出来要立即报告。转基因植物的种子要装袋、标识、登记清楚。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在无菌条件下离体培养出来的组培苗比较娇弱，从来没有接触过田间的病菌和害虫，直接下田容易感病，还可能把组培过程中的问题带到田里。</a:t>
            </a:r>
          </a:p>
          <a:p>
            <a:r>
              <a:t>所以组培苗要先在封闭温室里炼苗、过渡，观察生长和健康状况，再按计划移栽到田间。</a:t>
            </a:r>
          </a:p>
          <a:p>
            <a:r>
              <a:t>同一个品种（尤其是遗传上完全一样的克隆苗）大面积种植时，一旦有一株感病，病害就可能成片蔓延，还会传给周围农户的作物。所以下田前要先确认它的抗性和健康状况，不连累邻居。转基因组培苗的移出按第 081 课的审批要求执行。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控制育种是用两个纯合亲本杂交，得到性状整齐的杂交种。外来花粉一旦混进来，就会产生不确定的杂交后代，种子不整齐。所以控制育种要在封闭条件下进行，这也是杂交种成本较高的原因之一。</a:t>
            </a:r>
          </a:p>
          <a:p>
            <a:r>
              <a:t>挑战试验（抗性鉴定）是在封闭设施里让品种接触病原或害虫，筛选出抗病、抗虫的材料。试验用的病原和害虫按本校规定审批和管理，只在指定的封闭设施里使用。</a:t>
            </a:r>
          </a:p>
          <a:p>
            <a:r>
              <a:t>病原和害虫绝不能带出设施：一旦外逃，会扩散到本地庄稼，造成危害。试验结束后，接种过的植株、土壤和器具按规定灭活后处置，设施清洁消毒后再用（消毒灭菌见第 076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国外或外地引进种子、苗木、其他繁殖材料以及含活微生物的肥料等，依法要办理检疫：从境外引进按《中华人民共和国进出境动植物检疫法》和引种检疫审批规定办理，国内调运按《植物检疫条例》办理（均以现行文本为准）。引进前先报告实验室负责人，由学校主管部门统一办理。</a:t>
            </a:r>
          </a:p>
          <a:p>
            <a:r>
              <a:t>检疫防范的风险包括：外来物种入侵本地生态；外来病虫害；外来花粉混入导致减产。有的病原要过一段时间才显出症状，所以引进材料到货后，要在指定的隔离区（隔离圃、封闭温室）种植观察一段时间，并做检测；检出带病虫的，依法限制引进或除害、销毁处理。</a:t>
            </a:r>
          </a:p>
          <a:p>
            <a:r>
              <a:t>出差、旅行、访学、野外实习时，不私自采集、携带、邮寄种子和活体植物；从境外入境时，属于禁止携带的物品要主动申报或放弃（野外实习与外出采样见第 154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导入了新基因的植物，从转化的愈伤组织、组培苗到植株、种子、花粉，都按转基因材料管理，只在经过批准的指定场所（实验室、封闭温室）培养。</a:t>
            </a:r>
          </a:p>
          <a:p>
            <a:r>
              <a:t>转基因植物材料不带出实验室，不带回宿舍或家里，不送人，不随意种到校园或田里；种子装袋、标识清楚，数量和去向登记在册，专人保管。</a:t>
            </a:r>
          </a:p>
          <a:p>
            <a:r>
              <a:t>废弃的转基因植株、种子、土壤和培养基，先灭活（如高压灭菌）再按规定处置，并做记录；不能随手扔进普通垃圾或倒在室外。灭活和废物处置见第 076、077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转基因植物等材料的田间试验，只能在依法批准后、在批准的地点和规模内进行（分阶段审批见第 081 课）。</a:t>
            </a:r>
          </a:p>
          <a:p>
            <a:r>
              <a:t>试验地要设隔离：隔离距离、隔离带、围栏和标识，按批准的要求落实，防止花粉、种子和植株残体扩散出去，防止无关人员进入和动物取食。</a:t>
            </a:r>
          </a:p>
          <a:p>
            <a:r>
              <a:t>试验结束后，收获物和残留的植株、种子按规定处理，不留在田里自生自长；之后的季节还要继续监测有没有自生苗，做好记录，按要求报告。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封闭温室和植物生长室为了防病虫外逃，通风受限，施用农药后药雾和挥发物不容易散去，人员吸入和皮肤接触的风险比露天更高。</a:t>
            </a:r>
          </a:p>
          <a:p>
            <a:r>
              <a:t>施药前读农药标签和安全技术说明书，按要求戴好防护手套、护目镜、防护服和合适的呼吸防护用品（呼吸防护见第 025 课）；按标签规定的用量和方法施药，不超量。施药由经过培训的人员进行，其他人离开。</a:t>
            </a:r>
          </a:p>
          <a:p>
            <a:r>
              <a:t>施药后在门口挂警示牌，写明施药时间；过了标签规定的间隔期再进入。剩余农药和包装按规定处理，不倒进温室排水。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台风、冰雹等自然灾害打碎温室玻璃，防虫网大面积破损，停电导致负压和过滤失效，或发现转基因材料、病虫外逃，都属于封闭被突破。</a:t>
            </a:r>
          </a:p>
          <a:p>
            <a:r>
              <a:t>发生时先控制现场：关闭能关的门，拉警戒线，人员不随意进出，不把材料往外搬。立即报告实验室负责人，再逐级报学院和学校主管部门；涉及转基因材料或检疫性病虫的，由学校按规定报告主管部门。</a:t>
            </a:r>
          </a:p>
          <a:p>
            <a:r>
              <a:t>按主管部门和本校要求，收集设施周围一定范围内的植物并去污处理，加强监测。如实记录经过和处置；设施修复后经检查合格才能重新使用。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答案：B。解析：引种依法检疫，不私带种苗；到货后在指定隔离区种植观察、检测。</a:t>
            </a:r>
          </a:p>
          <a:p>
            <a:r>
              <a:t>第 2 题 答案：B。解析：转基因、引进材料、组培苗、控制育种、挑战试验五种情形都需要封闭。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答案：B。解析：再配合哨兵植物监测，验证设施是否封得住。</a:t>
            </a:r>
          </a:p>
          <a:p>
            <a:r>
              <a:t>第 4 题 答案：B。解析：离开时换鞋、脱工作服、检查身上，植株土壤不经处理不带出门。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答案：控制现场、人员不随意进出；立即报告实验室负责人，逐级报学院和学校主管部门；按要求收集周围植物去污、加强监测；如实记录，修复检查合格后再用。解析：封闭被突破，立即报告、清理去污。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植物生物安全：封闭温室与检疫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70 镜）　适用对象：在封闭温室、植物生长室、组培室和试验田开展研究的农学、植物科学、园艺、植保、林学、生命科学等专业本科生、研究生和教职工（必修）；引进种质、做转基因植物和抗性鉴定的课题组重点学习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能说出植物封闭的含义和两大原因（引进材料带病虫、转基因植物获批前须封闭），以及需要封闭的五种情形。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能做到在封闭温室和植物生长室按规定工作：防虫网门帘完好、出门换鞋脱衣不带病虫，防花粉外逃（隔离、错花期、套袋、不育品系、哨兵植物）。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能做到引种依法检疫、不私带种苗，转基因植物材料不外带、不乱扔、灭活后处置，田间试验设隔离并持续监测。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能判断封闭被突破等异常情况，控制现场、立即逐级报告；封闭温室施药前做好个人防护。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《中华人民共和国生物安全法》：生物技术研究开发安全管理、防范外来物种入侵、生物安全事件报告（具体要求以现行文本为准）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《农业转基因生物安全管理条例》（以现行文本为准）：农业转基因生物分级管理、安全评价，研究与试验分阶段报告或审批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《中华人民共和国进出境动植物检疫法》（以现行文本为准）：进境植物、植物产品和其他检疫物依法检疫，禁止携带、邮寄的物品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《植物检疫条例》（以现行文本为准）：国内植物检疫对象、调运检疫和从国外引进种子苗木的检疫审批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《农药管理条例》（以现行文本为准）：按标签要求使用农药，安全间隔期和个人防护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单位生物安全委员会对转基因植物和封闭设施的审查规定（以本校规定为准；原《基因工程安全管理办法》已废止，不作依据）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植物封闭：关在设施里，确认安全才移出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植物封闭，就是把植物关在设施里与外界隔开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确认没有病虫、没有转基因风险，才能移出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封闭既是科学需要，也是法律要求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植物封闭，是把植物或种质材料放在封闭温室、植物生长室等设施里，与外界环境隔开；在确认它不带病原、害虫，不存在转基因材料扩散风险（或已经依法获得批准）之前，不得移出设施。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认为温室只是“种花的地方”，可以随意进出、随手带走植株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试验没结束、没确认安全就把植物移到露天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为什么封闭：病虫和转基因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引进的种苗可能带来外地病菌和害虫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传进本地会危害庄稼，造成经济损失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转基因植物不能从实验室直接下田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还要防基因外逃、伤害传粉昆虫和被恶意利用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封闭保护环境，也保护研究成果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原因一：从外地或国外引进的种子、苗木和其他植物材料，可能带着原产地的病菌和害虫。它们一旦传进本地，没有天敌或本地作物缺乏抗性，就可能大面积危害庄稼，造成严重损失。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认为只有转基因植物才有生物安全问题，引进的普通种苗不用管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认为封闭只是“保护别人”，与自己的研究无关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需要封闭的五种情形，按需采用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五种情形：转基因、引进材料、组培苗、控制育种、挑战试验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封闭不只为了转基因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封闭要设施、人手和培训，代价不小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本地常规品种不用封，新的、引进的才封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封到什么程度，按风险评估确定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需要封闭的情形有五种：转基因植物；引进的植物材料（检疫观察期间）；离体培养的植物（组培苗）；控制育种试验；用病原或害虫做的抗性挑战试验。可见封闭不只为了转基因，后几种情形同样要防外来花粉进入、防病虫外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认为所有植物都要在封闭温室里种，或反过来认为只有转基因才封闭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不做风险评估，凭经验决定封闭措施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封闭温室与植物生长室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植物生长室各自独立，带运行监测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保持负压，花粉跑不出去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空调、过滤、废水处理设备比温室还大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水肥由电脑控制，定时定量泵入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排出的水先处理，再按规定排放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植物生长室（人工气候室）是一个个独立的封闭小间，每间单独控制温度、湿度、光照，并带运行监测；按设计保持相对负压，空气向内流，花粉和小虫不容易跑出去（封闭和定向气流原理见第 062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为了方便长时间敞开生长室门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把温室排水直接接到室外沟渠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防虫网门帘常巡查，出门不带病虫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防虫网、门帘是挡病虫的屏障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破个小洞，害虫就能进出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定期巡查，发现破损马上修补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离开时换鞋、脱工作服，检查身上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植株、土壤不经处理，不带出门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虫网、门帘（风幕）和缓冲间是封闭温室挡住病虫进出的屏障。网上破一个小洞、门帘没放下，小虫就能钻进钻出。要定期巡查防虫网、门帘、门窗密封条，填写巡查记录，发现破损马上报告并修补；进出随手关门，不同时打开两道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看见防虫网有小洞，觉得“问题不大”不报告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穿着温室工作服直接去食堂或另一个温室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防花粉外逃：隔离、错花期、不育、哨兵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花粉外逃会和本地品种杂交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混进本地品种，影响农户收成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留隔离距离，错开花期，加纱网，套袋去雄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更好的办法：用不产花粉的不育品系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种哨兵植物，收种子检测有没有外逃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花粉外逃是植物封闭的重点风险。试验材料的花粉飘到附近的本地品种上，会结出混有试验性状（如转基因）的杂交后代，污染本地品种，影响农户的收成和销路，还可能引起纠纷和法律责任。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开花期打开温室通风窗或拆掉纱网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只设隔离措施，不做监测验证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组培苗：先在温室过渡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组培苗娇弱，没见过田间病虫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封闭温室是下田前的过渡站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同一品种成片种，一病就是一大片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先确认抗性，别连累邻居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在无菌条件下离体培养出来的组培苗比较娇弱，从来没有接触过田间的病菌和害虫，直接下田容易感病，还可能把组培过程中的问题带到田里。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组培苗出瓶后直接种到露天试验田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认为无菌培养的苗一定不带病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控制育种和挑战试验：都在封闭中做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控制育种：两个亲本杂交得到杂交种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外来花粉一混进来，种子就不整齐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挑战试验：在封闭中接种，选出抗病品种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病原和害虫绝不能带出设施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控制育种是用两个纯合亲本杂交，得到性状整齐的杂交种。外来花粉一旦混进来，就会产生不确定的杂交后代，种子不整齐。所以控制育种要在封闭条件下进行，这也是杂交种成本较高的原因之一。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把接种过病原的植株拿到普通实验室或室外拍照、展示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试验结束后不灭活就把盆土倒掉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引种依法检疫，不私带种苗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引进种苗、活菌肥料依法要检疫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防外来入侵，也防外来花粉减产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到货后在指定隔离区种植观察、检测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带病虫的，依法限制引进或处理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出差旅行，别私带种子和植物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国外或外地引进种子、苗木、其他繁殖材料以及含活微生物的肥料等，依法要办理检疫：从境外引进按《中华人民共和国进出境动植物检疫法》和引种检疫审批规定办理，国内调运按《植物检疫条例》办理（均以现行文本为准）。引进前先报告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把出差带回的种子直接种进温室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请朋友从国外邮寄种子，不办检疫审批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转基因植物材料不外带、不乱扔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转基因植物在指定地点培养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不带回宿舍、不送人、不随意种植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种子装袋、标识，去向登记清楚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废弃植株和土壤灭活后再处置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不能随手扔进普通垃圾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导入了新基因的植物，从转化的愈伤组织、组培苗到植株、种子、花粉，都按转基因材料管理，只在经过批准的指定场所（实验室、封闭温室）培养。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觉得转基因幼苗长得好看，带回宿舍养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把废弃植株和盆土直接倒进校园垃圾桶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田间试验要隔离、防扩散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田间试验要经批准，设好隔离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防止花粉、种子扩散出去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结束后，残留材料按规定处理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之后继续监测，并做好记录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转基因植物等材料的田间试验，只能在依法批准后、在批准的地点和规模内进行（分阶段审批见第 081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试验结束后把剩余种子随手撒在地头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收获完就不再管试验地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封闭温室施药，先防护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封闭温室不通风，施药更要小心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按标签要求戴好防护再施药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施药后门口挂牌提醒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过了规定间隔期再进去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封闭温室和植物生长室为了防病虫外逃，通风受限，施用农药后药雾和挥发物不容易散去，人员吸入和皮肤接触的风险比露天更高。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不戴防护进温室喷药，觉得“量不大”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刚施完药就进去采样或观察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封闭被突破：立即报告，清理去污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台风打碎玻璃，封闭就被突破了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先控制现场，人员不随意进出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立即报告负责人，逐级报学校主管部门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按要求收集周围植物，去污处理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如实记录，修好检查合格再用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台风、冰雹等自然灾害打碎温室玻璃，防虫网大面积破损，停电导致负压和过滤失效，或发现转基因材料、病虫外逃，都属于封闭被突破。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温室玻璃碎了，先自己扫一扫，不报告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怕担责任，隐瞒材料外逃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出差带回一包外地种子，想种进学校温室做对照，正确的做法是：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直接种进温室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先报告实验室负责人，依法办理检疫，在指定隔离区种植观察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送给同学种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种在宿舍阳台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判断：只有转基因植物才需要封闭。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下列哪项是防止转基因花粉外逃的措施？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开花期打开通风窗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留隔离距离、错开花期、套袋、选用不育品系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拆掉纱网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不做任何监测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判断：离开封闭温室时，可以穿着温室工作服直接去另一个温室。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082 · 植物生物安全：封闭温室与检疫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082 植物生物安全：封闭温室与检疫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简答：台风打碎了封闭温室的玻璃，应该怎么做？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植物封闭：关在设施里，确认安全才移出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为什么封闭：病虫和转基因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需要封闭的五种情形，按需采用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封闭温室与植物生长室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防虫网门帘常巡查，出门不带病虫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防花粉外逃：隔离、错花期、不育、哨兵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组培苗：先在温室过渡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控制育种和挑战试验：都在封闭中做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引种依法检疫，不私带种苗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转基因植物材料不外带、不乱扔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田间试验要隔离、防扩散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封闭温室施药，先防护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封闭被突破：立即报告，清理去污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