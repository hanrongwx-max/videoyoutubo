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内务整洁是一切安全规范的起点。台面堆满器皿、地上散放杂物，人容易绊倒、碰翻容器，还会在一堆瓶子里拿错试剂；杂乱也让泄漏、破损不容易被发现。整理整顿不只是“好看”，它本身就是安全工作。</a:t>
            </a:r>
          </a:p>
          <a:p>
            <a:r>
              <a:t>能用小容器就用小容器，不用的试剂及时放回原处，台面和地面就不会越堆越乱。带访客、新同学进入实验室时，要替他们想着安全：他们不熟悉环境，注意力常在仪器上，更容易被脚下和周围的东西伤到。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5S 是一种常用的现场管理方法，可以让实验室长期保持整洁有序：整理——区分要与不要，把损坏的、长期不用的物品清出实验室（危险化学品和废物按规定处置，不能随手丢弃）；整顿——要用的物品定点、定量摆放，柜格贴标识、地面画定位线，用完放回原处，一看就知道东西该放哪；清扫——每天清扫台面、地面和设备。</a:t>
            </a:r>
          </a:p>
          <a:p>
            <a:r>
              <a:t>清洁——把前三项做法定成标准（如值日表、检查表），坚持执行；素养——通过培训和日常提醒，让每个人养成习惯。5S 不是一次大扫除，而是天天坚持。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区保持干净整齐：台面只放本次实验要用的器材和试剂，书包、外套等与实验无关的物品放进储物柜，不放在台面、通道和设备前。做实验时时常退一步看看台面，不用的器皿和设备及时收走，用不着的化学品不留在台面上。</a:t>
            </a:r>
          </a:p>
          <a:p>
            <a:r>
              <a:t>烧杯、试剂瓶不要放在台边，一碰就会掉落，要往台面里侧放；铁架台放稳、滴定管等夹紧，台面不堆杂物，避免碰倒装置。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每次实验结束：试剂放回原来的储存位置；用湿抹布或按本实验室规定的清洁剂擦净台面和设备，所有器材放回原处。使用过化学品或生物材料的台面，按本实验室的去污程序处理（生物材料去污见第6章）。</a:t>
            </a:r>
          </a:p>
          <a:p>
            <a:r>
              <a:t>用过的器皿来不及洗，先浸泡在洗涤液中，减少残留污染，也更好洗。台面或地面上的粉末不要用压缩空气（气枪）吹，一吹就扬尘飘满屋子，可能被吸入或污染别人的实验；应轻轻覆盖润湿后收起，避免扬尘，危险粉末按溢洒程序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共用的加热板、磁力搅拌器、天平等最容易积存化学品残留。你不知道下一个使用者是谁、要做什么：残留可能与他的试剂发生反应、沾到他的手上，也会混进样品，让实验结果出错。</a:t>
            </a:r>
          </a:p>
          <a:p>
            <a:r>
              <a:t>设备用完当天就按规定程序清洁去污，不留到第二天；实验前、实验中、实验后都检查台面和设备是否干净，保护自己的样品，也保护别人。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地面上的废纸、碎屑、包装泡沫和塑料袋会让人滑倒或绊倒，看到了就马上清理。东西不要放在地上，哪怕只是临时放一下也不行：试剂瓶放在地上，容易被踢倒、踩碎，造成泄漏和割伤。</a:t>
            </a:r>
          </a:p>
          <a:p>
            <a:r>
              <a:t>新仪器开箱后，泡沫、塑料袋、纸箱等包装材料既是可燃物又挡路，要及时清走，不堆在设备旁和通道上。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地面、过道和门口任何时候都要保持畅通，不堆放纸箱、推车、椅子和设备。一旦发生火灾、泄漏等事故，通道就是撤离和救援的路（疏散通道和安全出口不得占用、堵塞）。</a:t>
            </a:r>
          </a:p>
          <a:p>
            <a:r>
              <a:t>乱放的设备和家具容易绊倒人。自己的东西自己收好，用完的推车、椅子放回原处；发现通道被堵或其他不安全状况，及时纠正，并报告实验室负责人。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面干净，不等于安全：一根电线横在过道上，照样会把人绊倒，抱着东西走路的人还可能扑倒在加热板等危险设备上。线缆和软管要沿墙或沿台面走线，必须穿过通道的用线槽或盖板盖好；软管、电缆用挂钩挂起，离开地面。</a:t>
            </a:r>
          </a:p>
          <a:p>
            <a:r>
              <a:t>线缆躺在地上还会被推车碾压、被人踩踏，损坏绝缘，引发触电和火灾（电气安全见第8章）。过道照明要充足，看得清脚下。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溢洒和滴漏是常见风险：地上一滩水就能让人滑倒，靠近插座和电器时还可能引发漏电；水碰到碱液等化学品，可能造成灼伤。</a:t>
            </a:r>
          </a:p>
          <a:p>
            <a:r>
              <a:t>地面洒了水或试剂，先放置“当心滑倒”（小心地滑）提示牌，提醒别人绕行，再马上擦干或拖干，不留给下一个人。洒的是化学品时，按本实验室溢洒处理程序，用溢洒包处理（见第 027、056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滑倒、绊倒、跌倒造成的伤害可能很重（骨折、头部受伤，摔倒时还可能打翻化学品），但大多数都能提前避免。原因多半是地上乱放东西、地面湿滑和走路不看前方。</a:t>
            </a:r>
          </a:p>
          <a:p>
            <a:r>
              <a:t>人的注意力常常在仪器和手里的东西上，很少低头看脚下，所以地面要清空。实验室里不奔跑、不打闹，走路不看手机；穿包脚、防滑的鞋（着装要求见第 020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光学实验、光谱测量等常要关灯或在暗室进行，地上又常有线缆，最容易被绊倒。关灯前先收好线缆、清空通道；留一盏弱光辅助照明，走动前先打开，看清再走。</a:t>
            </a:r>
          </a:p>
          <a:p>
            <a:r>
              <a:t>疏散出口标志要保持明亮，通往出口的通道不能堵；激光实验室的照明和警示要求见第9章。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架子、设备上伸出来的板角、杆件，常常正好在头部高度，要切掉、包覆或收好。废料桶不要图方便放在通道上，尖锐的废料不能伸出桶外，否则边走边看的人一碰就会被扎伤、划伤。</a:t>
            </a:r>
          </a:p>
          <a:p>
            <a:r>
              <a:t>大块、长条的板材和废料不要随意堆放，竖放进专用架子并用链条或挡杆拦好，防止倾倒压人。走动和起身时留意周围，小心架子、台面角和打开的柜门碰头。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高的试剂柜、货架一碰就晃，要固定在墙上，防止倾倒。物品按“重下轻上”摆放：重物和装液体的容器放在下层，轻的放上层，减少取放时掉落和砸伤的风险。</a:t>
            </a:r>
          </a:p>
          <a:p>
            <a:r>
              <a:t>取高处物品不要站在转椅、带轮的椅子或普通凳子上，要用稳固的踏凳或踏梯，一手扶稳。登高作业和高处坠落防护的详细要求见第 141–142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滑倒或绊倒后，先停一下，感觉身体有没有受伤；没事的话，扶着台面等稳固的东西慢慢起来。如果疼痛明显、可能骨折或撞到头部，不要勉强起身，请同伴帮忙并及时就医（急救见第14章）。</a:t>
            </a:r>
          </a:p>
          <a:p>
            <a:r>
              <a:t>起身后立即清除导致摔倒的隐患，如擦干地面、收好线缆，并放提示牌，别让别人再摔；按规定报告实验室负责人，未遂事件也要报告。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实验室应建立卫生值日制度，轮流清扫，下班前检查台面、通道、地面和线缆是否整洁有序。内务情况是高校实验室安全检查的常规内容，学校、学院和实验室各级检查都会查看物品摆放、通道和地面。</a:t>
            </a:r>
          </a:p>
          <a:p>
            <a:r>
              <a:t>检查发现的问题要登记并按期整改，由实验室负责人督促落实（检查项目以现行检查项目表和本校规定为准）。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答案：C。解析：台面只放要用的东西、用完归位；试剂瓶不放地上，东西不放台边，无关物品收进储物柜。</a:t>
            </a:r>
          </a:p>
          <a:p>
            <a:r>
              <a:t>第 2 题 答案：B。解析：线缆横在过道照样绊人，还会被碾压损坏，应沿墙走线或用线槽盖好。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答案：B。解析：洒了先提示、马上清理；洒的是化学品则按溢洒程序处理。</a:t>
            </a:r>
          </a:p>
          <a:p>
            <a:r>
              <a:t>第 4 题 答案：B。解析：整理是清走不要的，整顿是定点摆放，清扫是打扫，清洁是定标准，素养是养成习惯。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答案：B。解析：转椅、普通凳子不稳，应使用稳固的踏凳并一手扶稳；重物应放在下层。</a:t>
            </a:r>
          </a:p>
          <a:p>
            <a:r>
              <a:t>第 6 题 答案：关灯前收好地上的线缆、清空通道；留一盏弱光辅助照明，走动前先打开看清；保持出口标志明亮、通道畅通。解析：暗室光线暗、线缆多，是绊倒的高发场所。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内务整洁与防滑倒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第3章 通用安全与个人防护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59 镜）　适用对象：全体进入高校实验室的本科生、研究生和教职工（必修）；实验室负责人、安全员和值日人员重点学习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 5S（整理、整顿、清扫、清洁、素养）的含义，做到台面只放要用的东西、用完归位、擦净台面、共用设备当天去污。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能做到地面不放物品、通道和门口畅通、线缆软管不横穿过道。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能判断滑倒、绊倒、碰撞的隐患，做到溅洒即清并放置提示牌、走路看路不奔跑、暗室先收线再关灯。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能做到高柜固定、重物放低、登高用稳固踏凳，摔倒后慢慢起身并清除隐患、报告负责人。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《中华人民共和国安全生产法》（以现行文本为准）：保障作业场所安全条件，及时发现和消除事故隐患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号，以现行文本为准）：实验室环境整洁、物品有序存放、通道畅通和安全检查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高校实验室安全检查项目表（以现行文本为准）：实验室卫生与日常管理、物品摆放、通道和地面、线缆布置等检查内容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《中华人民共和国消防法》（以现行文本为准）：不得占用、堵塞疏散通道和安全出口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2894-2025（以现行文本为准）《安全色和安全标志》：“当心滑倒”等警告标志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本校实验室卫生值日、安全检查和隐患报告规定（以本校规定为准）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杂乱就是危险，内务也是安全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杂乱的实验室，就是危险的实验室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杂乱易绊倒、碰洒，还会拿错试剂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整理整顿本身就是安全工作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带访客进来，要替不熟悉的人想到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内务整洁是一切安全规范的起点。台面堆满器皿、地上散放杂物，人容易绊倒、碰翻容器，还会在一堆瓶子里拿错试剂；杂乱也让泄漏、破损不容易被发现。整理整顿不只是“好看”，它本身就是安全工作。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认为内务只是卫生问题，与安全无关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带访客参观时只顾讲解，不提醒脚下和周围的危险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5S：整理、整顿、清扫、清洁、素养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整理：坏的、不用的东西清出去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整顿：常用物品定点摆放，画好定位线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清扫：天天打扫，保持干净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清洁、素养：定好标准，人人坚持成习惯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5S 是一种常用的现场管理方法，可以让实验室长期保持整洁有序：整理——区分要与不要，把损坏的、长期不用的物品清出实验室（危险化学品和废物按规定处置，不能随手丢弃）；整顿——要用的物品定点、定量摆放，柜格贴标识、地面画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只在迎检前突击打扫，平时不坚持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物品没有固定位置，用完随手一放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台面只放要用的，东西别放台边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台面只放这次实验要用的东西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书包和无关物品收进储物柜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时常退一步，收走不用的器皿和试剂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东西往里放，装置放稳夹紧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区保持干净整齐：台面只放本次实验要用的器材和试剂，书包、外套等与实验无关的物品放进储物柜，不放在台面、通道和设备前。做实验时时常退一步看看台面，不用的器皿和设备及时收走，用不着的化学品不留在台面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把书包、水杯放在实验台上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试剂瓶摆在台面边缘，转身时被衣袖带落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用完归位，擦净台面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做完实验，试剂放回原储存位置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按本实验室规定的清洁剂擦净台面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器材全部放回原位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器皿来不及洗先浸泡；粉末不用气枪吹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每次实验结束：试剂放回原来的储存位置；用湿抹布或按本实验室规定的清洁剂擦净台面和设备，所有器材放回原处。使用过化学品或生物材料的台面，按本实验室的去污程序处理（生物材料去污见第6章）。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实验做完就走，把台面留给下一个人收拾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用气枪吹走台面上的粉末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共用设备当天清洁去污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共用的加热板、搅拌器最容易积残留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残留会混进下一个人的实验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设备用完，当天按程序清洁去污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实验前、中、后都检查台面和设备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共用的加热板、磁力搅拌器、天平等最容易积存化学品残留。你不知道下一个使用者是谁、要做什么：残留可能与他的试剂发生反应、沾到他的手上，也会混进样品，让实验结果出错。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用完天平不清理撒落的试剂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认为“下一个人会自己擦”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地面不放东西，试剂瓶也不行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地上的废纸、杂物会让人滑倒绊倒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看到地上有杂物，马上清理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试剂瓶不放地上，临时放一下也不行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包装材料易燃又绊脚，及时清走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地面上的废纸、碎屑、包装泡沫和塑料袋会让人滑倒或绊倒，看到了就马上清理。东西不要放在地上，哪怕只是临时放一下也不行：试剂瓶放在地上，容易被踢倒、踩碎，造成泄漏和割伤。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搬运时把试剂瓶先放在地上，再去开门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新设备的包装纸箱在实验室角落堆了几个月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通道和门口时刻畅通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地面、通道和门口任何时候都要畅通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出了事，通道就是撤离的路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乱放的设备和家具容易绊倒人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自己的东西自己收，发现隐患及时报告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地面、过道和门口任何时候都要保持畅通，不堆放纸箱、推车、椅子和设备。一旦发生火灾、泄漏等事故，通道就是撤离和救援的路（疏散通道和安全出口不得占用、堵塞）。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把纸箱、推车临时放在门口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看到通道被堵，觉得“不是我放的”就不管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线缆软管不横穿过道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地面再干净，线缆横过道照样绊人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线缆沿墙走，过道处用线槽或盖板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软管、电缆挂起来，不躺在地上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防绊倒，也防碾压损坏线缆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地面干净，不等于安全：一根电线横在过道上，照样会把人绊倒，抱着东西走路的人还可能扑倒在加热板等危险设备上。线缆和软管要沿墙或沿台面走线，必须穿过通道的用线槽或盖板盖好；软管、电缆用挂钩挂起，离开地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为图方便，把插线板电线从过道中间拉过去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线缆用胶带随便贴在地上，翘起一截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洒了马上清理，放提示牌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一滩水能让人滑倒，还可能引发漏电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水碰到化学品，可能造成灼伤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洒了先放小心地滑提示牌，再马上擦干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洒的是化学品，按溢洒程序处理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溢洒和滴漏是常见风险：地上一滩水就能让人滑倒，靠近插座和电器时还可能引发漏电；水碰到碱液等化学品，可能造成灼伤。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洒了水觉得一会儿会干，不擦也不提示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用拖把直接拖洒落的化学试剂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走路看路，不奔跑，穿防滑鞋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滑倒绊倒伤害可能很重，但大多能避免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多因地上乱放东西、走路不看前方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实验室里不奔跑，边走边看手机也不行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穿包脚、防滑的鞋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滑倒、绊倒、跌倒造成的伤害可能很重（骨折、头部受伤，摔倒时还可能打翻化学品），但大多数都能提前避免。原因多半是地上乱放东西、地面湿滑和走路不看前方。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赶时间在实验室里小跑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穿拖鞋、凉鞋进实验室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暗室先收线，开辅助照明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光学、暗室实验光线暗，最怕被绊倒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关灯前收好线缆，清空通道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留一盏弱光辅助照明，看清再走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出口标志要亮，通道不能堵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光学实验、光谱测量等常要关灯或在暗室进行，地上又常有线缆，最容易被绊倒。关灯前先收好线缆、清空通道；留一盏弱光辅助照明，走动前先打开，看清再走。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关灯后摸黑走动找东西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暗室里的线缆散落在地上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防碰撞：伸出的尖角和废料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伸到头高的板角，切掉或收好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废料不伸出桶外，废料桶不挡道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长条废料竖放上架，拦好防倒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留意周围，小心架子、台面和柜门碰头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架子、设备上伸出来的板角、杆件，常常正好在头部高度，要切掉、包覆或收好。废料桶不要图方便放在通道上，尖锐的废料不能伸出桶外，否则边走边看的人一碰就会被扎伤、划伤。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打开的吊柜门不关，起身时撞到头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长条材料斜靠在墙边，没有固定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高柜固定，重物放低，登高用踏凳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高柜、试剂架要固定在墙上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重的、装液体的放下层，轻的放上层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取高处物品不站转椅和普通凳子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用稳固的踏凳，一手扶稳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高的试剂柜、货架一碰就晃，要固定在墙上，防止倾倒。物品按“重下轻上”摆放：重物和装液体的容器放在下层，轻的放上层，减少取放时掉落和砸伤的风险。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站在转椅上取柜顶的试剂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把大瓶液体试剂放在架子最上层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摔倒后慢慢起身，清除隐患并报告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摔倒了，先别急着站起来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没有受伤，扶着东西慢慢起身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把地面弄干、清除隐患，别让别人再摔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报告实验室负责人，受伤及时就医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滑倒或绊倒后，先停一下，感觉身体有没有受伤；没事的话，扶着台面等稳固的东西慢慢起来。如果疼痛明显、可能骨折或撞到头部，不要勉强起身，请同伴帮忙并及时就医（急救见第14章）。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摔倒后马上猛地站起来，加重伤情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自己没受伤就不报告，隐患留在原地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值日检查，内务纳入安全检查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实验室排好卫生值日，轮流打扫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下班前检查台面、通道和地面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学校安全检查，内务是必查项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检查发现的问题按期整改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实验室应建立卫生值日制度，轮流清扫，下班前检查台面、通道、地面和线缆是否整洁有序。内务情况是高校实验室安全检查的常规内容，学校、学院和实验室各级检查都会查看物品摆放、通道和地面。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值日表贴在墙上，没人执行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检查指出的问题拖着不整改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下列做法中，符合实验室内务要求的是：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试剂瓶临时放在地上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书包放在实验台上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台面只放本次实验要用的东西，用完归位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烧杯放在台面边缘方便拿取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判断：地面已经打扫干净，插线板电线横过过道也没关系。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实验室地面洒了一滩水，正确的做法是：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等它自然晾干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先放置小心地滑提示牌，再马上擦干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绕开走就行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告诉下一个人注意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5S 中“整顿”指的是：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把不用的东西清出去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要用的物品定点定量摆放、标识清楚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每天打扫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养成习惯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028 · 内务整洁与防滑倒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028 内务整洁与防滑倒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判断：取柜顶的试剂时，可以站在转椅上，只要动作小心。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简答：在暗室做光学实验前，为防绊倒应做哪些准备？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杂乱就是危险，内务也是安全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5S：整理、整顿、清扫、清洁、素养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台面只放要用的，东西别放台边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用完归位，擦净台面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共用设备当天清洁去污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地面不放东西，试剂瓶也不行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通道和门口时刻畅通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线缆软管不横穿过道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洒了马上清理，放提示牌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走路看路，不奔跑，穿防滑鞋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暗室先收线，开辅助照明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防碰撞：伸出的尖角和废料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高柜固定，重物放低，登高用踏凳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摔倒后慢慢起身，清除隐患并报告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值日检查，内务纳入安全检查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