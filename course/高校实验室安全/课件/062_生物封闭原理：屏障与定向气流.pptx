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封闭（防护）是生物安全的核心思路：把病原微生物关在受控的空间里，用设备、设施和管理等各种控制措施，挡住它外泄。病原一旦外泄，既会伤到实验室人员，也会危害公众和环境。</a:t>
            </a:r>
          </a:p>
          <a:p>
            <a:r>
              <a:t>高级别生物安全实验室本身就是一个防护区，研究人员在受控的环境里工作；进入须经批准和专门培训，学生未经批准不能进入（各级准入要求见第 061 课）。合格的防护设施是重要保障，但再好的设施也要靠人按规程使用。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分两道。一级防护（一级屏障）的作用是护住做实验的人，把操作者与病原隔开。它由安全设备和个人防护装备组成：生物安全柜、密封离心杯等安全设备，以及实验服、手套、口罩或呼吸器、护目镜等个人防护装备，再加上规范操作和穿脱防护的规程等管理措施。</a:t>
            </a:r>
          </a:p>
          <a:p>
            <a:r>
              <a:t>生物安全柜是一级防护的主力（见第 071 课）。研究植物病原时也一样：如果植物携带对人有害的病原，就要用口罩、手套等防护把人隔开。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级防护（二级屏障）的作用是护住实验室外面的环境和公众，防止病原从实验室扩散出去。它主要靠实验室设施的工程控制：墙体、门、通风系统、高效过滤器和物理屏障，以及废水去污系统；同时也靠进出程序、去污、定期维护、物品运输和废物处置等规程。</a:t>
            </a:r>
          </a:p>
          <a:p>
            <a:r>
              <a:t>植物研究设施同样有二级封闭：靠温室等设施结构，挡住花粉和植物病原外逃（见第 082 课）。工程控制依赖设施，建设和维护的成本都较高，因此更要正确使用、按期维护。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记住一句话：一级防护保护人，二级防护保护环境；简单说，“柜护人，房护环境”。两道屏障要同时做到、一起使用，缺了任何一道，风险都会漏出去。</a:t>
            </a:r>
          </a:p>
          <a:p>
            <a:r>
              <a:t>课堂上可以做一个分组练习：准备便利贴和两个盒子，一组写“护人”的措施（实验服、手套、口罩、眼罩、送风呼吸器、生物安全柜、穿脱规程），一组写“护环境”的措施（高效过滤、废水去污、通风、定期维护、运输和废物处置规程），分别贴进两个盒子；最后把两层拼在一起，就是一间生物安全实验室的雏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实验室靠定向气流把病原关在封闭空间里，这是封闭最基本的思路。通过送风和排风的设计，让空气始终从清洁区流向污染区（实验区），再经高效过滤后排出；这样，室内可能产生的气溶胶就不会跑到走廊和外面。普通房间常常是开门时空气往外流，封闭实验室正好相反，空气往里流。</a:t>
            </a:r>
          </a:p>
          <a:p>
            <a:r>
              <a:t>定向气流是生物安全实验室常见的工程控制措施，高级别实验室要求更严（具体以 GB 19489-2008、GB 50346 和本校设施说明为准）。进门前看一眼门口的压差显示和气流飘带：飘带应朝实验室里飘；读数不对、飘带外飘或有报警，先不要进去。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流的方向还要考虑人的位置：风从病原吹向人是不允许的；正确的是风从人身后来，经过操作的病原材料，从另一头经过滤排出。地面发生溅洒时，从清洁的一侧（上风侧）处理，不要踩进溅洒区（溢洒处置见第 078 课）。</a:t>
            </a:r>
          </a:p>
          <a:p>
            <a:r>
              <a:t>不要在排风口前堆放物品，也不要在生物安全柜前面的格栅上压放本子、物品或手臂；遮挡后气流就会紊乱，屏障随之失效（安全柜使用见第 072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闭实验室里的气压比外面低，叫负压；负压保证空气只往里流，含病原的气溶胶跑不出去。从入口一路往里，各房间的压力一级比一级低（负压一级比一级大），形成压力梯度，病原被限制在最里面；涉及病原的操作都在最里面的负压间里进行。门口的压力显示面板正常时一般亮绿灯。</a:t>
            </a:r>
          </a:p>
          <a:p>
            <a:r>
              <a:t>各级、各房间的压差和换气要求由 GB 19489-2008、GB 50346（均以现行文本为准）规定，具体数值以本校设施说明为准；使用者不需要也不应自行调节，只要会看、会判断是否正常。布局与进出见第 063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环境和防护区之间的一小段空间叫气锁（缓冲间）：一侧通向外部，一侧就是防护区。气锁靠压力差把两边的空气隔开：有的设施把缓冲间的压力设在两侧之间，让空气逐级向内流；有的把气锁设计成高于两侧的正压，两边的空气都进不来。可以把它比作商场门口的风幕，一道“气墙”把病原挡在里面——这只是比喻，真正靠的是压力差（本设施的压力设计以本校设施说明为准）。</a:t>
            </a:r>
          </a:p>
          <a:p>
            <a:r>
              <a:t>实验室的门也是二级防护的一部分：进出随手关门，不能用东西撑开；有缓冲间的，两道门不同时打开，有互锁指示灯的，灯没变绿就等一等，不强行开门。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移液、离心、混匀等操作都会产生气溶胶。个人防护装备能护住人，但室内的气溶胶需要靠持续换气来稀释和带走，就像漂洗衣服一样，一遍遍把污染带走。</a:t>
            </a:r>
          </a:p>
          <a:p>
            <a:r>
              <a:t>在高级别封闭实验室，空气经过滤后送入，流过操作区，带走可能的污染，再经高效过滤排出去，这样实验室外的社区就是安全的。换气次数等参数以现行标准和本校设施说明为准。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闭实验室要排出去的空气，必须先经过高效空气过滤器（HEPA）。过滤器里是层层纤维，颗粒和病原被纤维截住；更小的颗粒做无规则运动，也会撞上纤维被抓住，只有干净的空气才能出去。很多设施把房间气流引向天花板或高处的过滤排风口，过滤后排出，这种靠设施的措施就是工程控制。高效过滤器有严格的效率标准，以现行国家标准为准。</a:t>
            </a:r>
          </a:p>
          <a:p>
            <a:r>
              <a:t>过滤器靠密封装置安装，不能漏风；用久了滤材会老化，要按期检测和更换。更换由经过培训的专业人员完成，采用袋进袋出等方式，旧过滤器先去污再废弃，不能重复使用。学生不得自行拆卸或更换过滤器（设施运行见第 064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每一道防护屏障都有局限，不能全靠它。高效过滤器效率很高，但不是百分之百，安装或老化可能造成泄漏，所以要定期检测；更重要的是从源头少产生气溶胶——安全柜在前面拦截，房间气流作为兜底。</a:t>
            </a:r>
          </a:p>
          <a:p>
            <a:r>
              <a:t>无论措施有多少，总有剩余风险，所以还要靠规范操作、培训和应急准备。回顾本课：实验室设施、定向气流和负压、生物安全柜（定期检测、放对位置、按规程使用）、高压灭菌器（按规定管理）等措施要一起用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正常情况下，气流应该流进实验室。如果一开门，门口的飘带却朝走廊外面飘，说明空气正从实验室往外流，定向气流这道屏障失效了。这时不能“先进去干活再说”。</a:t>
            </a:r>
          </a:p>
          <a:p>
            <a:r>
              <a:t>正确做法：不进入，不开展任何实验，关好门；在门口挂牌，提醒其他人也不要进入。如果已经在里面，就停止操作，把材料收好封好，撤出并关门。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发现气流异常后，马上报告实验室负责人，并通知设施人员检查通风系统；报告时说清发现的时间、现象（飘带方向、压差读数或报警）和位置。按本校规定，必要时报告学院和学校实验室管理部门。</a:t>
            </a:r>
          </a:p>
          <a:p>
            <a:r>
              <a:t>设施人员修好后，先验证气流已恢复向内、压差正常；经实验室负责人确认后，才能恢复实验。以后每次进门，都先看一眼飘带和压差显示。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正在做实验时，如果通风系统报警、压差异常或停电，先停下操作，把容器盖好、样本封好，安全柜内的材料按规定收好；然后按程序脱卸个人防护装备，撤出实验室，关好门。</a:t>
            </a:r>
          </a:p>
          <a:p>
            <a:r>
              <a:t>撤出后马上按应急预案报告实验室负责人，等设施恢复并确认正常后再进入。高级别实验室的应急处置按本单位应急预案执行。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答案：B。解析：一级护人，二级护环境，两道一起用。</a:t>
            </a:r>
          </a:p>
          <a:p>
            <a:r>
              <a:t>第 2 题 答案：A。解析：负压与压力梯度让空气只往里流，具体数值以标准和本校说明为准。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答案：C。解析：门也是屏障，进出随手关，缓冲间两道门不同时开。</a:t>
            </a:r>
          </a:p>
          <a:p>
            <a:r>
              <a:t>第 4 题 答案：B。解析：高效过滤不是百分百，要定期检测、按期由专人更换；总有剩余风险。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答案：B。解析：飘带外飘说明定向气流失效。</a:t>
            </a:r>
          </a:p>
          <a:p>
            <a:r>
              <a:t>第 6 题 答案：先停手，盖好容器、封好样本；按程序脱防护，撤出实验室并关门；按预案报告负责人，设施恢复并确认正常后再进入。解析：不在失效的屏障下继续操作。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生物封闭原理：屏障与定向气流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6.5 分钟（卡通视频 78 镜）　适用对象：进入生命科学、医学、农学、环境等涉及生物材料实验室的高校本科生、研究生和教职工（必修）；实验室负责人、生物安全员和设施管理人员重点学习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能说出一级防护（安全设备与个人防护，保护人员）和二级防护（设施与规程，保护环境）的含义和组成，知道两道屏障要一起用。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能说出定向气流、负压与压力梯度、气锁（缓冲间）、持续换气和高效过滤的作用，以及屏障的局限和剩余风险。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能做到进门前看压差表和飘带，进出随手关门、缓冲间两道门不同时开，不遮挡排风口和柜前格栅。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能判断气流方向异常（飘带外飘、压差报警、停电）时的处置：停止工作、关门挂牌、报告负责人和设施人员、修复验证后再恢复。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《中华人民共和国生物安全法》（以现行文本为准）：病原微生物实验室应当符合生物安全国家标准和要求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《病原微生物实验室生物安全管理条例》（以现行文本为准）：实验室设施设备符合国家标准，三级、四级实验室须通过国家认可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生物安全通用要求》：一级屏障与二级屏障、定向气流和压力梯度、缓冲间、排风高效过滤及其检测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50346（以现行文本为准）《生物安全实验室建筑技术规范》：生物安全实验室的建筑、通风空调和过滤等工程技术要求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233（以现行文本为准）《病原微生物实验室生物安全通用准则》：各级病原微生物实验室的设施和设备要求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号，以现行文本为准）：设施设备运行和隐患报告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本校设施说明与应急预案：压差、气流方向和报警的具体要求以本校设施说明为准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什么是封闭：把病原关在受控空间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封闭：把病原关在受控空间，挡住外泄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一旦外泄，伤到人员，也伤到公众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高级别实验室本身就是一个防护区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未经批准和培训，学生不能进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设施再好，也要人按规程用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封闭（防护）是生物安全的核心思路：把病原微生物关在受控的空间里，用设备、设施和管理等各种控制措施，挡住它外泄。病原一旦外泄，既会伤到实验室人员，也会危害公众和环境。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认为实验室“有负压”就万无一失，操作可以随意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未经批准跟随他人进入防护区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一级防护：护住做实验的人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一级防护（一级屏障）保护操作人员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靠安全柜和个人防护装备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也靠规范操作和穿脱防护的规程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生物安全柜是一级防护的主力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分两道。一级防护（一级屏障）的作用是护住做实验的人，把操作者与病原隔开。它由安全设备和个人防护装备组成：生物安全柜、密封离心杯等安全设备，以及实验服、手套、口罩或呼吸器、护目镜等个人防护装备，再加上规范操作和穿脱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认为一级防护只是“穿防护服”，忽视安全柜和操作规程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在安全柜外开放操作可能产生气溶胶的材料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二级防护：护住外面的环境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二级防护（二级屏障）保护外面的环境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靠工程控制：墙、门、通风、过滤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也靠废水去污、维护、运输和废物规程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植物设施靠结构挡住花粉和病原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工程控制建设维护成本较高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级防护（二级屏障）的作用是护住实验室外面的环境和公众，防止病原从实验室扩散出去。它主要靠实验室设施的工程控制：墙体、门、通风系统、高效过滤器和物理屏障，以及废水去污系统；同时也靠进出程序、去污、定期维护、物品运输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认为二级防护只是设施部门的事，与使用者无关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自行改动通风、排水等设施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两道屏障一起守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一级护人，二级护环境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练习：护人的、护环境的分两盒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两层拼起来，就是一间生物安全实验室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两道一起用，缺一道风险就漏出去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记住一句话：一级防护保护人，二级防护保护环境；简单说，“柜护人，房护环境”。两道屏障要同时做到、一起使用，缺了任何一道，风险都会漏出去。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只重视个人防护，忽视关门、废物和废水处理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认为设施好就可以不穿戴个人防护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定向气流：从清洁区流向污染区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封闭的核心是定向气流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空气从清洁区流向污染区，只进不出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普通房间开门往外，封闭实验室往里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定向气流让室内气溶胶跑不出来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进门前先看压差表和飘带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实验室靠定向气流把病原关在封闭空间里，这是封闭最基本的思路。通过送风和排风的设计，让空气始终从清洁区流向污染区（实验区），再经高效过滤后排出；这样，室内可能产生的气溶胶就不会跑到走廊和外面。普通房间常常是开门时空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进门从不看压差表和飘带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看到飘带外飘仍然进门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风不能从病原吹向人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风从病原吹向人，不行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风从人身后来，经过病原再过滤排出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地上洒了，从清洁一侧处理，不踩进去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排风口和柜前格栅，别堆东西遮挡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气流的方向还要考虑人的位置：风从病原吹向人是不允许的；正确的是风从人身后来，经过操作的病原材料，从另一头经过滤排出。地面发生溅洒时，从清洁的一侧（上风侧）处理，不要踩进溅洒区（溢洒处置见第 078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在排风口前堆放纸箱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把记录本压在安全柜前格栅上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负压与压力梯度：越往里压力越低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封闭实验室气压比外面低，叫负压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负压让含病原的气溶胶跑不出去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从入口往里，压力一级比一级低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涉病原的操作都在负压间里做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具体数值以标准和本校说明为准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封闭实验室里的气压比外面低，叫负压；负压保证空气只往里流，含病原的气溶胶跑不出去。从入口一路往里，各房间的压力一级比一级低（负压一级比一级大），形成压力梯度，病原被限制在最里面；涉及病原的操作都在最里面的负压间里进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把“越往里负压越大”理解成“越往里气压越高”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自行调节房间的压差或风量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气锁与缓冲间：两道门不同时开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外界和防护区之间的一小段叫气锁或缓冲间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靠压力差把两边的空气隔开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像风幕的比喻，真正靠的是压力差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两道门不同时开，进出随手关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指示灯没变绿就等一等，门不能撑开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外部环境和防护区之间的一小段空间叫气锁（缓冲间）：一侧通向外部，一侧就是防护区。气锁靠压力差把两边的空气隔开：有的设施把缓冲间的压力设在两侧之间，让空气逐级向内流；有的把气锁设计成高于两侧的正压，两边的空气都进不来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缓冲间两道门同时打开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门互锁未解除时强行拉门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持续换气，把气溶胶带走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移液、离心等操作都会产生气溶胶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持续换气像漂洗衣服，把气溶胶带走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进风过滤进来，带走污染再过滤排出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这样外面的社区就安全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移液、离心、混匀等操作都会产生气溶胶。个人防护装备能护住人，但室内的气溶胶需要靠持续换气来稀释和带走，就像漂洗衣服一样，一遍遍把污染带走。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认为有换气就可以在开放台面产生大量气溶胶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为了“安静”“保暖”私自关闭或调小通风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高效过滤：截住病原再排出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排出去的空气必须先过高效过滤器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层层纤维截住颗粒和病原，小颗粒也能抓住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气流导向顶部过滤口排出，属于工程控制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过滤器靠密封装好，不能漏风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专人袋进袋出更换，去污废弃，按期检测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封闭实验室要排出去的空气，必须先经过高效空气过滤器（HEPA）。过滤器里是层层纤维，颗粒和病原被纤维截住；更小的颗粒做无规则运动，也会撞上纤维被抓住，只有干净的空气才能出去。很多设施把房间气流引向天花板或高处的过滤排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认为过滤器“装上就永远有效”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非专业人员自行拆卸过滤器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屏障有局限，总有剩余风险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高效过滤很高效，但不是百分百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要定期检测，确认没有泄漏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源头少产气溶胶，安全柜在前，房间兜底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屏障再多，也总有剩余风险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设施、气流、柜子、灭菌器要一起用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每一道防护屏障都有局限，不能全靠它。高效过滤器效率很高，但不是百分之百，安装或老化可能造成泄漏，所以要定期检测；更重要的是从源头少产生气溶胶——安全柜在前面拦截，房间气流作为兜底。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认为有高效过滤就可以随意产生气溶胶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认为措施足够多就“零风险”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飘带外飘：不进入，关门挂牌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飘带外飘：空气正往外流，屏障失效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不进入，不开展任何实验，关好门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门口挂牌，提醒别人也别进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已在里面，收好材料，撤出关门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正常情况下，气流应该流进实验室。如果一开门，门口的飘带却朝走廊外面飘，说明空气正从实验室往外流，定向气流这道屏障失效了。这时不能“先进去干活再说”。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看到飘带外飘，觉得“一会儿就好”，照常进门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发现异常不挂牌，其他人不知情进入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报告，修好验证再恢复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马上报告实验室负责人，通知设施人员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说清发现的时间、现象和位置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修好后先确认气流恢复向内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负责人确认后才恢复实验；以后进门先看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发现气流异常后，马上报告实验室负责人，并通知设施人员检查通风系统；报告时说清发现的时间、现象（飘带方向、压差读数或报警）和位置。按本校规定，必要时报告学院和学校实验室管理部门。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自己“拍一拍”通风设备觉得好了就开始实验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只告诉同学，不报告负责人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工作中通风报警或停电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做实验时报警或停电，先停手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把容器盖好封好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按程序脱防护，撤出实验室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按预案报告负责人，恢复后再进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正在做实验时，如果通风系统报警、压差异常或停电，先停下操作，把容器盖好、样本封好，安全柜内的材料按规定收好；然后按程序脱卸个人防护装备，撤出实验室，关好门。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停电时继续在安全柜内操作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慌忙撤出，不脱防护直接离开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关于一级防护和二级防护，正确的是：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一级防护保护环境，二级防护保护人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一级防护靠安全柜和个人防护保护人，二级防护靠设施和规程保护环境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有了二级防护就不需要一级防护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两者只在四级实验室才有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判断：封闭实验室的定向气流应从清洁区流向污染区，越往里压力越低。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有缓冲间的实验室，正确的做法是：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两道门同时打开方便搬东西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用箱子把门撑开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两道门不同时开，指示灯没变绿就等一等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互锁没解除就用力拉门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判断：高效过滤器能截住全部病原，装上后不需要检测和更换。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062 · 生物封闭原理：屏障与定向气流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062 生物封闭原理：屏障与定向气流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清晨开门，阿杰发现门口飘带朝走廊外飘，应该：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先进去干活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不进入、关门挂牌，报告负责人和设施人员，修好验证后再恢复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开窗通风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自己调大排风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简答：做实验时通风系统报警或停电，应该怎么做？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什么是封闭：把病原关在受控空间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一级防护：护住做实验的人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二级防护：护住外面的环境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两道屏障一起守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定向气流：从清洁区流向污染区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风不能从病原吹向人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负压与压力梯度：越往里压力越低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气锁与缓冲间：两道门不同时开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持续换气，把气溶胶带走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高效过滤：截住病原再排出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屏障有局限，总有剩余风险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飘带外飘：不进入，关门挂牌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报告，修好验证再恢复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工作中通风报警或停电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