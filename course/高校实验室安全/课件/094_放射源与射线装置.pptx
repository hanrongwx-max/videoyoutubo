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源是用放射性物质制成的辐射源，实验室常见的是密封放射源：放射性物质被永久密封在包壳里（或紧密固结），正常使用时不会漏出。放射源一直在衰变，时时刻刻都在发出射线，没有“开关”，只能靠屏蔽容器和距离来防护（射线性质见第 086 课）。</a:t>
            </a:r>
          </a:p>
          <a:p>
            <a:r>
              <a:t>射线装置是通电后产生射线的设备，如 X射线衍射仪、X射线荧光分析仪、CT、X射线辐照仪、工业 X射线探伤机和加速器。X射线管用高电压把电子加速，撞击金属靶产生 X射线，再经过滤和准直得到需要的射线束；断电后就不再产生射线。</a:t>
            </a:r>
          </a:p>
          <a:p>
            <a:r>
              <a:t>两类源的风险重点不同：放射源即使不用也有危险，丢失、被盗、散落是最大的风险，管理重在保管、台账和防丢失；射线装置的风险集中在开机出束期间，管理重在门机联锁、指示灯、屏蔽和规范操作。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我国按放射源对人体健康和环境的潜在危害程度，把放射源从高到低分为 I、II、III、IV、V 类（I 类极高危险，V 类极低危险），依据是《放射源分类办法》（以现行文本为准）。射线装置按对人体和环境的潜在危害分为 I 类（高危险）、II 类（中危险）、III 类（低危险），依据是《射线装置分类》（以现行文本为准）；例如粒子加速器多属较高类别，工业探伤 X射线机属中等类别，实验室常见的 X射线衍射仪、荧光分析仪等多属较低类别，具体以现行分类为准。</a:t>
            </a:r>
          </a:p>
          <a:p>
            <a:r>
              <a:t>类别决定了许可证的审批部门、场所的防护要求、环境影响评价的形式和日常管理的严格程度。类别低不等于不用管：低类别的源和装置同样要持证使用、建台账、设标志、培训上岗（见第 093 课）。</a:t>
            </a:r>
          </a:p>
          <a:p>
            <a:r>
              <a:t>本实验室的源和装置属于哪一类，以学校辐射安全许可证和台账登记为准，不清楚的问辐射安全管理人员。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工业射线探伤是一种无损检测方法：让射线穿过焊缝、铸件或管道，在另一侧用胶片或数字探测器成像，射线被缺陷处吸收得少，影像上就显出裂纹、气孔、夹渣等内部缺陷，不用切开、不破坏工件。</a:t>
            </a:r>
          </a:p>
          <a:p>
            <a:r>
              <a:t>探伤可以用 γ放射源（装在探伤机的屏蔽容器里，作业时把源送出曝光），也可以用 X射线探伤机。高校的材料、机械、土木等学科常有探伤室或探伤设备，X射线衍射、CT、辐照等实验装置的原理与之相通，安全要求也相通。</a:t>
            </a:r>
          </a:p>
          <a:p>
            <a:r>
              <a:t>γ探伤源活度大，失控时可能在短时间内造成严重照射，属于较高类别的放射源，必须由经培训考核合格、获得授权的人员在许可的场所操作，学生不得自行操作（卡源等事故处置见第 096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GB 18871-2002（以现行文本为准）规定了电离辐射标志（三叶形）和电离辐射警告标志（黄色三角形警告框内为三叶形标志，配“当心电离辐射”字样）。放射源及其容器、射线装置、辐射工作场所入口、放射性废物桶和暂存间都要设置规范的标志。国外部分教材使用其他颜色组合的标识，国内一律按国家标准执行。</a:t>
            </a:r>
          </a:p>
          <a:p>
            <a:r>
              <a:t>辐射工作场所划分为控制区和监督区（划分原则见第 089 课）：控制区设警告标志和出入控制，严格限制进入；监督区也要定期监测、做好管理。只有经过培训、获得授权的人员才能进入，进出登记，按规定佩戴个人剂量计（准入要求见第 093 课），无关人员不进入。</a:t>
            </a:r>
          </a:p>
          <a:p>
            <a:r>
              <a:t>在使用非密封放射性物质的场所，离开前要用表面污染仪检查手、鞋和衣物有无污染（检查方法见第 091、092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射线装置的机房和自屏蔽设备都设有防止误照射的安全装置：门机联锁（防护门或设备门打开时射线自动停止，门没关好不能出束）、工作状态指示灯（门上方或设备上，出束时亮）、急停按钮（控制台、机房内等位置，按下立即停止出束）以及警示标志，有的还配声光报警。《放射性同位素与射线装置安全和防护条例》（以现行文本为准）要求射线装置的使用场所设置防止误操作、防止人员受到意外照射的安全措施。</a:t>
            </a:r>
          </a:p>
          <a:p>
            <a:r>
              <a:t>这些装置不能短接、不能用胶带贴住开关、不能拆掉或调换，也不能为了“方便取样”在出束时开门。每次开机前检查联锁、指示灯和急停是否正常；发现失灵立即停止使用，挂“停用”牌，报设备负责人和辐射安全管理人员维修，修好验证后才能再用。</a:t>
            </a:r>
          </a:p>
          <a:p>
            <a:r>
              <a:t>指示灯亮着不开门、不靠近；关机、灯灭后再开门取放样品。出现异常（灯不灭、门开仍出束、有异常声响），立即按急停并报告。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机房的屏蔽墙、防护门、观察窗和设备自带的屏蔽都是按设计计算建造、经检测验收的（屏蔽设计和半值层计算见第 090 课）。不得擅自拆移屏蔽、在墙上开孔穿线、更换防护门或改变设备的准直和屏蔽部件；需要改动的，先报学校辐射安全管理部门评估。</a:t>
            </a:r>
          </a:p>
          <a:p>
            <a:r>
              <a:t>计算结果只是估计，实际剂量率要用经检定校准的巡测仪实测：新装、维修、改造后和定期都要在防护门缝、墙外、观察窗、操作位等位置测量并记录（巡测仪使用见第 092 课）。</a:t>
            </a:r>
          </a:p>
          <a:p>
            <a:r>
              <a:t>测得的剂量率明显高于平时或高于规定值时，立即停止出束，撤离人员，报告实验室负责人和辐射安全管理人员，查明原因、处理后再用。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射线探伤等高风险作业开工前，辐射安全负责人或作业负责人要逐项核查：辐射安全许可证覆盖本次作业，作业许可已批准，风险评估已完成；操作人员辐射安全培训考核合格、职业健康检查合格、佩戴个人剂量计（见第 093 课）；巡测仪、个人剂量报警仪在检定校准有效期内并检查正常；用衰变表查出放射源当前的活度（衰变表见第 086 课）；需要外出作业的，源容器和运输车辆符合要求。</a:t>
            </a:r>
          </a:p>
          <a:p>
            <a:r>
              <a:t>现场还要先划好警戒区、设好标志和警示灯（见 K7），应急器材和应急预案到位。</a:t>
            </a:r>
          </a:p>
          <a:p>
            <a:r>
              <a:t>清单上缺任何一项，都不能开工。高校里的射线装置日常开机，也照此原则核查：人员授权、仪器正常、安全装置正常、场所无关人员已清场。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探伤室以外的现场进行射线作业（如在实验大厅、工地探伤）时，要把作业区域划为控制区和监督区，设置警戒。边界按巡测仪实测的剂量率和现行标准规定来划，不凭经验估计；公众的剂量限值比工作人员严得多（见第 089 课），所以对公众的外圈边界要更大。具体剂量率限值以现行标准和本校规程为准。</a:t>
            </a:r>
          </a:p>
          <a:p>
            <a:r>
              <a:t>边界上拉警戒线，挂电离辐射警告标志，设置警示灯或声光报警，安排专人看守，不让无关人员进入；作业期间在边界上复测。</a:t>
            </a:r>
          </a:p>
          <a:p>
            <a:r>
              <a:t>作业结束，用巡测仪确认放射源已回到屏蔽容器（或 X射线机已断电），才能撤除警戒；源收不回时按卡源应急处置（见第 096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源不用时存放在专用源库或专用保险柜里，不与易燃易爆、腐蚀性物品混放。《放射性同位素与射线装置安全和防护条例》（以现行文本为准）要求储存场所采取防火、防水、防盗、防丢失、防破坏、防射线泄漏的安全措施；按源的类别和学校规定设置监控、报警等安防设施。</a:t>
            </a:r>
          </a:p>
          <a:p>
            <a:r>
              <a:t>源库实行专人管理、双人双锁：两把锁的钥匙由两个人分别保管，必须两人同时到场才能打开，出入登记。安防设施的具体配置属于保密内容，不对外公开。</a:t>
            </a:r>
          </a:p>
          <a:p>
            <a:r>
              <a:t>按台账定期清点，做到账物相符（台账制度见第 093 课）。发现放射源丢失、被盗或台账对不上，立即报告实验室负责人和学校辐射安全管理部门，由学校按规定向生态环境、公安、卫生健康主管部门报告，不得隐瞒、不得自行寻找后“补账”（应急处置见第 096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领用放射源要经授权，在领用登记本上写明领用人、源编号、时间、用途和使用地点，需要时经实验室负责人批准。取放源用长柄镊子等工具，不徒手拿源（距离防护见第 090 课）。</a:t>
            </a:r>
          </a:p>
          <a:p>
            <a:r>
              <a:t>用完当场放回屏蔽容器，送回源库，在登记本上签字归还；当天用完当天归还，不得放在实验台、抽屉、办公室里过夜，不得带回宿舍。离开前用巡测仪把台面、地面和容器周围扫一遍，确认没有遗落。</a:t>
            </a:r>
          </a:p>
          <a:p>
            <a:r>
              <a:t>交接班或人员变动时，交接双方对着台账逐个核对源的编号和数量，账物一一对上后双方签字。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校内不同实验室、楼宇之间转移放射源或放射性物质，要事先经批准，装进合适的屏蔽容器并固定好，容器外贴电离辐射标志和标签，在台账上登记去向。由经培训的专人用推车护送，走规定路线，避开人多的时段和地点，不乘坐客梯与他人同乘（以本校规定为准），到达后交接签字。</a:t>
            </a:r>
          </a:p>
          <a:p>
            <a:r>
              <a:t>绝不能把放射源放在背包、口袋里随身带走，也不能交给未经培训的人代送。</a:t>
            </a:r>
          </a:p>
          <a:p>
            <a:r>
              <a:t>出校运输放射性物品，按 GB 11806-2019（以现行文本为准）《放射性物品安全运输规程》和有关规定，由学校委托有资质的单位包装、承运；异地使用放射源按规定办理备案（以现行规定为准）。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密封源的包壳在磨损、腐蚀、跌落或高温后可能破损，放射性物质漏出就会造成表面污染甚至内照射风险。因此密封源要按规定定期做泄漏检查（检查周期以现行标准、源的说明和本校规定为准），跌落、受撞击后也要及时检查。</a:t>
            </a:r>
          </a:p>
          <a:p>
            <a:r>
              <a:t>泄漏检查一般由经授权的人员用擦拭法进行：用湿润的擦拭纸擦拭源或源容器的可接触表面（不直接用手接触源），装袋标记后送去测量，结果记录存档。</a:t>
            </a:r>
          </a:p>
          <a:p>
            <a:r>
              <a:t>发现泄漏或包壳破损，立即停止使用，把源放回屏蔽容器隔离，标出可能污染的区域，报告实验室负责人和辐射安全管理人员，按污染处置程序处理（见第 091、096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些常见设备里装有密封放射源：离子感烟火灾探测器、气相色谱仪的电子捕获检测器、料位计、密度计、厚度计、静电消除器等。它们的源活度一般较小，但同样要按规定管理：在台账上登记，保留标志，不擅自拆卸、维修或改装。</a:t>
            </a:r>
          </a:p>
          <a:p>
            <a:r>
              <a:t>含源仪器不得拆开取源，不得当普通废品或电子垃圾丢弃、卖掉。报废、更换时交回学校辐射安全管理部门，由学校按规定将废旧放射源交回生产单位、返回原出口方，或送交有资质的放射性废物贮存单位（见第 091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建、改建、扩建使用放射源或射线装置的场所，要按《建设项目环境保护管理条例》《放射性同位素与射线装置安全和防护条例》（以现行文本为准）先进行环境影响评价，按类别编制相应的环评文件并报批或备案。</a:t>
            </a:r>
          </a:p>
          <a:p>
            <a:r>
              <a:t>辐射防护设施要与主体工程同时设计、同时施工、同时投入使用（“三同时”）；建成后经辐射监测和竣工环境保护验收合格，并取得或变更辐射安全许可证后，才能投入使用（许可证见第 093 课）。</a:t>
            </a:r>
          </a:p>
          <a:p>
            <a:r>
              <a:t>射线装置搬到新房间、增加设备或改变用途，都属于变化，要先通过学院向学校辐射安全管理部门申报，不能“先用起来再补手续”。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答案：C。解析：指示灯亮表示正在出束；门机联锁严禁短接、贴住或拆除，关机灯灭后再开门。</a:t>
            </a:r>
          </a:p>
          <a:p>
            <a:r>
              <a:t>第 2 题 答案：B。解析：放射源时刻在发出射线，关不掉，只能靠屏蔽容器和保管；射线装置断电即停止产生射线。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答案：C。解析：不得在桌上、抽屉里过夜；用后当场归位、签字归还。</a:t>
            </a:r>
          </a:p>
          <a:p>
            <a:r>
              <a:t>第 4 题 答案：C。解析：放射源丢失被盗必须立即报告，不得隐瞒，学校按规定向生态环境、公安、卫生健康主管部门报告。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答案：B。解析：离子感烟探测器含微量放射源，应交回学校辐射安全管理部门，按废旧放射源规定处置。</a:t>
            </a:r>
          </a:p>
          <a:p>
            <a:r>
              <a:t>第 6 题 答案：检查门机联锁、工作状态指示灯、急停按钮和警示标志是否正常。发现失灵立即停用、挂停用牌，报设备负责人和辐射安全管理人员维修，修好验证后再用。解析：安全装置不得短接、贴住或拆除。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放射源与射线装置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第7章 辐射安全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83 镜）　适用对象：使用密封放射源、含源仪器或射线装置（X射线衍射仪、荧光分析仪、CT、辐照仪、探伤机等）的本科生、研究生和教职工，以及实验室负责人、设备管理人员和辐射安全管理人员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能说出放射源与射线装置的区别，知道放射源分五类、射线装置分三类，类别越高管理越严。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能认出当心电离辐射警告标志、工作指示灯、急停按钮和门机联锁，能做到指示灯亮不开门、不旁路联锁、开机前检查、读数异常就停机报告。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能做到放射源双人双锁保管、领用登记、用后当场归位、校内转移用屏蔽容器专人护送，发现丢失被盗立即报告。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能判断含源仪器、密封源泄漏检查、警戒区划定和新建改建验收的基本要求。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《放射性同位素与射线装置安全和防护条例》（以现行文本为准）：射线装置防误操作和意外照射的安全措施，放射源储存的防火、防水、防盗、防丢失、防破坏、防射线泄漏，台账和丢失被盗报告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《放射性同位素与射线装置安全和防护管理办法》（以现行文本为准）：场所安全和防护、监测、废旧放射源处置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《放射源分类办法》（以现行文本为准）：放射源按潜在危害分为 I–V 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《射线装置分类》（以现行文本为准）：射线装置分为 I–III 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《建设项目环境保护管理条例》（以现行文本为准）：环境影响评价、“三同时”和竣工环境保护验收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18871-2002（以现行文本为准）《电离辐射防护与辐射源安全基本标准》：电离辐射标志和警告标志、控制区与监督区、源的安全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11806-2019（以现行文本为准）《放射性物品安全运输规程》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本校辐射安全管理制度和本实验室设备操作规程（以本校规定为准）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两类辐射源：放射源与射线装置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辐射源分两类：放射源和射线装置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密封源把放射性物质封在包壳里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放射源时刻发出射线，关不掉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射线装置靠高压让电子打靶产生X射线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断电即停：管源重防丢，管装置重开机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源是用放射性物质制成的辐射源，实验室常见的是密封放射源：放射性物质被永久密封在包壳里（或紧密固结），正常使用时不会漏出。放射源一直在衰变，时时刻刻都在发出射线，没有“开关”，只能靠屏蔽容器和距离来防护（射线性质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以为放射源“不用的时候”就没有射线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以为射线装置断电后房间里还有残留射线、长期不敢进入（普通 X射线装置断电即停；加速器等特殊装置按本校规程）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放射源与射线装置的分类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放射源按潜在危害从高到低分 I–V 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射线装置分为 I、II、III 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类别越高，许可和管理要求越严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具体类别以现行分类和许可证为准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我国按放射源对人体健康和环境的潜在危害程度，把放射源从高到低分为 I、II、III、IV、V 类（I 类极高危险，V 类极低危险），依据是《放射源分类办法》（以现行文本为准）。射线装置按对人体和环境的潜在危害分为 I……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 V 类源、III 类装置“没危险”，不需要许可和台账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凭经验自行判断类别，不查许可证和台账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射线探伤：不破坏就能看内部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射线探伤不切开就能看出内部缺陷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可用γ放射源，也可用X射线机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校内射线装置原理与探伤相通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探伤源活度大，管理格外严格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工业射线探伤是一种无损检测方法：让射线穿过焊缝、铸件或管道，在另一侧用胶片或数字探测器成像，射线被缺陷处吸收得少，影像上就显出裂纹、气孔、夹渣等内部缺陷，不用切开、不破坏工件。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以为探伤机“只是一台检测仪器”，未经授权就去操作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曝光结束后不测量就靠近，确认不了源是否已收回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电离辐射警告标志与出入管理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认准“当心电离辐射”警告标志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国内用国家标准规定的标志，不照搬国外颜色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源、设备、场所、废物都要有标志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控制区严格限制，监督区也要管理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授权才能进，离开前检查手和衣物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GB 18871-2002（以现行文本为准）规定了电离辐射标志（三叶形）和电离辐射警告标志（黄色三角形警告框内为三叶形标志，配“当心电离辐射”字样）。放射源及其容器、射线装置、辐射工作场所入口、放射性废物桶和暂存间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看到标志不知道含义，照常进出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门口标志被柜子挡住或褪色脱落，没人补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门机联锁、指示灯和急停不能旁路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门一开，射线自动停，这叫门机联锁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工作指示灯亮，不开门、不靠近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认准急停按钮，异常立即按下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严禁短接、贴住、拆除联锁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开机前检查，失灵就停用报修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射线装置的机房和自屏蔽设备都设有防止误照射的安全装置：门机联锁（防护门或设备门打开时射线自动停止，门没关好不能出束）、工作状态指示灯（门上方或设备上，出束时亮）、急停按钮（控制台、机房内等位置，按下立即停止出束）以及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嫌联锁麻烦，用磁铁或胶带让开关“常闭”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指示灯坏了照样开机，靠记忆判断是否出束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屏蔽不擅改，剂量靠实测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屏蔽墙、铅门都经过设计和验收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不得擅自拆移、改动屏蔽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计算只是估计，要用仪器实测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读数异常，停止工作，报告负责人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机房的屏蔽墙、防护门、观察窗和设备自带的屏蔽都是按设计计算建造、经检测验收的（屏蔽设计和半值层计算见第 090 课）。不得擅自拆移屏蔽、在墙上开孔穿线、更换防护门或改变设备的准直和屏蔽部件；需要改动的，先报学校辐射安……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为了接线在机房墙上自行开孔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只信设计计算，从不实测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作业前核查：证、人、仪器、场所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开工前，先查许可、风险评估和作业许可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人员要培训合格、体检合格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巡测仪和剂量计要在校准有效期内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查衰变表，掌握源当前强度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运输容器和车辆合格；缺一项不开工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射线探伤等高风险作业开工前，辐射安全负责人或作业负责人要逐项核查：辐射安全许可证覆盖本次作业，作业许可已批准，风险评估已完成；操作人员辐射安全培训考核合格、职业健康检查合格、佩戴个人剂量计（见第 093 课）；巡测仪……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巡测仪过了校准期，“先凑合用”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赶进度，人员证件和作业许可开工后再补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警戒区：按实测划边界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现场作业，按实测剂量率划警戒区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公众的要求比工作人员更严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拉警戒线、挂标志、亮警示灯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专人看守，无关人员不得进入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确认源已收回，才能撤警戒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探伤室以外的现场进行射线作业（如在实验大厅、工地探伤）时，要把作业区域划为控制区和监督区，设置警戒。边界按巡测仪实测的剂量率和现行标准规定来划，不凭经验估计；公众的剂量限值比工作人员严得多（见第 089 课），所以……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凭“大概几米”拉警戒线，不实测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作业结束不测量就撤警戒、让人进入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放射源保管：专库、双人双锁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放射源存放在专用源库或保险柜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做到防火、防水、防盗、防丢失、防破坏、防泄漏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双人双锁，一个人打不开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定期清点，账物相符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发现丢失被盗，立即报告，不得隐瞒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源不用时存放在专用源库或专用保险柜里，不与易燃易爆、腐蚀性物品混放。《放射性同位素与射线装置安全和防护条例》（以现行文本为准）要求储存场所采取防火、防水、防盗、防丢失、防破坏、防射线泄漏的安全措施；按源的类别和学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一个人掌握两把钥匙，“双锁”形同虚设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清点时发现少了一个，想先自己找找再说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领用归还：当场归位，交接签字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领用登记：谁、何时、用在哪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用工具取放，不徒手拿源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用完当场放回，签字归还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不放桌上或抽屉里过夜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离开前扫台面；交接时账物一一对上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领用放射源要经授权，在领用登记本上写明领用人、源编号、时间、用途和使用地点，需要时经实验室负责人批准。取放源用长柄镊子等工具，不徒手拿源（距离防护见第 090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检查源用完随手放在仪器旁，第二天再还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交接时只交钥匙，不逐个核对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校内转移：屏蔽容器，专人护送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校内转移，装进屏蔽容器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贴好标志，登记去向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专人护送，走规定路线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绝不能放进包里、口袋里带走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出校运输按运输规程，由有资质单位承运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校内不同实验室、楼宇之间转移放射源或放射性物质，要事先经批准，装进合适的屏蔽容器并固定好，容器外贴电离辐射标志和标签，在台账上登记去向。由经培训的专人用推车护送，走规定路线，避开人多的时段和地点，不乘坐客梯与他人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嫌麻烦，把小源揣在口袋里送到隔壁楼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转移后不登记，台账上的位置和实际不符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密封源定期做泄漏检查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包壳一旦破损，就会造成污染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密封源按规定定期做泄漏检查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擦拭取样，送去测量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发现破损：停用、隔离、立即报告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密封源的包壳在磨损、腐蚀、跌落或高温后可能破损，放射性物质漏出就会造成表面污染甚至内照射风险。因此密封源要按规定定期做泄漏检查（检查周期以现行标准、源的说明和本校规定为准），跌落、受撞击后也要及时检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源用了很多年从来没做过泄漏检查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源掉在地上后看着“没坏”，继续使用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含源仪器也是放射源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离子感烟探测器里有微量放射源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有些检测器和仪表里也装着源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不拆、不丢进普通垃圾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报废时交回，按规定送贮或返回厂家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些常见设备里装有密封放射源：离子感烟火灾探测器、气相色谱仪的电子捕获检测器、料位计、密度计、厚度计、静电消除器等。它们的源活度一般较小，但同样要按规定管理：在台账上登记，保留标志，不擅自拆卸、维修或改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搬家时把旧的感烟探测器拆下来扔进垃圾桶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自己拆开检测器“清洗”源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新建改建：先验收，再使用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新建改建辐射场所，先做环境影响评价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防护设施同时设计、同时施工、同时投用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检测验收合格，才能投入使用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换房间、加设备，先申报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建、改建、扩建使用放射源或射线装置的场所，要按《建设项目环境保护管理条例》《放射性同位素与射线装置安全和防护条例》（以现行文本为准）先进行环境影响评价，按类别编制相应的环评文件并报批或备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新机房装修完就开机调试，验收还没做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课题组自行把设备搬到别的房间使用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X射线衍射仪门上的工作指示灯亮着，你想取出样品，正确做法是：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快速开门取样，时间短没关系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用胶带贴住门开关后开门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等关机、指示灯熄灭后再开门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请同学按住联锁开关再开门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判断：放射源和射线装置一样，不用时断电就没有射线了。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检查源用完后，正确的做法是：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放在实验台上，第二天接着用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锁在自己抽屉里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当场放回屏蔽容器、送回源库并签字归还，离开前扫测台面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交给同学帮忙还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清点时发现少了一个放射源，应当：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先自己找，找到再说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修改台账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立即报告实验室负责人和学校辐射安全管理部门，由学校按规定报告主管部门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等下次清点再看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094 · 放射源与射线装置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094 放射源与射线装置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判断：实验楼拆下的旧离子感烟探测器可以当普通电子垃圾处理。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简答：射线装置开机前应检查哪些安全装置？发现失灵怎么办？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两类辐射源：放射源与射线装置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放射源与射线装置的分类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射线探伤：不破坏就能看内部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电离辐射警告标志与出入管理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门机联锁、指示灯和急停不能旁路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屏蔽不擅改，剂量靠实测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作业前核查：证、人、仪器、场所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警戒区：按实测划边界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放射源保管：专库、双人双锁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领用归还：当场归位，交接签字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校内转移：屏蔽容器，专人护送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密封源定期做泄漏检查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含源仪器也是放射源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新建改建：先验收，再使用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