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作危害分析（JHA），也称工作安全分析（JSA），是一种辨识危害的方法：把一项作业按顺序拆成一个个步骤，逐步找出可能存在的危害，并为每个危害确定控制措施，最后形成“步骤—危害—措施”的书面分析表。它既是辨识危害的工具，也是把作业分解开、帮助每个人看懂身边危害的手段。</a:t>
            </a:r>
          </a:p>
          <a:p>
            <a:r>
              <a:t>对动火、受限空间、高处作业等危险作业，工作危害分析表通常附在作业审批单（作业票）上，开工前向每个作业人员讲解（特殊作业见第 12 章）。与第 014 课的风险评估相比，工作危害分析更关注“具体怎么做的每一步”，两者可以结合使用。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做工作危害分析的目的，是消除和预防工作中的危害，而不是为处分人员找依据，也不是给人安排事情打发时间。分析做在前面，伤害就少在后面。只有大家相信分析不会被用来追责，才会如实说出操作中的问题和险情（公正文化见第 010、011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作危害分析分四步：一是选择要分析的作业；二是把作业按实际顺序拆分成步骤，每一步用一个动作描述，步骤不宜过细也不宜过粗；三是逐步找出每一步的危害；四是为每个危害确定控制措施，优先采用消除、替代和工程控制，再用管理措施和个人防护（第 017 课）。</a:t>
            </a:r>
          </a:p>
          <a:p>
            <a:r>
              <a:t>以“领取一箱试剂并上架”为例：搬运——弯腰搬重物易伤腰背，用推车；拆箱——刀具易割伤，用安全刀、刀口朝外；上架——高处放置易坠落砸伤，重的、液体的放低层，不相容物分开。分析表按“步骤、危害、措施”三栏一一对应；只列出作业频率和所需技能，抓不住具体危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始分析前，应先回顾本实验室、本学院以往的事故记录和未遂事件（险情）记录。受过伤的作业和差点出事的作业都要看，因为出过事的地方往往还藏着没有消除的危害，把这些地方作为分析的重点。未遂事件的报告和记录见第 14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的作业很多，不可能同时全部分析，要按轻重缓急排序：发生过伤害的作业优先；其次是发生过未遂事件和一旦出事后果严重的作业；新开展的作业和流程有变化的作业也要及时分析。然后逐项完成，覆盖全部有危险的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在分析表中描述一个危害，要讲清四个方面，缺一不可：环境——危害在哪里发生；暴露——会伤到谁，或损坏什么；触发——是什么动作或条件引发了它；后果——如果不加控制，最可能出什么事。</a:t>
            </a:r>
          </a:p>
          <a:p>
            <a:r>
              <a:t>例如：“在试剂架前（环境），上架的人和旁边经过的人（暴露），踮脚把大瓶液体放到最高层时（触发），瓶子滑落碎裂，液体溅到脸和眼睛（后果）。”写全这四点，别人一看就明白风险所在，也便于对症确定措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弯腰搬重物为例，危害应写成“伸手、扭身搬起重箱时容易拉伤下背部”，而不是笼统地列出触电、振动等与这项作业无关的危害。好的描述说清是什么动作、会伤到身体哪个部位，这样才能对症下措施：能用推车就用推车，箱子太重就分装或两人抬，搬起时靠近身体、屈膝、不扭腰（人机工效见第 13 章）。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做工作危害分析常用检查表，提示要逐项检查工作区域、材料、机器设备和工具。但不能漏掉人：操作者的姿势、技能是否熟练、是否经过培训、是否疲劳，都是危害的来源（人因见第 011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作危害分析不能由负责人一个人闭门完成。天天动手操作的人最清楚哪一步危险，也最知道应该加什么预防措施；有疑问时更要大家一起讨论。分析应由实验室负责人、做实验的学生和安全员共同参与，多双眼睛，漏掉的危害更少。</a:t>
            </a:r>
          </a:p>
          <a:p>
            <a:r>
              <a:t>不知道危害分析怎么做，就问导师和安全员；一次失误、一个人的经验，大家一起学。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在实验室里开展新实验，也可以用工作危害分析：先把实验任务拆成步骤，每一步找出化学、生物、物理和人机工效等方面的危害（第 012 课），为每个危害配上对应的控制措施。</a:t>
            </a:r>
          </a:p>
          <a:p>
            <a:r>
              <a:t>这份分析就是编写安全操作规程（SOP）的骨架：步骤成为规程的操作步骤，措施成为每一步的安全要求（SOP 编写见第 019 课）。开工前，把分析内容讲给每个参与的人。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作危害分析不是一次做完就不变的。发生事故或未遂事件后，要回头检查分析表：这个危害有没有识别出来？措施是否有效？据此补充危害、修订措施，并同步更新操作规程和培训内容。作业方法、设备、人员变化时也要及时修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答案：A。解析：步骤、危害、措施三栏一一对应。</a:t>
            </a:r>
          </a:p>
          <a:p>
            <a:r>
              <a:t>第 2 题 答案：B。解析：天天动手的人最清楚哪里危险，应团队一起做。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答案：B。解析：出过伤害的作业排第一，其次是未遂和后果严重的作业。</a:t>
            </a:r>
          </a:p>
          <a:p>
            <a:r>
              <a:t>第 4 题 答案：C。解析：描述要说清动作和伤到哪里，才能对症下措施。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答案：环境（在哪里发生）、暴露（伤到谁或损坏什么）、触发（什么动作或条件引发）、后果（不加控制最可能出什么事）。解析：四点写全，别人一看就明白风险。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工作危害分析（JHA）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第2章 危险源辨识与风险评估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5 分钟（卡通视频 55 镜）　适用对象：全体进入高校实验室的本科生、研究生和教职工（必修）；导师、实验室负责人、安全员和编写操作规程的人员重点学习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能说出工作危害分析（工作安全分析）的定义、目的和四个步骤。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能做到：把一项作业拆成步骤，按“在哪、伤谁、怎么引发、什么后果”具体描述每个危害并配上控制措施。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能判断哪些作业应优先分析，以及为什么要先查事故和未遂记录、让动手的人参与。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能说出工作危害分析与操作规程、未遂事件的关系。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《中华人民共和国安全生产法》（以现行文本为准）：危险源辨识、安全风险分级管控，从业人员参与和知情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号，以现行文本为准）：实验项目风险评估、安全操作规程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45001-2020（以现行文本为准）《职业健康安全管理体系 要求及使用指南》：危险源辨识、工作人员协商和参与、事件调查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30871-2022（以现行文本为准）《危险化学品企业特殊作业安全规范》：特殊作业前的危害辨识与作业审批（可供校内动火等危险作业参照）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本校实验室安全风险评估、危险作业审批和事故（事件）报告规定（以本校规定为准）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什么是工作危害分析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把一项作业拆成一个个步骤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逐步找出危害，定好控制措施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也叫工作安全分析，帮每个人看懂身边的危害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危险作业的分析表附在审批单上，开工前讲给每个人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工作危害分析（JHA），也称工作安全分析（JSA），是一种辨识危害的方法：把一项作业按顺序拆成一个个步骤，逐步找出可能存在的危害，并为每个危害确定控制措施，最后形成“步骤—危害—措施”的书面分析表。它既是辨识危害的工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只写一句“注意安全”，不拆分步骤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分析表做了，开工前不讲给作业人员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分析是为了预防，不是为了处分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不是给人找处分的依据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也不是随便找点事做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目的是消除和预防工作中的危害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分析做在前面，伤害就少在后面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做工作危害分析的目的，是消除和预防工作中的危害，而不是为处分人员找依据，也不是给人安排事情打发时间。分析做在前面，伤害就少在后面。只有大家相信分析不会被用来追责，才会如实说出操作中的问题和险情（公正文化见第 010、……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把分析结果当作考核和处分的依据，导致大家隐瞒问题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四步：选作业、拆步骤、找危害、定措施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第一步，选出要分析的作业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第二步，按顺序拆成步骤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第三步，每一步找出危害；第四步，为每个危害定措施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步骤、危害、措施三栏对应，只列频率和技能抓不住危害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工作危害分析分四步：一是选择要分析的作业；二是把作业按实际顺序拆分成步骤，每一步用一个动作描述，步骤不宜过细也不宜过粗；三是逐步找出每一步的危害；四是为每个危害确定控制措施，优先采用消除、替代和工程控制，再用管理措施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步骤拆得太粗，危害找不全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有危害没有对应措施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先看事故和未遂记录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动手分析前，先翻以往的事故和未遂记录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受过伤的、差点出事的都要看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出过事的地方，往往还藏着危害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开始分析前，应先回顾本实验室、本学院以往的事故记录和未遂事件（险情）记录。受过伤的作业和差点出事的作业都要看，因为出过事的地方往往还藏着没有消除的危害，把这些地方作为分析的重点。未遂事件的报告和记录见第 14 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没有事故记录就认为作业很安全，从不记录未遂事件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优先分析出过事的作业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出过伤害的作业排第一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差点出事、后果严重的紧随其后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新作业、改流程的也要分析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按轻重缓急逐项做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的作业很多，不可能同时全部分析，要按轻重缓急排序：发生过伤害的作业优先；其次是发生过未遂事件和一旦出事后果严重的作业；新开展的作业和流程有变化的作业也要及时分析。然后逐项完成，覆盖全部有危险的作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先挑简单的作业做，高危作业一直拖着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描述危害讲清四个方面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环境：危害在哪里发生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暴露：会伤到谁，或损坏什么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触发：什么动作或条件引发它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后果：不加控制，最可能出什么事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在分析表中描述一个危害，要讲清四个方面，缺一不可：环境——危害在哪里发生；暴露——会伤到谁，或损坏什么；触发——是什么动作或条件引发了它；后果——如果不加控制，最可能出什么事。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危害一栏只写“危险”“化学品”等笼统字眼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描述要具体：弯腰搬重物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弯腰搬重物，不涉及电和振动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伸手、扭身，容易拉伤下背部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说清动作和伤到哪里，才能对症下措施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能用推车，就别弯腰硬搬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以弯腰搬重物为例，危害应写成“伸手、扭身搬起重箱时容易拉伤下背部”，而不是笼统地列出触电、振动等与这项作业无关的危害。好的描述说清是什么动作、会伤到身体哪个部位，这样才能对症下措施：能用推车就用推车，箱子太重就分装或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把无关的危害都列上，真正的危害反而没写清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检查表别忘了人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检查表常查区域、材料、机器、工具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别忘了，还有人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人的姿势、技能和状态也是危害来源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做工作危害分析常用检查表，提示要逐项检查工作区域、材料、机器设备和工具。但不能漏掉人：操作者的姿势、技能是否熟练、是否经过培训、是否疲劳，都是危害的来源（人因见第 011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只分析设备和物料，不考虑操作者是否胜任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让动手的人参与，团队一起做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只让负责人一个人做，不对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天天动手的人最清楚哪里危险、该加什么措施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负责人、学生、安全员一起看，漏掉的更少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不会做就问导师，大家一起学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工作危害分析不能由负责人一个人闭门完成。天天动手操作的人最清楚哪一步危险，也最知道应该加什么预防措施；有疑问时更要大家一起讨论。分析应由实验室负责人、做实验的学生和安全员共同参与，多双眼睛，漏掉的危害更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负责人一个人写完分析，操作者从未参与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实验室的分析是规程的骨架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做新实验，先把任务拆成步骤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每步找化学、生物、物理和人机工效危害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每个危害配上对应的控制措施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这份分析就是操作规程的骨架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在实验室里开展新实验，也可以用工作危害分析：先把实验任务拆成步骤，每一步找出化学、生物、物理和人机工效等方面的危害（第 012 课），为每个危害配上对应的控制措施。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规程只写实验步骤，没有每一步的安全要求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用未遂事件修订分析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差点出事的未遂事件也是一次提醒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用它来修订工作危害分析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分析跟着经验不断完善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工作危害分析不是一次做完就不变的。发生事故或未遂事件后，要回头检查分析表：这个危害有没有识别出来？措施是否有效？据此补充危害、修订措施，并同步更新操作规程和培训内容。作业方法、设备、人员变化时也要及时修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出了险情只口头提醒，不修订分析和规程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工作危害分析的四个步骤是：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选作业—拆步骤—找危害—定措施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找危害—处分—整改—归档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定措施—选作业—记录—检查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培训—考核—准入—复训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判断：工作危害分析由实验室负责人一个人完成最好，避免意见混乱。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下列作业中，应最优先进行工作危害分析的是：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从未出过问题的低风险作业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发生过伤害的作业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最简单的作业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很少做的文书工作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描述“弯腰搬重物”的危害，最恰当的是：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触电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振动伤神经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伸手扭身搬起时容易拉伤下背部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化学灼伤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简答：描述一个危害要讲清哪四个方面？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什么是工作危害分析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分析是为了预防，不是为了处分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四步：选作业、拆步骤、找危害、定措施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先看事故和未遂记录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优先分析出过事的作业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描述危害讲清四个方面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描述要具体：弯腰搬重物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检查表别忘了人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让动手的人参与，团队一起做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实验室的分析是规程的骨架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用未遂事件修订分析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