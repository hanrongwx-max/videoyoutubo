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生物因子是指可能对人体健康造成危害的微生物和其他生物材料，包括细菌、病毒、真菌及其他微生物，寄生虫，朊病毒这样的致病蛋白颗粒，以及它们产生的毒素等。</a:t>
            </a:r>
          </a:p>
          <a:p>
            <a:r>
              <a:t>关键在于它们会损害人的健康：轻则引起过敏，重则引起疾病甚至死亡。凡能对人造成危害的生物因子，都要纳入管理，做风险评估、按规定防护。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不同生物因子的特点不同，决定了防护的重点：</a:t>
            </a:r>
          </a:p>
          <a:p>
            <a:r>
              <a:t>- 细菌：不少来自土壤和水。有的能形成芽孢，对干燥、高温、消毒剂耐受力很强，在环境中能长期存活，操作时要特别注意防气溶胶，灭菌要彻底。支原体是一类没有细胞壁的细菌，作用于细胞壁的抗生素对它无效，常侵犯呼吸道。</a:t>
            </a:r>
          </a:p>
          <a:p>
            <a:r>
              <a:t>- 病毒：只能在活细胞内复制。有的能引起出血热等严重甚至致命的疾病，很多还没有特效药。</a:t>
            </a:r>
          </a:p>
          <a:p>
            <a:r>
              <a:t>- 真菌：酵母类中有带荚膜的致病种类，对免疫力低下的人尤其危险；霉菌等丝状真菌靠孢子随空气扩散，有的来自鸟粪和土壤，有的能产生毒素。免疫力低下时，常见的真菌也可能致病。</a:t>
            </a:r>
          </a:p>
          <a:p>
            <a:r>
              <a:t>这些特点在风险评估和选择消毒灭菌方法时都要考虑（评估要素见第 068 课，消毒灭菌见第 076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除细菌、病毒、真菌外，还有几类特殊的生物因子：</a:t>
            </a:r>
          </a:p>
          <a:p>
            <a:r>
              <a:t>- 朊病毒：一类具有感染性的蛋白颗粒，比较少见，可引起人和动物的慢性神经退行性疾病，对常规消毒灭菌方法抵抗力强，处理要求特殊，按本校规定和专门规程执行。</a:t>
            </a:r>
          </a:p>
          <a:p>
            <a:r>
              <a:t>- 感染性核酸：有些病毒的核酸本身就有感染性，操作核酸同样不能大意。</a:t>
            </a:r>
          </a:p>
          <a:p>
            <a:r>
              <a:t>- 寄生虫和媒介：血液寄生虫、作为中间宿主的螺，以及能传播疾病的蜱、蚤等节肢动物，都要纳入管理（实验动物与媒介生物见第 084 课）。</a:t>
            </a:r>
          </a:p>
          <a:p>
            <a:r>
              <a:t>- 生物毒素：不是活体，不会繁殖，但毒性可以很强，同样要按危险材料管理（见第 069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病原按风险高低分组，主要看两方面：一是对个体的风险——引起的疾病有多严重，有没有有效的治疗和预防手段；二是对群体（社区）的风险——会不会在人与人、动物与人之间传播，传开后对公众、家畜和环境的影响有多大。</a:t>
            </a:r>
          </a:p>
          <a:p>
            <a:r>
              <a:t>国际上通行的风险组和我国的危害程度分类，都是从这两方面判断的，但编号方向相反（见 K7）。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国际上通行把生物因子分为四个风险组，数字越大风险越高：1 组最低、4 组最高（注意：与我国病原分类的编号方向相反，见 K7）。</a:t>
            </a:r>
          </a:p>
          <a:p>
            <a:r>
              <a:t>- 第 1 组：个体风险低、群体风险低。一般不会让健康成人或动物生病，例如常用的大肠杆菌实验室菌株、用于发酵的微生物。风险低，也要按规范操作。</a:t>
            </a:r>
          </a:p>
          <a:p>
            <a:r>
              <a:t>- 第 2 组：个体风险中等、群体风险低。能让人或动物生病，但对实验人员、社区、家畜和环境危害不大；实验室暴露也可能引起严重感染，但有有效的治疗和预防手段，感染扩散的风险有限。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第 3 组：个体风险高、群体风险低（或低到中等）。通常引起人或动物的严重疾病，甚至可能致死，但一般不会在人与人之间传开，而且一般有有效的治疗和预防手段。</a:t>
            </a:r>
          </a:p>
          <a:p>
            <a:r>
              <a:t>- 第 4 组：个体风险和群体风险都高。可引起人或动物的严重乃至致命的疾病，容易直接或间接在人与人、动物与人之间传播，通常没有有效的治疗和预防手段，只能在最高防护级别的设施里操作。</a:t>
            </a:r>
          </a:p>
          <a:p>
            <a:r>
              <a:t>学生实验不涉及这些高风险病原；相关实验活动在国内属于高致病性病原微生物管理范围（见 K9）。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按《病原微生物实验室生物安全管理条例》（以现行文本为准），我国根据传染性、感染后对个体或群体的危害程度，把病原微生物分为四类：</a:t>
            </a:r>
          </a:p>
          <a:p>
            <a:r>
              <a:t>- 第一类：能够引起人类或者动物非常严重疾病的微生物，以及我国尚未发现或者已经宣布消灭的微生物；</a:t>
            </a:r>
          </a:p>
          <a:p>
            <a:r>
              <a:t>- 第二类：能够引起人类或者动物严重疾病，比较容易直接或者间接在人与人、动物与人、动物与动物间传播的微生物；</a:t>
            </a:r>
          </a:p>
          <a:p>
            <a:r>
              <a:t>- 第三类：能够引起人类或者动物疾病，但一般情况下对人、动物或者环境不构成严重危害，传播风险有限，实验室感染后很少引起严重疾病，并且具备有效治疗和预防措施的微生物；</a:t>
            </a:r>
          </a:p>
          <a:p>
            <a:r>
              <a:t>- 第四类：在通常情况下不会引起人类或者动物疾病的微生物。</a:t>
            </a:r>
          </a:p>
          <a:p>
            <a:r>
              <a:t>一定要记住：国内数字越小越危险，国际数字越大越危险。国际第 4 组大致对应国内第一类、国际第 1 组大致对应国内第四类，但这只是大致对应，不能机械换算；某种病原属于第几类，以国内目录为准（见 K10）。填表、写报告和标签时，注明用的是哪一套编号，不要混写。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与病原分类不同，生物安全实验室的防护级别国内外方向一致：一级（BSL-1）最低，四级（BSL-4）最高（分级见第 059 课）。</a:t>
            </a:r>
          </a:p>
          <a:p>
            <a:r>
              <a:t>所以不能把病原的“第几类”和实验室的“第几级”简单对号入座：国内第一类病原危害最大，需要的是高级别实验室，绝不是一级实验室。具体某项实验在哪一级实验室做，先查目录中该实验活动所需的级别，再结合风险评估确定（定级步骤见第 060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类、第二类病原微生物统称为高致病性病原微生物。按《病原微生物实验室生物安全管理条例》（以现行文本为准），从事高致病性病原微生物相关实验活动，须在相应防护级别的实验室进行，并按规定报经批准。</a:t>
            </a:r>
          </a:p>
          <a:p>
            <a:r>
              <a:t>学生不得擅自开展涉及高致病性病原微生物的实验，也不得接触、索要、私自保存这类菌（毒）种和样本。任何涉及病原微生物的实验，都要先经导师和单位按本校规定审查。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某种病原属于第几类、做什么实验需要几级实验室，以国家卫生健康委发布的《人间传染的病原微生物目录》（以现行版本为准）为准。目录按病毒、细菌类、真菌、朊病毒等列出各病原的危害程度分类，并分别写明不同实验活动（如培养、动物感染实验、未经培养的感染材料操作、灭活材料和无感染性材料操作）所需的实验室防护级别，以及运输包装要求。</a:t>
            </a:r>
          </a:p>
          <a:p>
            <a:r>
              <a:t>同一病原，实验活动不同，所需级别也可能不同。国外资料和网上名单的归类可能与国内不一样，只能作参考；目录会修订，查分类和防护要求时要用现行最新版本，不要使用网上流传的旧表格。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没有列出的微生物（包括新分离的、来源不明的）不能自行认定为低风险。应先由项目负责人组织风险评估，提出建议的防护级别和措施，报单位生物安全委员会审查确定；批准后，按确定的级别和防护开展实验，并按国家有关规定办理（以现行规定和本校规定为准）。未知病原和来源不明的样本从严对待，定级步骤见第 060 课，生物安全委员会见第 070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动物病原微生物在国内另有《动物病原微生物分类名录》（以现行版本为准）。实验涉及动物或人兽共患病原时，人间传染的病原目录和动物病原名录都要查清楚。</a:t>
            </a:r>
          </a:p>
          <a:p>
            <a:r>
              <a:t>农业转基因生物另有安全等级体系，按《农业转基因生物安全管理条例》等规定（以现行文本为准）分为Ⅰ至Ⅳ级，Ⅰ级最低、Ⅳ级最高，方向又与病原分类不同（见第 081 课）。填写申请表、评估表时写清楚用的是哪一套分级，不要混用。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风险分组是一般性的判断。同一种病原在不同地区风险可能不同，评估和确定措施时还要考虑地区因素：</a:t>
            </a:r>
          </a:p>
          <a:p>
            <a:r>
              <a:t>1. 致病性，包括本地出现的变异株；</a:t>
            </a:r>
          </a:p>
          <a:p>
            <a:r>
              <a:t>2. 传播方式和宿主范围，以及本地人群的免疫水平、人口密度和流动性、有没有适宜的传播媒介、气候等环境条件；</a:t>
            </a:r>
          </a:p>
          <a:p>
            <a:r>
              <a:t>3. 本地能否获得有效的预防措施；</a:t>
            </a:r>
          </a:p>
          <a:p>
            <a:r>
              <a:t>4. 本地能否获得有效的治疗。</a:t>
            </a:r>
          </a:p>
          <a:p>
            <a:r>
              <a:t>四个因素都考虑到，评估才完整。在国内，病原类别以目录为准，地区因素用于具体实验的风险评估（评估要素见第 068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化学品有安全技术说明书，病原也有类似的资料单（病原安全数据表），一种病原一份，列出它的特性、传播途径、危害、消毒灭活方法、防护和处置要求等，是做风险评估的常用参考工具。</a:t>
            </a:r>
          </a:p>
          <a:p>
            <a:r>
              <a:t>常用的病原资料单多为国外公开发布的在线资料，内容不断更新，可以参考；但其中的风险组编号和防护建议不能替代国内目录和规定，国内类别以《人间传染的病原微生物目录》为准。</a:t>
            </a:r>
          </a:p>
          <a:p>
            <a:r>
              <a:t>资料单有手机版，查阅方便；但不要把手机带进高等级实验室——手机可能被污染，成为传播感染的媒介。进入实验室的个人物品按本实验室规定管理。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常见的病原资料单分为九个部分：</a:t>
            </a:r>
          </a:p>
          <a:p>
            <a:r>
              <a:t>1. 感染因子：名称、类型、分类和特性。</a:t>
            </a:r>
          </a:p>
          <a:p>
            <a:r>
              <a:t>2. 危害识别：致病性、传播性、宿主范围、感染剂量（往往难以确定）、潜伏期。</a:t>
            </a:r>
          </a:p>
          <a:p>
            <a:r>
              <a:t>3. 传播：传播途径，有没有储存宿主和媒介，是否人兽共患。</a:t>
            </a:r>
          </a:p>
          <a:p>
            <a:r>
              <a:t>4. 稳定性与存活：是否耐药，对哪些消毒剂敏感（消毒剂要选对，并保证足够的接触时间），能否用高温灭活，离开宿主能存活多久。</a:t>
            </a:r>
          </a:p>
          <a:p>
            <a:r>
              <a:t>5. 急救与医疗：医学监测、急救，有没有疫苗和预防用药；属于法定报告传染病的要按规定上报。</a:t>
            </a:r>
          </a:p>
          <a:p>
            <a:r>
              <a:t>6. 实验室危害：已报告的实验室感染、可能带有病原的标本来源、特殊危害；患者样本中还可能含有其他病原。</a:t>
            </a:r>
          </a:p>
          <a:p>
            <a:r>
              <a:t>7. 暴露控制与个人防护：风险越高，所需实验室级别和个人防护越高（国内级别以目录和评估为准）。</a:t>
            </a:r>
          </a:p>
          <a:p>
            <a:r>
              <a:t>8. 处置与储存：溢洒清理规程、销毁处置要求，储存要登记、上锁。</a:t>
            </a:r>
          </a:p>
          <a:p>
            <a:r>
              <a:t>9. 法规与其他信息：相关法规、更新日期、编写者、参考文献。资料单是受控文档，可以按病原名称查到。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答案：B。解析：我国病原微生物分四类，第一类危害最大、第四类最小，与国际风险组（1 组最低、4 组最高）方向相反。</a:t>
            </a:r>
          </a:p>
          <a:p>
            <a:r>
              <a:t>第 2 题 答案：B。解析：实验室级别国内外同向，四级最高；第一类病原危害最大，需要高级别实验室，并须经批准。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答案：B。解析：其相关实验活动须在相应级别实验室进行并经批准，学生不得擅自开展。</a:t>
            </a:r>
          </a:p>
          <a:p>
            <a:r>
              <a:t>第 4 题 答案：C。解析：国外资料只作参考，以国内现行目录为准，并结合具体实验活动的风险评估。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答案：B。解析：目录未列的微生物先做风险评估，报单位生物安全委员会确定级别和防护，批准后再开展。</a:t>
            </a:r>
          </a:p>
          <a:p>
            <a:r>
              <a:t>第 6 题 答案：要考虑地区因素：致病性（含本地变异株），传播方式、宿主范围、本地人群免疫、人口密度和流动性、媒介和气候，本地能否获得有效的预防和治疗。解析：四个因素都考虑到，评估才完整。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058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病原微生物分类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第6章 生物安全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6 分钟（卡通视频 70 镜）　适用对象：进入生命科学、医学、农学、环境等涉及生物材料实验室的高校本科生、研究生和教职工（必修）；实验室负责人和生物安全员重点学习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058 · 病原微生物分类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058 病原微生物分类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能说出生物因子的主要种类（细菌、病毒、真菌、寄生虫、朊病毒、毒素、感染性核酸等）及其安全上的特点。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能说出国内病原微生物四类的含义：第一类危害最大、第四类最小，与国际风险组（1 组最低、4 组最高）顺序相反；能判断“第一类病原不在一级实验室”。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能做到以现行《人间传染的病原微生物目录》为准查分类和所需实验室级别；目录查不到的先评估、报生物安全委员会确定；知道第一、二类实验活动须经批准。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能说出评估时要考虑的地区因素，会把病原资料单作为参考工具使用。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058 · 病原微生物分类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058 病原微生物分类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《中华人民共和国生物安全法》（以现行文本为准）：病原微生物实验室实行分类管理和分级管理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《病原微生物实验室生物安全管理条例》（以现行文本为准）：病原微生物按危害程度分为四类，第一类、第二类统称高致病性病原微生物；高致病性病原微生物实验活动须在相应级别实验室并经批准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《人间传染的病原微生物目录》（国家卫生健康委发布，以现行版本为准）：各病原的危害程度分类、不同实验活动所需的实验室级别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《动物病原微生物分类名录》（以现行版本为准）：动物病原微生物的分类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19489-2008（以现行文本为准）《实验室 生物安全通用要求》、WS 233（以现行文本为准）《病原微生物实验室生物安全通用准则》：风险评估和实验室分级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《农业转基因生物安全管理条例》（以现行文本为准）：农业转基因生物安全等级另成体系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本校生物安全管理制度：目录未列的微生物由生物安全委员会评估确定，以本校规定为准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058 · 病原微生物分类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什么是生物因子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058 病原微生物分类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细菌、病毒、真菌等微生物都可能是生物因子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还有朊病毒这样的致病颗粒和生物毒素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轻则过敏，重则患病甚至死亡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生物因子是指可能对人体健康造成危害的微生物和其他生物材料，包括细菌、病毒、真菌及其他微生物，寄生虫，朊病毒这样的致病蛋白颗粒，以及它们产生的毒素等。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认为只有“病毒、细菌”才算生物危害，忽视真菌孢子、毒素和过敏原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认为非活体的毒素、核酸不需要防护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058 · 病原微生物分类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细菌、病毒、真菌各有特点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058 病原微生物分类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细菌：不少来自土壤和水，有的形成芽孢，耐受力强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支原体没有细胞壁，部分抗生素对它无效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病毒：有的可能致命，很多没有特效药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真菌孢子随空气扩散，有的产毒素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免疫力低时，常见真菌也可能致病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不同生物因子的特点不同，决定了防护的重点：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认为普通消毒对所有细菌都同样有效，忽视芽孢的耐受性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认为真菌“只是发霉”，不防孢子扩散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058 · 病原微生物分类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朊病毒、感染性核酸、寄生虫与毒素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058 病原微生物分类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朊病毒少见，引起人和动物慢性神经退行性病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有些病毒的核酸本身就有感染性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寄生虫、螺、蜱和蚤等也能带病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毒素不是活体，同样有害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除细菌、病毒、真菌外，还有几类特殊的生物因子：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用普通消毒方法处理可能含朊病毒的材料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认为提取出的核酸都没有感染性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058 · 病原微生物分类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分组看两头：个体风险与群体风险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058 病原微生物分类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风险分组看两头：个体风险和群体风险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个体：病有多重，有没有有效的防治手段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群体：会不会在人群、动物和环境中传开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病原按风险高低分组，主要看两方面：一是对个体的风险——引起的疾病有多严重，有没有有效的治疗和预防手段；二是对群体（社区）的风险——会不会在人与人、动物与人之间传播，传开后对公众、家畜和环境的影响有多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只看病情轻重，不看传播性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只看传播性，不看有没有防治手段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058 · 病原微生物分类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国际风险组第1、2组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058 病原微生物分类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国际风险组：1 组最低，4 组最高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第 1 组：个体、群体风险都低，一般不致病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风险最低，也要规范操作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第 2 组：能致病但危害有限，可防可治，扩散风险低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国际上通行把生物因子分为四个风险组，数字越大风险越高：1 组最低、4 组最高（注意：与我国病原分类的编号方向相反，见 K7）。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认为第 1 组微生物可以随意操作，不戴手套、不洗手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把国际的“第 1 组”当成国内的“第一类”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058 · 病原微生物分类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国际风险组第3、4组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058 病原微生物分类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第 3 组：常致重病，一般不人传人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第 3 组一般有有效的治疗和预防手段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第 4 组：病重、易传播，个体群体风险都高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第 4 组往往缺药缺苗，只在最高级别设施操作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- 第 3 组：个体风险高、群体风险低（或低到中等）。通常引起人或动物的严重疾病，甚至可能致死，但一般不会在人与人之间传开，而且一般有有效的治疗和预防手段。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看到“第 4 组”以为是国内的“第四类”，误以为风险最低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认为有疫苗就可以降低实验室级别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058 · 病原微生物分类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国内分四类：第一类最危险，与国际相反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058 病原微生物分类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国内按危害程度把病原微生物分为四类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第一类危害最大，第四类最小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编号方向与国际风险组正好相反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大致对应但不能自己换算，写资料注明编号体系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按《病原微生物实验室生物安全管理条例》（以现行文本为准），我国根据传染性、感染后对个体或群体的危害程度，把病原微生物分为四类：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把国际“4 组”和国内“第四类”混为一谈，弄反危害高低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按国外名单自己换算国内类别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058 · 病原微生物分类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实验室级别国内外同向，别对号入座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058 病原微生物分类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实验室防护级别国内外同向，四级最高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第一类病原绝不在一级实验室操作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做哪一级，查目录再评估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与病原分类不同，生物安全实验室的防护级别国内外方向一致：一级（BSL-1）最低，四级（BSL-4）最高（分级见第 059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认为“第一类病原就在一级实验室做”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只看病原类别，不看具体实验活动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058 · 病原微生物分类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第一、二类是高致病性，须经批准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058 病原微生物分类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第一类、第二类统称高致病性病原微生物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相关实验须在相应级别实验室并经批准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学生不得擅自开展这类实验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第一类、第二类病原微生物统称为高致病性病原微生物。按《病原微生物实验室生物安全管理条例》（以现行文本为准），从事高致病性病原微生物相关实验活动，须在相应防护级别的实验室进行，并按规定报经批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以为“只做检测、不做培养”就不需要审批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私下从别的实验室要来菌（毒）种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058 · 病原微生物分类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查《人间传染的病原微生物目录》，用现行版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058 病原微生物分类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查分类以国内目录为准，国外资料只作参考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目录写明类别和不同实验活动所需实验室级别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同一病原，不同实验活动要求不同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目录会修订，用现行最新版，别用网上旧表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某种病原属于第几类、做什么实验需要几级实验室，以国家卫生健康委发布的《人间传染的病原微生物目录》（以现行版本为准）为准。目录按病毒、细菌类、真菌、朊病毒等列出各病原的危害程度分类，并分别写明不同实验活动（如培养、动物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用国外名单或旧版表格确定国内类别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只看病原类别，不看具体实验活动对应的级别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058 · 病原微生物分类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目录里查不到：评估后报委员会定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058 病原微生物分类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目录里查不到，先做风险评估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报单位生物安全委员会确定级别和防护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批准后，按确定的级别和防护开展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目录没有列出的微生物（包括新分离的、来源不明的）不能自行认定为低风险。应先由项目负责人组织风险评估，提出建议的防护级别和措施，报单位生物安全委员会审查确定；批准后，按确定的级别和防护开展实验，并按国家有关规定办理（以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目录里没有，就当作不需要防护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自己评估完就开始做，不报委员会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058 · 病原微生物分类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动物病原和转基因生物另有分级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058 病原微生物分类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动物病原另有分类名录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涉及动物，人间和动物两个名录都要查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农业转基因生物另有安全等级，Ⅰ级最低、Ⅳ级最高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填表写清用的是哪套分级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动物病原微生物在国内另有《动物病原微生物分类名录》（以现行版本为准）。实验涉及动物或人兽共患病原时，人间传染的病原目录和动物病原名录都要查清楚。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涉及动物时只查人间传染的病原目录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把转基因安全等级和病原分类混写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058 · 病原微生物分类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评估还要看地区因素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058 病原微生物分类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同一种病原，在不同地区风险不同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一看致病性，包括本地出现的变异株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二看传播方式、宿主、媒介、人口和气候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三看预防、四看治疗，本地能否获得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风险分组是一般性的判断。同一种病原在不同地区风险可能不同，评估和确定措施时还要考虑地区因素：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照搬其他地区的评估结论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忽视本地有没有传播媒介和防治条件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058 · 病原微生物分类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病原资料单：病原的“说明书”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058 病原微生物分类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病原也有资料单，就像化学品安全技术说明书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网上公开、不断更新，国外资料只作参考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可查风险组、传播途径、处置等信息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有手机版，但手机不要带进高等级实验室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化学品有安全技术说明书，病原也有类似的资料单（病原安全数据表），一种病原一份，列出它的特性、传播途径、危害、消毒灭活方法、防护和处置要求等，是做风险评估的常用参考工具。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直接按国外资料单的风险组确定国内实验室级别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把手机带进高等级实验室查资料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058 · 病原微生物分类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资料单的九个部分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058 病原微生物分类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一是谁：名称分类；二有多凶：致病性、剂量、潜伏期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三怎么传：宿主、媒介、人兽共患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四能否杀灭：耐药性、消毒剂敏感性、接触时间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五急救医疗：疫苗、用药，法定传染病要上报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六至九：实验室危害、防护、处置储存、法规信息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常见的病原资料单分为九个部分：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只看风险组编号，不看消毒灭活和应急处置部分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消毒时不等够接触时间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058 · 病原微生物分类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058 病原微生物分类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关于我国病原微生物分类，正确的是：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第四类危害最大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第一类危害最大，第四类通常不致病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与国际风险组编号方向相同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只分三类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判断：国内第一类病原微生物可以在一级生物安全实验室操作。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058 · 病原微生物分类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058 病原微生物分类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第一类、第二类病原微生物统称为：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条件致病菌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高致病性病原微生物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低风险微生物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环境微生物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要确定某种病原的国内类别和所需实验室级别，应当以什么为准：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国外病原资料单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网上流传的表格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现行版《人间传染的病原微生物目录》和风险评估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同学的经验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058 · 病原微生物分类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058 病原微生物分类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判断：目录里查不到的微生物，说明它危害很低，可以直接在普通实验室操作。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简答：同一种病原，为什么在不同地区评估结果可能不同？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什么是生物因子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细菌、病毒、真菌各有特点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朊病毒、感染性核酸、寄生虫与毒素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分组看两头：个体风险与群体风险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国际风险组第1、2组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国际风险组第3、4组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国内分四类：第一类最危险，与国际相反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实验室级别国内外同向，别对号入座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第一、二类是高致病性，须经批准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查《人间传染的病原微生物目录》，用现行版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目录里查不到：评估后报委员会定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动物病原和转基因生物另有分级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K13  评估还要看地区因素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K14  病原资料单：病原的“说明书”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K15  资料单的九个部分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