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生命科学实验离不开细胞、微生物和各种生物样本。与其他实验室相比，生物实验室除了化学品、仪器设备、用电等常见危险，还多了一类生物危害：细菌、病毒等病原体肉眼看不见，却可能让健康人感染生病。</a:t>
            </a:r>
          </a:p>
          <a:p>
            <a:r>
              <a:t>风险往往就在手边：血液等样本可能带有病原；针头、刀片等锐器可能刺伤皮肤；移液、混匀、离心等操作可能产生肉眼看不见的气溶胶。微生物实验室的危害来自三方面——活的微生物、消毒剂和化学试剂、各种仪器设备，所以各方面的安全措施都不能少。</a:t>
            </a:r>
          </a:p>
          <a:p>
            <a:r>
              <a:t>实验室门口的生物危害标志就是提醒：门后有生物危害，进门要遵守本实验室的规定。学习本章时做好笔记，没弄懂的地方回头再看，或请教老师。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因子与化学品不同：它能在人群中传播。一旦从实验室失控逸出，受害的可能不只是操作者本人，还可能引起疾病流行，威胁整个社会的公共卫生。随着新发传染病不断出现，生物因子对公众健康的威胁也在增加。</a:t>
            </a:r>
          </a:p>
          <a:p>
            <a:r>
              <a:t>学习生物安全常会遇到几个词：指示病例（一起疫情中最先被发现、引起关注的病例）；医院内感染（在医疗机构内获得的感染）；经皮肤刺伤（经锐器刺破皮肤造成的暴露）；流行病学（研究疾病在人群中分布和传播规律的学科）。</a:t>
            </a:r>
          </a:p>
          <a:p>
            <a:r>
              <a:t>研发诊断方法、疫苗和治疗药物，都离不开对病原的研究；只有先把风险管好，研究才能持续开展。生物安全不是某一家实验室的事，而是每个国家、每个单位、每个实验室共同的责任。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生物安全，讲的是怎样安全地操作有感染性的微生物和其他有危害的生物材料，并把它们控制、封闭（也称“防护”或“封闭”）在规定的范围内。所谓防护，就是给生物因子划定边界，让它留在设备和设施里，不逸出伤人。</a:t>
            </a:r>
          </a:p>
          <a:p>
            <a:r>
              <a:t>GB 19489-2008 对实验室生物安全的表述是：实验室的生物安全条件和状态不低于容许水平，可避免实验室人员、来访人员、社区及环境受到不可接受的损害，符合相关法规、标准等对实验室生物安全责任的要求（以现行文本为准）。《中华人民共和国生物安全法》则把生物安全放在国家安全的高度，病原微生物实验室生物安全是其中的重要内容。</a:t>
            </a:r>
          </a:p>
          <a:p>
            <a:r>
              <a:t>实验室安全包括很多方面，而在微生物实验室，最核心的就是生物安全：既护住自己，也不让微生物跑出去。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生物安全依靠规范的做法、程序和设备，保护三方面：一是实验室工作人员；二是实验室和周边环境；三是社区公众。</a:t>
            </a:r>
          </a:p>
          <a:p>
            <a:r>
              <a:t>具体目标有两个：一是防止实验室获得性感染，即工作人员在实验中被感染；二是防止病原意外释放，即感染性材料因泄漏、设施故障或带出实验室而扩散到外界。防意外暴露、防病原外泄，挡住的是感染因子、毒素等各种生物危害。</a:t>
            </a:r>
          </a:p>
          <a:p>
            <a:r>
              <a:t>保护自己，保护实验室，也就保护了身边的每个人。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三个词常放在一起，含义不同：生物危害，是指可能对人、动物、植物或环境造成伤害的生物因子或材料；生物安全（实验室生物安全），重点防的是无意中的暴露和释放，比如操作失误、设施故障、防护失效，虽然不是故意的，也会危害人员和公众；生物安保，重点防的是生物材料被丢失、被盗、被滥用或被故意释放。</a:t>
            </a:r>
          </a:p>
          <a:p>
            <a:r>
              <a:t>三者互相咬合：认清危害是前提，生物安全措施防止意外，生物安保措施防止人为故意。实验室既要做好生物安全，也要管好菌（毒）种和样本的保管、登记和交接。生物安保的具体要求见第 083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生物安全工作有两大原则：一是风险评估，二是防护。</a:t>
            </a:r>
          </a:p>
          <a:p>
            <a:r>
              <a:t>风险评估在前：开展实验前，弄清要操作的病原或材料有什么危害、怎么操作、谁来操作、在哪里操作，判断风险有多大。防护在后：按评估结果，选择相应级别的实验室、安全设备、个人防护装备和操作规程。没有评估，防护就可能不足或过度。生物风险评估的具体步骤见第 067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防护不是一样东西，而是一整套：规范的操作方法和程序（如规程、培训、良好的微生物操作习惯）；专门的安全设备（如生物安全柜、密封离心杯、个人防护装备）；专门设计的实验室设施（如分区、门禁、通风、洗手和消毒灭菌设施）。</a:t>
            </a:r>
          </a:p>
          <a:p>
            <a:r>
              <a:t>三要素要配套使用，合起来才是一套防护体系，缺一环就可能出事。例如有生物安全柜但不按规程操作，或操作规范但实验室级别不够，防护都有漏洞。</a:t>
            </a:r>
          </a:p>
          <a:p>
            <a:r>
              <a:t>防护的目的是减少暴露：人不暴露，环境也不暴露。能消除危害的先消除（如不必要的操作不做），不能消除的尽量减少（如用安全设备、做好个人防护）。生物安全柜的原理和使用见第 071、072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5P 是评估生物风险时常用的五个要素：</a:t>
            </a:r>
          </a:p>
          <a:p>
            <a:r>
              <a:t>1. 病原：先弄清操作的是什么，查《人间传染的病原微生物目录》确定危害程度和所需防护水平。注意：我国把病原微生物按危害程度分为四类，第一类危害最大、第四类最小；国际上通行的“风险组”则是 1 组最低、4 组最高，两者顺序相反，不能混用（详见第 058 课）。</a:t>
            </a:r>
          </a:p>
          <a:p>
            <a:r>
              <a:t>2. 人员：谁来做，能力和健康状况是否合适；先培训、考核合格，才能上岗。</a:t>
            </a:r>
          </a:p>
          <a:p>
            <a:r>
              <a:t>3. 场所：实验室的防护级别要与病原危害和实验活动相匹配（实验室分级见第 059 课）。</a:t>
            </a:r>
          </a:p>
          <a:p>
            <a:r>
              <a:t>4. 个人防护：按评估结果选择防护装备（见第 074 课）。</a:t>
            </a:r>
          </a:p>
          <a:p>
            <a:r>
              <a:t>5. 规程：操作步骤写清楚，照着做。</a:t>
            </a:r>
          </a:p>
          <a:p>
            <a:r>
              <a:t>五个 P 相互影响，要一起看，才能定准风险，再决定采取哪些控制措施；哪个 P 薄弱就先补哪个，短板补上，风险才真正降下来。在此之上还有安全文化：人人尽责，安全才稳。如何确定具体实验的防护等级见第 060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开展生物实验，首先要遵守国家法规。我国生物安全的主要依据包括：</a:t>
            </a:r>
          </a:p>
          <a:p>
            <a:r>
              <a:t>- 《中华人民共和国生物安全法》：生物安全领域的基础性法律，对病原微生物实验室生物安全管理、法律责任等作出规定。</a:t>
            </a:r>
          </a:p>
          <a:p>
            <a:r>
              <a:t>- 《病原微生物实验室生物安全管理条例》：把病原微生物按危害程度分为四类，把实验室按生物安全防护水平分为一级至四级，规定各级实验室可以从事的实验活动、备案和审批要求。</a:t>
            </a:r>
          </a:p>
          <a:p>
            <a:r>
              <a:t>- GB 19489-2008《实验室 生物安全通用要求》（国家标准）和 WS 233《病原微生物实验室生物安全通用准则》（行业标准）：规定风险评估、设施设备、管理体系等技术和管理要求（均以现行文本为准）。</a:t>
            </a:r>
          </a:p>
          <a:p>
            <a:r>
              <a:t>- 《人间传染的病原微生物目录》（以现行版本为准）：查病原的危害程度分类和各类实验活动所需的防护水平。</a:t>
            </a:r>
          </a:p>
          <a:p>
            <a:r>
              <a:t>- 本校生物安全管理制度。</a:t>
            </a:r>
          </a:p>
          <a:p>
            <a:r>
              <a:t>实验人员的职业安全同样有法可依：单位要为实验人员提供防护装备、培训和健康监护。开展生物实验前先做风险评估，在相应防护级别的实验室里进行。法规体系的总体框架见第 002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国际上有通行的实验室生物安全手册，从生物安全的一般原则讲起，涵盖风险评估、防护、设备、培训等内容，是学习和参照的好起点。</a:t>
            </a:r>
          </a:p>
          <a:p>
            <a:r>
              <a:t>但任何国际手册都只能在本国法律框架内使用：国家和地方法规优先，国际手册作为补充和背景；其中引用的国外法规、数值和做法不能直接照搬。在我国，一切做法以国内法律法规、国家标准、行业标准和本校规定为准。</a:t>
            </a:r>
          </a:p>
          <a:p>
            <a:r>
              <a:t>落脚点是本土化：每个实验室都要依据国家标准和本单位制度，编写适合本实验室的安全手册和操作规程，并让每个人知晓。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合规，就是遵守法律、法规、标准和规则。遵守国家和地方的法律法规、标准，是外部合规；遵守本单位的方针、制度和规程，是内部合规。</a:t>
            </a:r>
          </a:p>
          <a:p>
            <a:r>
              <a:t>实验室要把适用的要求找全：国家法律法规、国家标准和行业标准、地方规定、学校和学院的制度，逐项对照、逐项落实，一项不落。可以问问自己：我们遵从哪些法律、指南、伦理要求、规范和标准？翻一翻本实验室的制度和记录，就知道合规做到了哪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《病原微生物实验室生物安全管理条例》等规定（以现行文本为准）：新建、改建、扩建一级、二级生物安全实验室，按规定向主管部门备案；三级、四级实验室须通过国家认可，开展高致病性病原微生物相关实验活动还须经批准。具体程序以现行规定和本校规定为准。</a:t>
            </a:r>
          </a:p>
          <a:p>
            <a:r>
              <a:t>学生不得擅自开展高致病性病原微生物或未经评估审批的实验活动，不得在防护级别不够的实验室里做高级别的实验（越级操作），不得私自带出、转移、赠送菌（毒）种和样本。</a:t>
            </a:r>
          </a:p>
          <a:p>
            <a:r>
              <a:t>违反生物安全法律法规，要承担相应的法律责任。守规矩，既是保护自己，也是保护大家。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生物安全的知识和法规在不断更新，要持续学习新知识、新规定，按要求参加复训。</a:t>
            </a:r>
          </a:p>
          <a:p>
            <a:r>
              <a:t>工作中对异常保持警觉：设备报警、气流异常、样本容器破损、身体不适等，都要立即停止操作，报告实验室负责人，按本校规定处理。</a:t>
            </a:r>
          </a:p>
          <a:p>
            <a:r>
              <a:t>把风险挡在实验室里、防患于未然，靠的是每个人。生物安全的组织和责任见第 070 课，安全文化见第 010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答案：B。解析：我国按危害程度把病原微生物分为四类，第一类危害最大、第四类最小；国际风险组 1 组最低、4 组最高，顺序相反。</a:t>
            </a:r>
          </a:p>
          <a:p>
            <a:r>
              <a:t>第 2 题 答案：B。解析：生物安全保护人员、环境和公众，目标是防止实验室获得性感染和防止病原意外释放。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答案：C。解析：生物安全重点防无意的暴露和释放，生物安保重点防丢失、被盗、被滥用和故意释放，二者相辅相成。</a:t>
            </a:r>
          </a:p>
          <a:p>
            <a:r>
              <a:t>第 4 题 答案：D。解析：5P 指病原、人员、场所、个人防护、规程，五个要素一起看才能定准风险。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答案：B。解析：国际手册只作参考，必须在国内法律框架内使用，以国内法规、国家标准、行业标准和本校规定为准。</a:t>
            </a:r>
          </a:p>
          <a:p>
            <a:r>
              <a:t>第 6 题 答案：属于越级操作和私带样本，违反生物安全法规和本校规定，要承担法律责任；应先做风险评估，在相应防护级别的实验室开展并按规定审批，样本不得带出实验室。解析：守规矩既保护自己，也保护公众。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生物安全的概念与法规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第6章 生物安全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72 镜）　适用对象：进入生命科学、医学、农学、环境等涉及生物材料实验室的高校本科生、研究生和教职工（必修，进入生物实验室前完成）；实验室负责人和生物安全员重点学习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057 · 生物安全的概念与法规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057 生物安全的概念与法规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能说出生物安全的含义（安全操作、封闭控制）和目的（保护人员、环境和公众，防实验室获得性感染和病原意外释放），能区分生物危害、生物安全与生物安保。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能说出生物安全的两大原则（风险评估与防护）、防护三要素（操作、设备、设施）和 5P 评估要素，知道国内病原分类与国际风险组顺序相反。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能说出我国生物安全的主要法规和标准（生物安全法、病原微生物实验室生物安全管理条例、GB 19489、WS 233、《人间传染的病原微生物目录》），知道国际手册只作参考。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能判断哪些做法违规（越级操作、私带样本、未经审批开展高致病性病原实验活动），知道违规要承担法律责任。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057 · 生物安全的概念与法规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057 生物安全的概念与法规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《中华人民共和国生物安全法》（2021 年 4 月 15 日起施行，以现行文本为准）：生物安全领域的基础性法律，规定病原微生物实验室生物安全管理、法律责任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《病原微生物实验室生物安全管理条例》（国务院令第 424 号公布，以现行文本为准）：病原微生物按危害程度分四类，实验室按防护水平分四级；一级、二级实验室备案，三级、四级实验室国家认可，高致病性病原微生物实验活动须经批准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19489-2008（以现行文本为准）《实验室 生物安全通用要求》：风险评估、实验室设施设备、管理体系与安全手册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WS 233（以现行文本为准）《病原微生物实验室生物安全通用准则》：病原微生物实验室生物安全的通用技术和管理要求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《人间传染的病原微生物目录》（国家卫生健康委发布，以现行版本为准）：病原微生物危害程度分类和实验活动所需防护水平的依据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号，以现行文本为准）及高校实验室安全检查项目表：生物安全实验室的备案、准入、培训和管理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本校生物安全管理制度：生物安全委员会审查、准入培训、实验活动审批，以本校规定为准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057 · 生物安全的概念与法规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生物实验室多了看不见的生物危害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057 生物安全的概念与法规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生物实验要和细胞、微生物打交道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病原体肉眼看不见，却能让健康人生病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样本、锐器、移液产生的气溶胶，风险就在手边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还有化学品和设备危害，措施一样不能少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生命科学实验离不开细胞、微生物和各种生物样本。与其他实验室相比，生物实验室除了化学品、仪器设备、用电等常见危险，还多了一类生物危害：细菌、病毒等病原体肉眼看不见，却可能让健康人感染生病。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认为“看不见就没危险”，随意对待样本和培养物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只注意生物危害，忽视同一实验室里的化学品和设备危险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057 · 生物安全的概念与法规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生物因子失控，会威胁公共卫生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057 生物安全的概念与法规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生物因子一旦失控，会威胁公众健康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一旦传开，可能引起流行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认识指示病例、医院内感染、经皮刺伤、流行病学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管好风险，研究才能走得远；这是共同的责任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因子与化学品不同：它能在人群中传播。一旦从实验室失控逸出，受害的可能不只是操作者本人，还可能引起疾病流行，威胁整个社会的公共卫生。随着新发传染病不断出现，生物因子对公众健康的威胁也在增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认为实验室感染只影响自己一个人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认为生物安全只是生物安全员的事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057 · 生物安全的概念与法规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什么是生物安全：安全操作、封闭控制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057 生物安全的概念与法规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生物安全就是安全地操作感染性材料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并把它们牢牢控制、封闭在里面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给生物因子划好边界，不让它逸出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微生物实验室最核心的就是生物安全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生物安全，讲的是怎样安全地操作有感染性的微生物和其他有危害的生物材料，并把它们控制、封闭（也称“防护”或“封闭”）在规定的范围内。所谓防护，就是给生物因子划定边界，让它留在设备和设施里，不逸出伤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把生物安全理解成“戴好手套就行”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只想着保护实验样品，不考虑把病原封闭在实验室内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057 · 生物安全的概念与法规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目的：护人员、护环境、护公众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057 生物安全的概念与法规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首先保护做实验的人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也保护实验室环境和周边社区公众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目标一：防止实验室获得性感染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目标二：防止病原意外释放到外界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生物安全依靠规范的做法、程序和设备，保护三方面：一是实验室工作人员；二是实验室和周边环境；三是社区公众。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只关心自己不被感染，把污染的物品、衣物带出实验室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认为病原“漏一点”不要紧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057 · 生物安全的概念与法规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生物危害、生物安全与生物安保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057 生物安全的概念与法规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生物危害：可能伤人的生物因子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生物安全：防无意的暴露和释放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生物安保：防丢失、被盗、被滥用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三者互相咬合，一个也不能少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这三个词常放在一起，含义不同：生物危害，是指可能对人、动物、植物或环境造成伤害的生物因子或材料；生物安全（实验室生物安全），重点防的是无意中的暴露和释放，比如操作失误、设施故障、防护失效，虽然不是故意的，也会危害人员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认为生物安全只管操作，样本丢了与己无关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把菌（毒）种和样本随意放在不上锁、无登记的地方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057 · 生物安全的概念与法规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两大原则：风险评估与防护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057 生物安全的概念与法规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生物安全有两大原则：风险评估和防护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先评估风险有多大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再按评估结果配上相应的防护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生物安全工作有两大原则：一是风险评估，二是防护。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不做评估，凭经验决定在哪里做、怎么防护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认为防护越多越好，不看评估结果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057 · 生物安全的概念与法规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防护三要素：操作、设备、设施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057 生物安全的概念与法规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防护靠规范操作、安全设备和专门设施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生物安全柜就是常用的安全设备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三者配套，少一样防护就有漏洞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目的是减少暴露，能消除就消除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防护不是一样东西，而是一整套：规范的操作方法和程序（如规程、培训、良好的微生物操作习惯）；专门的安全设备（如生物安全柜、密封离心杯、个人防护装备）；专门设计的实验室设施（如分区、门禁、通风、洗手和消毒灭菌设施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有了生物安全柜就忽视操作规程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认为个人防护装备可以代替合格的实验室设施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057 · 生物安全的概念与法规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5P：评估风险的五个要素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057 生物安全的概念与法规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5P：病原、人员、场所、防护、规程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国内第一类最危险，与国际风险组顺序相反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人员培训合格、身体适合；场所级别配得上危害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五个 P 一起看，哪个薄弱先补哪个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再加安全文化：人人尽责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5P 是评估生物风险时常用的五个要素：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把国际风险组的“4 组”当成国内的“第四类”，弄反危害高低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只看病原危害，不看人员能力和实验操作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057 · 生物安全的概念与法规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国内生物安全法规与标准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057 生物安全的概念与法规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生物安全法是生物安全领域的基本法律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条例规定病原分四类、实验室分四级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技术要求看 GB 19489 和 WS 233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病原分类查《人间传染的病原微生物目录》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单位要提供防护、培训和健康监护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开展生物实验，首先要遵守国家法规。我国生物安全的主要依据包括：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只看国外课程或教材，不了解国内法规和本校规定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引用法规不核对现行文本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057 · 生物安全的概念与法规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国际手册只作参考，以国内法规为准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057 生物安全的概念与法规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国际上的生物安全手册是很好的参照起点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它从生物安全的一般原则讲起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必须在国内法律框架内使用，国内法规优先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各实验室要编写本实验室的安全手册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国际上有通行的实验室生物安全手册，从生物安全的一般原则讲起，涵盖风险评估、防护、设备、培训等内容，是学习和参照的好起点。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照搬国外手册中的数值和做法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实验室没有自己的安全手册，或手册放着没人看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057 · 生物安全的概念与法规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合规：外部合规与内部合规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057 生物安全的概念与法规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守国家法规标准，是外部合规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守单位方针和制度，是内部合规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国家、地方、学校的要求，逐项找全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对照制度，看看合规做到哪一步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合规，就是遵守法律、法规、标准和规则。遵守国家和地方的法律法规、标准，是外部合规；遵守本单位的方针、制度和规程，是内部合规。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只知道国家法规，不知道本校、本实验室的规定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制度写在纸上，没有逐项落实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057 · 生物安全的概念与法规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依法备案审批，违规要担责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057 生物安全的概念与法规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一级、二级实验室按规定备案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三级、四级实验室须经国家认可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高致病性病原的实验活动，先审批再做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越级操作、私带样本都是违规，要担法律责任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按《病原微生物实验室生物安全管理条例》等规定（以现行文本为准）：新建、改建、扩建一级、二级生物安全实验室，按规定向主管部门备案；三级、四级实验室须通过国家认可，开展高致病性病原微生物相关实验活动还须经批准。具体程序以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认为“只做一次、量很小”就可以在普通实验室里做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把样本带回宿舍或私自送给其他单位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057 · 生物安全的概念与法规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持续学习、保持警觉、防患未然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057 生物安全的概念与法规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持续学习新知识、新规定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对异常保持警觉，及时报告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防患于未然，人人做到生物安全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生物安全的知识和法规在不断更新，要持续学习新知识、新规定，按要求参加复训。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培训一次就不再更新知识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发现异常怕麻烦不报告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057 · 生物安全的概念与法规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057 生物安全的概念与法规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下列关于我国病原微生物分类的说法，正确的是：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第四类危害最大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第一类危害最大，与国际风险组的顺序相反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与国际风险组顺序相同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只有三类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判断：生物安全的目的只是保护做实验的人不被感染。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057 · 生物安全的概念与法规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057 生物安全的概念与法规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防止菌（毒）种和样本被丢失、被盗、被滥用，主要属于：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生物危害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生物安全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生物安保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化学安全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5P 评估要素不包括：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病原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人员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场所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价格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057 · 生物安全的概念与法规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057 生物安全的概念与法规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判断：国际实验室生物安全手册内容全面，可以直接替代我国的法规和标准。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简答：同学想在普通教学实验室里“只做一次”需要更高防护级别的实验，还打算把样本带回宿舍，这些做法有什么问题？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生物实验室多了看不见的生物危害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生物因子失控，会威胁公共卫生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什么是生物安全：安全操作、封闭控制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目的：护人员、护环境、护公众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生物危害、生物安全与生物安保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两大原则：风险评估与防护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防护三要素：操作、设备、设施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5P：评估风险的五个要素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国内生物安全法规与标准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国际手册只作参考，以国内法规为准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合规：外部合规与内部合规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依法备案审批，违规要担责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持续学习、保持警觉、防患未然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