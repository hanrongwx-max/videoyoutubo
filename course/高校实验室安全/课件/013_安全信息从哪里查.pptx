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开始一个新实验之前要做调研。调研不只是查实验方法，还要查安全信息：要用的材料和设备有什么危害，同类实验出过什么事故，需要哪些审批（如管制化学品、病原微生物、放射性物质、动物实验）。</a:t>
            </a:r>
          </a:p>
          <a:p>
            <a:r>
              <a:t>查询的时机是“动手之前”：新实验开始前、第一次使用某种化学品或设备前、实验条件（用量、温度、压力）改变前，都要先读安全技术说明书和相关资料，找出危害，定好防护和应急办法。这些信息是风险评估的依据（第 014、015 课）；评估完成后请导师或实验室负责人把关，再开始实验。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识别化学品危害的两件基本工具是化学品安全技术说明书（SDS）和化学品安全标签。实验室里的每种危险化学品都应有说明书，通常由生产或供应单位提供，内容按 GB/T 16483-2008（以现行文本为准）规定的项目编写，包括危险性、急救、消防、泄漏处理、操作储存、个体防护、理化性质、毒理等信息；安全标签按 GB 15258-2009（以现行文本为准）编写，用象形图、信号词和危险性说明提示主要危害。</a:t>
            </a:r>
          </a:p>
          <a:p>
            <a:r>
              <a:t>《中华人民共和国危险化学品安全法》（2026 年 5 月 1 日起施行）及《危险化学品安全管理条例》（以现行文本为准）要求危险化学品附有与之相符的中文安全技术说明书和安全标签，即“一书一签”。实验室应把说明书放在随手可查的地方（纸质或电子），使用前先阅读。说明书各部分的读法和标签要素见第 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技术说明书是了解化学品危害的首要依据，但它描述的是产品出厂时的状态。实验中把几种化学品混合、加热反应、改变浓度，或把小量实验放大，产物和过程的危害可能与原料完全不同，说明书管不了这些情况。</a:t>
            </a:r>
          </a:p>
          <a:p>
            <a:r>
              <a:t>因此，混合、反应、放大等情况要结合反应原理、文献资料和专家意见另外评估，放大实验前要重新评估并经负责人批准（见第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自己新合成的物质、中间体或文献中少见的化合物，往往没有现成的安全技术说明书，也查不到毒性和理化数据。没有数据不等于没有危害，恰恰意味着危害未知。</a:t>
            </a:r>
          </a:p>
          <a:p>
            <a:r>
              <a:t>处理这类物质时，应参考结构相似物质的资料推断可能的危害，按可能的最危险情况采取防护：少量操作、在通风柜内进行、佩戴合适的防护用品，并在容器上标明名称、合成人和日期。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信息不全或不同供应商的说明书不一致时，可以查阅化学品安全数据库、化学品安全手册和专业工具书。有的数据库汇总了多个来源的信息，便于比较；说明书和数据库也可能有错漏，重要信息要多查几个来源互相核对。</a:t>
            </a:r>
          </a:p>
          <a:p>
            <a:r>
              <a:t>阅读国外资料时常见一种四色菱形标识，四格分别表示健康、易燃、反应性和特殊危险，数字从 0 到 4，越大越危险。国内化学品的危害分类和标签以 GB 30000 系列（以现行文本为准）和安全标签上的象形图、信号词为准，不以国外标识代替。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责人不会时时在身边，但实验室本身就保存着大量安全信息：实验室安全手册和安全操作规程，写明本室的规则、防护用品怎么穿、在哪里脱，以及应急程序；已有的风险评估记录，写明每项实验的危险和控制措施；化学品台账，记录本室存放了哪些化学品、存在哪里、有多少；门口的安全信息牌，标明危险类别和联系人（见第 012 课）。</a:t>
            </a:r>
          </a:p>
          <a:p>
            <a:r>
              <a:t>具体化学品的防护要求，查说明书的个体防护部分。新进实验室的人员应先把这些资料读一遍，有疑问及时问。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查了资料仍拿不准，或者发现安全问题（例如有人穿着实验服进入办公区），要及时求助和沟通，不要自己猜。求助的顺序一般是：实验室负责人、导师和实验室安全员；学院实验室安全管理员；学校实验室安全管理部门、保卫处等职能部门（具体以本校规定为准）。</a:t>
            </a:r>
          </a:p>
          <a:p>
            <a:r>
              <a:t>涉及生物安全、辐射、特种设备等专业问题，可通过学校相关委员会或主管部门请教有经验的专家。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和数据库告诉我们的是化学品的危害，即它固有的性质；但实际风险取决于怎么用：用量多少、用什么方法、在什么场所、有什么防护。用量少、方法得当、在通风柜内操作，高危化学品的风险也可以很低；反过来，大量、敞开、随意操作，危害较低的化学品也可能造成伤害。</a:t>
            </a:r>
          </a:p>
          <a:p>
            <a:r>
              <a:t>所以查到信息只是第一步，还要据此进行风险评估，确定控制措施（第 014、015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期刊论文和实验手册中常有关于危险步骤的安全提示（如放热、易爆中间体、需要惰性气氛），查方法时要一并读。学校、学院通报的实验室事故案例，以及公开报道的同类事故，能告诉我们哪些环节容易出事、后果有多严重。</a:t>
            </a:r>
          </a:p>
          <a:p>
            <a:r>
              <a:t>把查到的事故原因和教训写进自己的风险评估和操作规程，是避免重蹈覆辙最直接的方法。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查安全信息时还要查清所用化学品是否属于国家管制的类别：是否列入《危险化学品目录》，是否属于剧毒化学品、易制爆危险化学品（《易制爆危险化学品名录》）或易制毒化学品（《易制毒化学品管理条例》）等（以现行版本为准）。</a:t>
            </a:r>
          </a:p>
          <a:p>
            <a:r>
              <a:t>管制化学品须按本校规定提前申请审批，从合法渠道购买，按“五双”等要求储存、领用和登记（第 5 章讲解）。不能私自购买、转借或带出实验室。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答案：B。解析：危险化学品应有“一书一签”。</a:t>
            </a:r>
          </a:p>
          <a:p>
            <a:r>
              <a:t>第 2 题 答案：B。解析：没有数据意味着危害未知，应按可能的最危险情况做好防护。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答案：B。解析：说明书只讲危害，不替你评估风险，也管不了混合物和放大。</a:t>
            </a:r>
          </a:p>
          <a:p>
            <a:r>
              <a:t>第 4 题 答案：C。解析：先问负责人和安全员，再找学院、学校安全管理部门或专家。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答案：材料和设备的危害、同类实验出过的事故、需要的审批（如是否属于管制化学品）。解析：这些是风险评估的依据。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安全信息从哪里查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49 镜）　适用对象：全体进入高校实验室的本科生、研究生和教职工（必修）；开展新实验、使用新物质的人员重点学习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能说出实验前查找安全信息的主要途径：安全技术说明书、安全标签、数据库与手册、实验室安全资料、文献与事故案例、向人求助。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88738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738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能判断安全技术说明书的局限：只讲出厂状态，没有说明书不等于没有危害。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8796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8796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能做到：新实验动手前查清危害、事故教训和审批要求，并把信息用于风险评估。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日起施行）及《危险化学品安全管理条例》（以现行文本为准）：化学品安全技术说明书和安全标签（“一书一签”）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15258-2009（以现行文本为准）《化学品安全标签编写规定》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号，以现行文本为准）：安全手册、操作规程、风险评估与化学品台账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《危险化学品目录》、《易制爆危险化学品名录》（以现行版本为准）；《易制毒化学品管理条例》（以现行文本为准）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本校危险化学品采购、审批和台账管理规定（以本校规定为准）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动手之前，先查安全信息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调研不只查方法，还要查安全信息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查危害、查出过的事故、查要什么审批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这些都是风险评估的依据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评估好了，请导师把关再动手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开始一个新实验之前要做调研。调研不只是查实验方法，还要查安全信息：要用的材料和设备有什么危害，同类实验出过什么事故，需要哪些审批（如管制化学品、病原微生物、放射性物质、动物实验）。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只查实验方法，不查安全信息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先领试剂开始做，有问题再查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说明书和标签：两件基本工具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识别化学品危害主要靠说明书和标签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安全技术说明书写全危害、防护和应急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安全标签一眼看出主要危害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危险化学品要有“一书一签”，放在实验室随手可查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识别化学品危害的两件基本工具是化学品安全技术说明书（SDS）和化学品安全标签。实验室里的每种危险化学品都应有说明书，通常由生产或供应单位提供，内容按 GB/T 16483-2008（以现行文本为准）规定的项目编写，包……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不知道本实验室的说明书放在哪里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只看瓶身名称，不看标签上的象形图和危险性说明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说明书只讲出厂状态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说明书是化学品安全的首要依据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它讲的是出厂时的状态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混合物、放大规模后性质可能改变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这些情况要自己另外评估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技术说明书是了解化学品危害的首要依据，但它描述的是产品出厂时的状态。实验中把几种化学品混合、加热反应、改变浓度，或把小量实验放大，产物和过程的危害可能与原料完全不同，说明书管不了这些情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认为读过每种原料的说明书，就了解了整个实验的危害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小试成功后直接放大规模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没有说明书，不等于没有危害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新合成的物质可能没有说明书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查不到数据，不等于安全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先弄清性质，按最危险的情况做好防护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自己新合成的物质、中间体或文献中少见的化合物，往往没有现成的安全技术说明书，也查不到毒性和理化数据。没有数据不等于没有危害，恰恰意味着危害未知。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查不到毒性数据，就当作无毒处理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数据库和其他资料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说明书查不全时，可查化学品安全数据库和手册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有的数据库汇总多个来源，要互相核对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国外资料常见四色菱形，数字越大越危险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国内以安全标签的象形图和信号词为准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信息不全或不同供应商的说明书不一致时，可以查阅化学品安全数据库、化学品安全手册和专业工具书。有的数据库汇总了多个来源的信息，便于比较；说明书和数据库也可能有错漏，重要信息要多查几个来源互相核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只查一个来源就下结论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用国外标识代替国内安全标签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实验室自己的安全资料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实验室安全手册和操作规程要读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风险评估记录写明每项实验的危险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化学品台账告诉你这里存了什么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防护用品怎么穿、在哪脱，手册里都有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负责人不会时时在身边，但实验室本身就保存着大量安全信息：实验室安全手册和安全操作规程，写明本室的规则、防护用品怎么穿、在哪里脱，以及应急程序；已有的风险评估记录，写明每项实验的危险和控制措施；化学品台账，记录本室存放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不读本实验室的安全手册和规程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不知道化学品台账，不清楚本室存了哪些危险品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拿不准时向谁求助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拿不准时，要知道可以向谁求助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先问实验室负责人和安全员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再问学院和学校的安全管理部门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复杂问题请教有经验的专家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查了资料仍拿不准，或者发现安全问题（例如有人穿着实验服进入办公区），要及时求助和沟通，不要自己猜。求助的顺序一般是：实验室负责人、导师和实验室安全员；学院实验室安全管理员；学校实验室安全管理部门、保卫处等职能部门（具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拿不准时凭感觉操作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发现问题不说，怕麻烦别人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资料讲危害，风险靠评估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资料只告诉你危害，不替你评估风险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风险要结合用量、方法、场所来评估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用量少、方法对，高危化学品风险也能低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大意也能让低危化学品风险升高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和数据库告诉我们的是化学品的危害，即它固有的性质；但实际风险取决于怎么用：用量多少、用什么方法、在什么场所、有什么防护。用量少、方法得当、在通风柜内操作，高危化学品的风险也可以很低；反过来，大量、敞开、随意操作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看到说明书上危害多就不敢用，或者危害少就随意用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从文献和事故案例中学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文献里的安全提示别跳过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同类实验出过的事故要查一查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把别人的教训变成自己的措施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期刊论文和实验手册中常有关于危险步骤的安全提示（如放热、易爆中间体、需要惰性气氛），查方法时要一并读。学校、学院通报的实验室事故案例，以及公开报道的同类事故，能告诉我们哪些环节容易出事、后果有多严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只摘录文献里的实验条件，忽略安全提示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查清是否属于管制化学品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查是否属于剧毒、易制爆、易制毒等管制化学品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管制的要先审批，按规定购买使用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领用、使用都要登记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查安全信息时还要查清所用化学品是否属于国家管制的类别：是否列入《危险化学品目录》，是否属于剧毒化学品、易制爆危险化学品（《易制爆危险化学品名录》）或易制毒化学品（《易制毒化学品管理条例》）等（以现行版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不知道所用试剂属于易制毒或易制爆化学品，未经审批就购买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识别化学品危害的两件基本工具是：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实验记录本和台账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安全技术说明书和安全标签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教材和论文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门禁卡和登记本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判断：新合成的物质查不到毒性数据，可以按无毒物质处理。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关于安全技术说明书，下列说法正确的是：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它能说明任何混合物和放大实验的危害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它描述的是产品出厂状态，混合、放大要另外评估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有了它就不必做风险评估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只需供应商保存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查了资料仍拿不准时，首先应该：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凭经验操作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上网随便找个视频照做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问实验室负责人、导师和安全员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放弃实验不报告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简答：新实验动手前，调研时要查哪些安全信息？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动手之前，先查安全信息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说明书和标签：两件基本工具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说明书只讲出厂状态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没有说明书，不等于没有危害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数据库和其他资料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实验室自己的安全资料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拿不准时向谁求助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资料讲危害，风险靠评估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从文献和事故案例中学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查清是否属于管制化学品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