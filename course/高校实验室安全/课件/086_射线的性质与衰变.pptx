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实验室和医学中常见的电离辐射分为两类：一类是高能光子，即 X 射线和 γ 射线，它们都是电磁波，区别主要在来源——γ 射线来自原子核，X 射线来自核外电子或电子被减速（如 X 射线管）；另一类是粒子，包括 α 粒子、β 粒子和中子。</a:t>
            </a:r>
          </a:p>
          <a:p>
            <a:r>
              <a:t>不同种类的射线电离本领、穿透本领和对人体的危害都不同，所以防护方法也不同。做实验前要先弄清所用核素或装置放出的是哪种射线、能量大致多高。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α 粒子由两个质子和两个中子组成（即氦原子核），带正电，质量大。它沿途与物质剧烈作用，电离本领很强，但能量很快耗尽，所以射程很短：在空气中只能走几厘米，一张纸就能把它挡住。</a:t>
            </a:r>
          </a:p>
          <a:p>
            <a:r>
              <a:t>用计数器演示时，α 源一靠近，计数猛增；拉开几厘米，几乎测不到了；中间插一张纸，计数也一下子降下来（注意扣除本底）。</a:t>
            </a:r>
          </a:p>
          <a:p>
            <a:r>
              <a:t>α 外照射危害小，但这不等于 α 源无害（见 K6）。演示和实验中要用镊子等工具，戴手套，不徒手接触放射源。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β 粒子是原子核衰变时放出的高能电子，带负电，质量很小。它的电离本领比 α 弱，穿透本领比 α 强得多：在空气中能走几十厘米甚至更远（与能量有关），拉开十几厘米还能测到不少计数。</a:t>
            </a:r>
          </a:p>
          <a:p>
            <a:r>
              <a:t>一张纸挡不住 β，薄铝片也挡不住多少，要用足够厚的铝板或有机玻璃、塑料板才能挡住。实验室常见的 β 核素有磷-32、碳-14、氢-3（氚）等，能量高低差别很大：氚的 β 能量很低，连皮肤表层都穿不透，但进入体内仍有危害；磷-32 的 β 能量高，要用有机玻璃屏蔽（屏蔽材料见 K7）。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γ 射线是原子核放出的高能光子，属于电磁波，不带电。它的电离本领最弱、穿透本领最强。</a:t>
            </a:r>
          </a:p>
          <a:p>
            <a:r>
              <a:t>用计数器演示时，γ 源拉远计数会下降，但降不到零；纸和铝片对 γ 几乎没有作用；厚铅片也只能使它减弱一部分，再加一块铅，仍然挡不完。γ 射线在物质中是按比例逐渐减弱的，没有一个“刚好全部挡住”的厚度，只能用足够厚的铅、混凝土等把它减弱到可接受的水平（半值层和屏蔽计算见第 090 课）。</a:t>
            </a:r>
          </a:p>
          <a:p>
            <a:r>
              <a:t>γ 射线与物质的作用主要有光电效应、康普顿散射和电子对效应，作用中产生的电子再使物质电离；原子序数高、密度大的材料（如铅）减弱 γ 的效果好。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比较三种射线，看两样本领：电离本领（沿途使物质电离的能力）和穿透本领（能穿过多厚的物质）。用纸、铝片、铅片三样简单的东西就能比较：纸挡住 α，铝挡住 β，铅只能减弱 γ。</a:t>
            </a:r>
          </a:p>
          <a:p>
            <a:r>
              <a:t>两种本领此消彼长：α 电离最强、穿透最弱；β 居中；γ 电离最弱、穿透最强。在空气中，α 射程最短，β 居中，γ 最远。</a:t>
            </a:r>
          </a:p>
          <a:p>
            <a:r>
              <a:t>α 带正电、β 带负电、γ 不带电，所以在电场和磁场中，α 和 β 向相反方向偏转，γ 不偏转。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从体外照射时：α 粒子连皮肤表面的死细胞层都很难穿过，几乎照不到内脏；β 粒子能进入皮下浅层，主要伤害皮肤和眼晶状体；γ 和 X 射线穿透力强，能照射到全身，是外照射的主要危害；中子穿透深，在人体中主要被氢原子核散射、被氮等原子核俘获，全身危害大，需要专门防护。</a:t>
            </a:r>
          </a:p>
          <a:p>
            <a:r>
              <a:t>进入体内（内照射）时情况不同：α 核素一旦被吸入、吃进或经伤口进入体内，它的全部能量集中沉积在很小范围的组织里，危害很大。所以操作 α 核素和其他非密封放射性物质，重点是防止摄入：在通风橱或手套箱中操作，戴手套，禁止饮食和用嘴吸移液管，有伤口时不操作（见第 091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按射线种类选屏蔽材料：α 用一张纸（或手套、容器壁）就能挡住；β 用有机玻璃、塑料、铝等原子序数低的材料；γ 和 X 射线用铅、钨或厚混凝土；中子用石蜡、聚乙烯、水、含硼材料和混凝土等含氢多的材料减速吸收。</a:t>
            </a:r>
          </a:p>
          <a:p>
            <a:r>
              <a:t>高能 β 粒子直接打在铅等原子序数高的材料上，会产生轫致辐射（X 射线），反而增加照射。所以屏蔽高能 β 源（如磷-32）要先用有机玻璃挡住 β，外面再根据需要加铅挡住产生的 X 射线，不能“全用铅最保险”。</a:t>
            </a:r>
          </a:p>
          <a:p>
            <a:r>
              <a:t>放射性药物和 γ 核素常装在铅罐或钨罐中贮存和转运；β 核素实验常用有机玻璃挡板和屏蔽盒。屏蔽要和时间、距离配合使用（外照射防护见第 090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不稳定的原子核会自发衰变，变成更稳定的核素，同时放出 α、β、γ 等射线，还有光和热。不同核素放出的射线种类和能量各不相同。</a:t>
            </a:r>
          </a:p>
          <a:p>
            <a:r>
              <a:t>使用时按用途选择合适的核素，例如部分烟雾报警器中用的镅-241 源放出 α 粒子，正好能使空气电离用于探测烟雾；示踪实验按需要选氢-3、碳-14、磷-32 等。选核素时也要考虑防护：在满足实验需要的前提下，优先选能量低、半衰期短、毒性低的核素和尽量少的用量（最优化见第 089 课）。</a:t>
            </a:r>
          </a:p>
          <a:p>
            <a:r>
              <a:t>同位素有的稳定，有的有放射性；放射性同位素放出的射线会损伤人体组织，可能导致确定性效应和随机性效应（见第 088 课）。放射性物质要锁在专用贮存场所，有人看管，建立台账，防止丢失、被盗（见第 094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 X 射线、γ 射线照射过的物品和人，一般不会因此带上放射性：拍过片、做过 CT 的人，经过安检的行李，经过射线探伤的零件，经过辐照灭菌的医疗器械，都可以正常接触。射线装置断电后就不再产生 X 射线。</a:t>
            </a:r>
          </a:p>
          <a:p>
            <a:r>
              <a:t>只有在中子照射或高能粒子引起核反应等强照射条件下（如反应堆、加速器），物质才可能被“活化”而带上放射性，这类场所和物品按专门规定管理。</a:t>
            </a:r>
          </a:p>
          <a:p>
            <a:r>
              <a:t>注意区分“受照射”和“被污染”：放射性物质沾到皮肤、衣物或台面上（污染）才会带走放射性，要按规定检测和去污（见第 091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放射源有多“强”，用活度表示：活度是单位时间内发生衰变的原子核数。国际单位制和我国法定计量单位是贝可勒尔（贝可，Bq），1 Bq 表示每秒衰变 1 次。贝可很小，实验室常用千贝可（kBq）、兆贝可（MBq），医用和工业源常用吉贝可（GBq）。</a:t>
            </a:r>
          </a:p>
          <a:p>
            <a:r>
              <a:t>居里（Ci）是旧单位，国外资料和旧设备标牌上常见，1 Ci = 3.7×10¹⁰ Bq（370 亿贝可），1 mCi = 37 MBq。我国的记录、台账和报告一律使用贝可，遇到旧单位要先换算。</a:t>
            </a:r>
          </a:p>
          <a:p>
            <a:r>
              <a:t>辐射防护要“从源一路算到人”：源的活度→某处的照射量或剂量率→人受到的剂量（剂量和单位见第 087 课）。活度大不等于人一定受照多，还取决于射线种类、能量、距离、屏蔽和时间。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放射性核素即使放在瓶子里不动，也会不断衰变。原子核衰变掉一半（活度减为一半）所需的时间，叫物理半衰期。它只由核素本身决定，加热、加压、化学反应都改变不了。</a:t>
            </a:r>
          </a:p>
          <a:p>
            <a:r>
              <a:t>每过一个半衰期，活度减为原来的一半：两个半衰期剩 1/4，三个剩 1/8，n 个半衰期剩 (1/2)ⁿ，十个半衰期约剩千分之一。不同核素的半衰期相差极大，短的不到一秒，长的达几十亿年。</a:t>
            </a:r>
          </a:p>
          <a:p>
            <a:r>
              <a:t>半衰期是选核素、估算源强、安排实验和处理废物的重要依据：短半衰期的放射性废物可以在屏蔽条件下暂存，等它衰变到规定水平以下再按规定处置（放射性废物见第 091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放射源的活度随时间按半衰期不断减少。衰变表按经过的时间（天、月、年）列出剩余活度占初始活度的比例，或者直接列出各日期的活度。</a:t>
            </a:r>
          </a:p>
          <a:p>
            <a:r>
              <a:t>使用时，看源的标签或证书上的初始活度和标定日期，查衰变表（或按半衰期计算）就能知道源现在有多强。短半衰期核素（如磷-32、碘-131）几天、几周变化就很明显，实验用量、屏蔽和计数都要按当天的活度安排。</a:t>
            </a:r>
          </a:p>
          <a:p>
            <a:r>
              <a:t>台账中记录源的核素、初始活度、标定日期和当前估算活度，便于清点和管理（见第 094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进入体内的物质会通过代谢、排泄（尿、粪、汗、呼气）逐渐离开身体，像浴缸从排水口往外流。体内某种物质排出一半所需的时间，叫生物半衰期。它取决于元素的化学形态和人体的代谢，与放射性衰变无关。</a:t>
            </a:r>
          </a:p>
          <a:p>
            <a:r>
              <a:t>不同核素差别很大：含氚的水随体液交换，较快排出；碘被甲状腺摄取并留住，排出很慢；锶的化学性质像钙，会沉积在骨骼中，排出需要很多年；氡等惰性气体吸入后几分钟到几小时就随呼气排出。</a:t>
            </a:r>
          </a:p>
          <a:p>
            <a:r>
              <a:t>生物半衰期还随化学形态、器官、年龄和健康状况而不同，所以内照射剂量要由专业人员按规定方法估算。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体内的放射性核素有两条减少的路：一是自己衰变（物理半衰期），二是被身体排出（生物半衰期）。两条路同时走，就像浴缸开着两个出水口同时放水，体内活度减少得比任何一条路都快。这两条路合起来的减半时间，叫有效半衰期，它总比物理半衰期和生物半衰期都短；两者中较短的那个起主要作用。</a:t>
            </a:r>
          </a:p>
          <a:p>
            <a:r>
              <a:t>二者的关系可以写成：1/有效半衰期 = 1/物理半衰期 + 1/生物半衰期。例如碘-131 的物理半衰期约 8 天，在甲状腺中的生物半衰期约 80 天，有效半衰期约 7 天，这里物理半衰期说了算。</a:t>
            </a:r>
          </a:p>
          <a:p>
            <a:r>
              <a:t>有效半衰期随放射性药物、器官，甚至个人的病情而不同，用于估算内照射剂量和核医学检查后的防护安排（见第 095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放在桌上或贮源容器里的密封源，活度只按物理半衰期减少；进入身体的核素，同时在衰变和被排出，身体是一个流动的系统。</a:t>
            </a:r>
          </a:p>
          <a:p>
            <a:r>
              <a:t>但总可能有一部分留在体内。如果核素半衰期很长，又沉积在骨骼等器官中排出很慢，就会长期照射身体。所以长寿命的密封源（如钴-60）绝不能拆开，更不能拿来做药；核医学用的放射性药物都选半衰期合适的核素（见第 095 课）。</a:t>
            </a:r>
          </a:p>
          <a:p>
            <a:r>
              <a:t>估算体内剂量时，不能只看物理半衰期：例如镭的物理半衰期很长，但在骨中的有效半衰期主要由排出决定，只按物理半衰期算会把剂量算得过高。要用有效半衰期或专业的生物动力学模型，由专业人员按规定方法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答案：B。解析：高能 β 打在铅上会产生 X 射线（轫致辐射），所以先用有机玻璃等轻材料，外面再加铅。</a:t>
            </a:r>
          </a:p>
          <a:p>
            <a:r>
              <a:t>第 2 题 答案：B。解析：α 外照射危害小，但一旦进入体内危害很大，操作时重点是防止摄入。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答案：B。解析：28 天是两个半衰期，活度剩 (1/2)² = 1/4。</a:t>
            </a:r>
          </a:p>
          <a:p>
            <a:r>
              <a:t>第 4 题 答案：C。解析：衰变和排出同时进行，有效半衰期总比两者都短，较短的那个起主要作用。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答案：1 Ci = 3.7×10¹⁰ Bq，1 mCi = 3.7×10⁷ Bq = 37 MBq。解析：活度单位用贝可，居里是旧单位，只作换算。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射线的性质与衰变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第7章 辐射安全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7 分钟（卡通视频 86 镜）　适用对象：使用放射性同位素（含放射性标记、示踪和核医学相关实验）、密封放射源或射线装置的本科生、研究生和教职工（辐射类必修）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 α、β、γ（X）射线和中子的本质、电离本领和穿透本领的差别，以及它们从体外照射和进入体内时危害的不同。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能按射线种类选择屏蔽材料：α 用纸，β 先用有机玻璃等轻材料、外面再加铅，γ 和 X 射线用铅或混凝土，中子用含氢多的材料。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能说出活度的含义和单位贝可（Bq），知道居里（Ci）是旧单位；能用半衰期和衰变表估算放射源现在的活度。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能区分物理半衰期、生物半衰期和有效半衰期，理解“有效半衰期比两者都短”，以及长寿命核素进入体内的危害。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18871-2002（以现行文本为准）《电离辐射防护与辐射源安全基本标准》：辐射防护的量和要求、放射源的安全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《放射性同位素与射线装置安全和防护条例》（以现行文本为准）：放射性同位素的贮存、使用、台账和安全保卫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《中华人民共和国计量法》及国家法定计量单位（以现行文本为准）：活度用贝可（Bq），居里等旧单位只作换算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本校辐射安全管理规定（以本校规定为准）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电离辐射有哪几种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电离辐射分两类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高能光子：X射线和γ射线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粒子：α、β和中子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实验室和医学中常见的电离辐射分为两类：一类是高能光子，即 X 射线和 γ 射线，它们都是电磁波，区别主要在来源——γ 射线来自原子核，X 射线来自核外电子或电子被减速（如 X 射线管）；另一类是粒子，包括 α 粒子、……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以为“辐射”都是一回事，用一种办法防所有射线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不了解所用核素放出哪种射线就开始实验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α粒子：电离强，射程短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α粒子由两个质子、两个中子组成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带正电，沿途电离本领很强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拉开几厘米，几乎测不到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一张纸就能挡住α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α 粒子由两个质子和两个中子组成（即氦原子核），带正电，质量大。它沿途与物质剧烈作用，电离本领很强，但能量很快耗尽，所以射程很短：在空气中只能走几厘米，一张纸就能把它挡住。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 α 一张纸就挡住，所以 α 核素“没什么危险”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徒手拿取演示源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β粒子：走得更远，厚铝板才挡住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β粒子是原子核放出的高能电子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比α走得远得多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一张纸、薄铝片都挡不住多少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换成厚铝板或有机玻璃才挡住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β 粒子是原子核衰变时放出的高能电子，带负电，质量很小。它的电离本领比 α 弱，穿透本领比 α 强得多：在空气中能走几十厘米甚至更远（与能量有关），拉开十几厘米还能测到不少计数。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用纸或薄塑料袋当 β 的屏蔽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 β 核素都一样，不看能量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γ射线：穿透最强，铅也只能减弱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γ射线不是粒子，是高能光子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拉远了会下降，但降不到零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纸和铝对γ几乎没作用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厚铅也只是减弱，挡不完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γ 射线是原子核放出的高能光子，属于电磁波，不带电。它的电离本领最弱、穿透本领最强。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以为加一块铅就“完全没有辐射”了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以为离开一点距离 γ 就测不到了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电离与穿透，此消彼长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比两样：电离本领和穿透本领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工具很简单：纸、铝片、铅片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纸挡α，铝挡β，铅减弱γ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α电离最强穿透最弱，γ正好相反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磁场里α、β偏向相反，γ不偏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比较三种射线，看两样本领：电离本领（沿途使物质电离的能力）和穿透本领（能穿过多厚的物质）。用纸、铝片、铅片三样简单的东西就能比较：纸挡住 α，铝挡住 β，铅只能减弱 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把“电离强”当成“穿透强”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认为穿透最强的 γ 对体内危害一定最大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射线进入人体：穿透不同，危害不同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α在体外，死皮就能挡住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α一旦吃进、吸进体内，危害很大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β能进皮肤浅层，伤皮肤和眼睛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γ和X射线穿透全身，是外照射主要危害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中子钻得深，危害大，要专门防护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从体外照射时：α 粒子连皮肤表面的死细胞层都很难穿过，几乎照不到内脏；β 粒子能进入皮下浅层，主要伤害皮肤和眼晶状体；γ 和 X 射线穿透力强，能照射到全身，是外照射的主要危害；中子穿透深，在人体中主要被氢原子核散射……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 α 外照射弱，就可以不戴手套、不用通风橱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只防外照射，不管吸入和沾污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不同射线，不同屏蔽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α一张纸就能挡住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β用有机玻璃，外面再加铅防X射线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γ和X射线用铅或厚混凝土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中子用石蜡等含氢多的材料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放射性药物常装在铅罐里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按射线种类选屏蔽材料：α 用一张纸（或手套、容器壁）就能挡住；β 用有机玻璃、塑料、铝等原子序数低的材料；γ 和 X 射线用铅、钨或厚混凝土；中子用石蜡、聚乙烯、水、含硼材料和混凝土等含氢多的材料减速吸收。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用铅直接屏蔽磷-32 等高能 β 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用铅屏蔽中子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衰变放出能量，按用途选核素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核素衰变，会变得更稳定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同时放出射线和热，能量各不相同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按用途选核素，比如烟感用α源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放射性同位素的射线会损伤组织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放射性物质，要锁好、看好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不稳定的原子核会自发衰变，变成更稳定的核素，同时放出 α、β、γ 等射线，还有光和热。不同核素放出的射线种类和能量各不相同。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拆开烟雾报警器把里面的源取出来玩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放射性物质随手放在普通试剂柜里，不登记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被照过的东西，一般不带放射性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被X射线照过的东西，一般不带放射性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拍过片的人和检测过的零件，可放心接触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中子等核反应强照射，才可能活化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被 X 射线、γ 射线照射过的物品和人，一般不会因此带上放射性：拍过片、做过 CT 的人，经过安检的行李，经过射线探伤的零件，经过辐照灭菌的医疗器械，都可以正常接触。射线装置断电后就不再产生 X 射线。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怕接触刚拍过片的同学或病人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把“被照射”和“被放射性物质污染”混为一谈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活度：每秒衰变多少次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活度是每秒衰变的次数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单位贝可，每秒衰变一次是1贝可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实验室常用千贝可、兆贝可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居里是旧单位，1居里等于370亿贝可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辐射的量，从源一路算到人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放射源有多“强”，用活度表示：活度是单位时间内发生衰变的原子核数。国际单位制和我国法定计量单位是贝可勒尔（贝可，Bq），1 Bq 表示每秒衰变 1 次。贝可很小，实验室常用千贝可（kBq）、兆贝可（MBq），医用和工……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台账里混用居里和贝可，不注明单位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把活度当成人受到的剂量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物理半衰期：自己衰变一半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核素放在瓶里，也会自己衰变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活度减半的时间，叫物理半衰期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只由原子核决定，谁也改变不了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过十个半衰期，约剩千分之一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短到不到一秒，长到几十亿年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放射性核素即使放在瓶子里不动，也会不断衰变。原子核衰变掉一半（活度减为一半）所需的时间，叫物理半衰期。它只由核素本身决定，加热、加压、化学反应都改变不了。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以为加热、稀释或化学处理能让放射性消失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以为过两个半衰期就“没有放射性了”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衰变表：查源现在有多强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放射源的活度一天天在减少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衰变表按日期列出剩余活度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看出厂活度和日期，查表就知道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先查清现在多强，再定防护和用量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放射源的活度随时间按半衰期不断减少。衰变表按经过的时间（天、月、年）列出剩余活度占初始活度的比例，或者直接列出各日期的活度。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一直按出厂活度安排实验，不考虑衰变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源的标定日期没记录，算不出现在的活度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生物半衰期：身体排出一半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身体像个浴缸，会往外排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排出一半的时间，叫生物半衰期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靠排泄和代谢，和衰变无关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碘留在甲状腺，锶像钙一样进骨头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惰性气体几分钟到几小时就出去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进入体内的物质会通过代谢、排泄（尿、粪、汗、呼气）逐渐离开身体，像浴缸从排水口往外流。体内某种物质排出一半所需的时间，叫生物半衰期。它取决于元素的化学形态和人体的代谢，与放射性衰变无关。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以为放射性物质进了体内很快都会排掉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以为多喝水就能把所有核素排出去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有效半衰期：两条路一起走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衰变和排出，两个出水口同时放水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有效半衰期比两者都短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谁更短，谁说了算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碘-131：物理8天，甲状腺约80天，合起来约7天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随药物、器官和人而不同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进入体内的放射性核素有两条减少的路：一是自己衰变（物理半衰期），二是被身体排出（生物半衰期）。两条路同时走，就像浴缸开着两个出水口同时放水，体内活度减少得比任何一条路都快。这两条路合起来的减半时间，叫有效半衰期，它总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只看物理半衰期估计体内活度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以为有效半衰期是物理和生物半衰期的平均值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桌上的源与身体里的源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桌上的密封源只按物理半衰期减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身体是流动的，会往外排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长寿命核素留在体内，会长期照射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长寿命的密封源，绝不能拿来做药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算体内剂量，要用有效半衰期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放在桌上或贮源容器里的密封源，活度只按物理半衰期减少；进入身体的核素，同时在衰变和被排出，身体是一个流动的系统。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以为密封源和放射性药物可以互相替代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自己凭物理半衰期估算体内剂量，下结论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屏蔽磷-32 等高能 β 源，正确的做法是：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直接用铅砖围起来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先用有机玻璃挡住 β，外面再根据需要加铅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用一张纸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不需要屏蔽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判断：α 粒子一张纸就能挡住，所以操作 α 核素不用担心吸入和摄入。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某核素的物理半衰期为 14 天，经过 28 天后，它的活度约为原来的：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1/2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1/4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1/8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下列关于有效半衰期的说法，正确的是：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等于物理半衰期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是物理和生物半衰期的平均值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比物理半衰期和生物半衰期都短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比两者都长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086 · 射线的性质与衰变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086 射线的性质与衰变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简答：一份旧资料写某源活度为 1 mCi，换成我国法定计量单位是多少？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电离辐射有哪几种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α粒子：电离强，射程短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β粒子：走得更远，厚铝板才挡住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γ射线：穿透最强，铅也只能减弱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电离与穿透，此消彼长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射线进入人体：穿透不同，危害不同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不同射线，不同屏蔽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衰变放出能量，按用途选核素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被照过的东西，一般不带放射性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活度：每秒衰变多少次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物理半衰期：自己衰变一半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衰变表：查源现在有多强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生物半衰期：身体排出一半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有效半衰期：两条路一起走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桌上的源与身体里的源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