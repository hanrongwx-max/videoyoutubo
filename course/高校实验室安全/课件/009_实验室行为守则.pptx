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实验室是多人共用的危险场所，一个人的随意行为可能伤到整个实验室的人。了解规则、遵守规则，是每个人的责任；同时还要学会发现身边的安全隐患，及时提醒或报告。</a:t>
            </a:r>
          </a:p>
          <a:p>
            <a:r>
              <a:t>“体谅前一个人，照顾下一个人”：用前检查，不抱怨前人留下的问题而是按规定处理；用后清理台面、设备归位、废物处置好，把干净安全的环境交给下一位使用者。安全从规范自己的行为做起。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教学实验课上，指导教师或实验室负责人应始终在场；科研实验中，实验室负责人和导师对本实验室的安全负责（见第 004 课）。开始操作前，他们会讲清实验技术、设备使用方法、需要的防护和注意事项。</a:t>
            </a:r>
          </a:p>
          <a:p>
            <a:r>
              <a:t>遇到问题先找负责人或指导教师。负责人、安全员发出的安全指令（如停止操作、撤离、佩戴防护用品）必须立即执行，有不同意见事后再沟通。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实验前要认真预习实验讲义或实验方案：明确实验目的、原理、步骤，使用的化学品和设备有哪些危害，需要哪些防护，出现意外如何处置。不能到了实验室才临时翻讲义、等别人告诉你怎么做。</a:t>
            </a:r>
          </a:p>
          <a:p>
            <a:r>
              <a:t>演示视频和老师的示范可以帮助理解操作，但只是预习的一部分，代替不了阅读讲义。原理不懂，就无法判断操作中的异常；只懂原理不会操作，也做不好实验。两样都要掌握。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实验操作要严格按照书面的操作规程（SOP）或经批准的实验方案进行，一步一步做，不跳步、不随意调换顺序、不凭感觉增减用量和条件。规程的编写见第 019 课。</a:t>
            </a:r>
          </a:p>
          <a:p>
            <a:r>
              <a:t>只做自己受过培训、经考核允许独立操作的工作。别人交给你的陌生任务、没培训过的仪器，要先接受培训，不能“边看边学”直接上手（见第 007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实验中遇到拿不准的情况——仪器怎么用、条件能不能改、出现了没见过的现象——先停下来问导师、负责人或带教人。自己乱试可能酿成事故；“慢慢做、小心点”也不能代替弄清楚。</a:t>
            </a:r>
          </a:p>
          <a:p>
            <a:r>
              <a:t>不擅自改变实验方案：改变试剂、用量、温度、压力、规模，或者改变装置的摆放（例如要在另一台仪器旁边放一台加热板），都可能带来新的风险，须先经负责人同意，必要时重新进行风险评估（第 2 章讲解）。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化学品和病原微生物等有害物质进入人体，主要有四条途径：经口食入、经呼吸道吸入、经皮肤和黏膜接触吸收、经锐器刺伤或割伤进入。</a:t>
            </a:r>
          </a:p>
          <a:p>
            <a:r>
              <a:t>实验室行为守则的很多条目，正是为了堵住这些途径：不吃不喝、不用手碰嘴，堵住食入；在通风柜内操作、不闻试剂，减少吸入；戴手套、不用手直接接触，防止皮肤吸收；规范使用锐器，防止刺伤。理解了“为什么”，就更容易做到“怎么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上、台面上、空气中的污染物会通过饮食进入人体，因此实验室工作区内禁止饮食、饮水、嚼口香糖，禁止吸烟（含电子烟），不化妆，不咬笔头、不用手摸脸。水杯、零食和书包放在实验室外或指定的存放区，吃喝到休息区进行，离开实验室前先洗手。</a:t>
            </a:r>
          </a:p>
          <a:p>
            <a:r>
              <a:t>实验室不是宿舍，不得在实验室内留宿、休息过夜。保持通道畅通、台面整洁。着装（长发束起、长裤、不穿短裙和露脚鞋）和个人卫生的详细要求见第 3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存放试剂、样品、培养物的冰箱和培养箱，以及实验用的微波炉、烘箱，都可能被化学品或微生物污染，不得存放或加热食品、饮料。同样，食品冰箱不能存放试剂和样品。</a:t>
            </a:r>
          </a:p>
          <a:p>
            <a:r>
              <a:t>实验用冰箱要有明显标识（如“禁止存放食品”）；存放易燃溶剂的冰箱还须符合防爆要求（第 5 章讲解）。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任何化学品、反应产物和样品，都不能用手直接接触，更不能尝味道或凑近容器口闻气味。取用固体用刮刀、药匙或镊子，取用液体用移液器或滴管，并佩戴合适的手套。</a:t>
            </a:r>
          </a:p>
          <a:p>
            <a:r>
              <a:t>确需辨别气味时（教学中极少需要），只能按老师指导用手轻轻扇动、远距离闻，且仅限明确低毒的物质。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实验时要专心，不玩手机、不戴耳机听音乐、不闲聊分心。实验室里不奔跑、不打闹、不搞恶作剧——一次推搡就可能打翻试剂瓶、撞倒装置。加热和反应进行中不离开岗位。</a:t>
            </a:r>
          </a:p>
          <a:p>
            <a:r>
              <a:t>专心不等于只盯着自己：要留意周围有谁、在做什么，看到地上的水、没盖好的试剂、异常的气味和声音，马上说出来。实验数据如实记录，这是科研诚信，也是事故追溯的依据。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真实常见的场景：有人辛苦一周准备好一排样品，离开去休息，回来发现被别人当成废瓶洗掉了。这既毁了别人的工作，也可能因为倒掉未知物质而引发危险。两条教训：不认识的瓶子，不要随便洗或倒；再生气，也不要拿东西撒气。</a:t>
            </a:r>
          </a:p>
          <a:p>
            <a:r>
              <a:t>自己的样品和试剂要贴好标签，写明名称、所有人、日期；看到不认识的瓶子、不属于自己的样品，先问清楚再动，无人认领的报告负责人处理。公用的仪器、器具用前登记、用后清洁归位，不据为己有，不擅自挪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仪器设备的外壳、防护罩、安全联锁和报警装置是保护使用者的关键措施。不得私自拆卸外壳和防护罩，不得短接、屏蔽联锁或报警，不得私自改动电路、气路，不得私拉乱接电线、串联插线板。</a:t>
            </a:r>
          </a:p>
          <a:p>
            <a:r>
              <a:t>设备确需改装、维修或改变用途的，报实验室负责人同意，由专业人员按规定实施，改装后经检查确认安全再使用。电气安全见第 8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人在实验室做危险实验，一旦受伤、中毒或晕倒，就没有人能及时施救和报警。因此危险性较高的实验（如使用剧毒品、易燃易爆品、高温高压、高能量设备等）不得一个人进行，按本校规定至少两人在场，互相照应。</a:t>
            </a:r>
          </a:p>
          <a:p>
            <a:r>
              <a:t>即使是一般实验，也尽量不要在实验室独处；确需单独工作时，要登记去向，让同伴或负责人知道你在哪里、在做什么、预计何时结束，并按约定保持联系。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夜间、周末和节假日实验室人少，出了事难以及时发现和救援，风险更高。确需在这些时间做实验的，应按本校规定提前向实验室负责人报备或申请，经同意后进行；高风险操作一般不安排在此时，确需进行的必须两人以上在场。</a:t>
            </a:r>
          </a:p>
          <a:p>
            <a:r>
              <a:t>疲劳会让注意力和判断力明显下降，是差错的重要原因（见第 011 课）。累了就停下来休息，不熬夜赶实验。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热、回流、蒸馏等反应进行中，操作人不得离开。确需长时间或过夜运行的设备（如培养箱、某些长时间反应），要经实验室负责人同意，确认设备和防护措施可靠（如温控、过热保护、冷却水断流保护），并在设备上挂牌，写明实验内容、负责人、运行起止时间和联系电话，出现状况时别人能马上找到你。</a:t>
            </a:r>
          </a:p>
          <a:p>
            <a:r>
              <a:t>不需要继续运行的设备，离开前一律关闭、断电。明火和电炉等加热设备不得无人看管。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结束或最后一个离开实验室时，要逐项检查：水龙头和冷却水是否关闭，不用的设备是否断电，气瓶总阀和燃气阀是否关闭，化学品是否归位，门窗是否关好，然后再锁门离开。很多实验室在门口设有离开前检查表，照表逐项确认。</a:t>
            </a:r>
          </a:p>
          <a:p>
            <a:r>
              <a:t>漏关的冷却水可能水淹楼下，忘断的电源可能引起火灾，没关的气阀可能导致泄漏，离开前的一分钟检查非常值得。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答案：C。解析：实验室工作区禁止饮食，实验用冰箱和微波炉不得存放或加热食品。</a:t>
            </a:r>
          </a:p>
          <a:p>
            <a:r>
              <a:t>第 2 题 答案：B。解析：危险实验不得独自做，按规定至少两人在场；夜间节假日实验要先报备。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答案：C。解析：不认识的瓶子先问再动，自己的样品要贴好名字和日期。</a:t>
            </a:r>
          </a:p>
          <a:p>
            <a:r>
              <a:t>第 4 题 答案：B。解析：无人值守运行须经同意并挂牌留联系方式，其他设备离开前断电。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答案：C。解析：不得私自改装设备、短接联锁，改装维修由专业人员按规定实施。</a:t>
            </a:r>
          </a:p>
          <a:p>
            <a:r>
              <a:t>第 6 题 答案：食入、吸入、皮肤和黏膜接触、锐器刺伤。解析：不吃不喝、不闻、戴手套、规范用锐器等守则就是堵住这些途径。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实验室行为守则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第1章 法规、管理与安全文化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71 镜）　适用对象：全体进入高校实验室的本科生、研究生和教职工（必修）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454298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281421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能说出实验室基本行为守则：听从负责人、课前预习、按规程操作、拿不准就问。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698" y="1828800"/>
            <a:ext cx="3454298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88738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8738" y="3108960"/>
            <a:ext cx="281421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能判断哪些行为违反守则：饮食吸烟化妆、实验冰箱放食品、用手碰和闻尝化学品、嬉闹、擅动他人样品、私自改装仪器。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8756" y="1828800"/>
            <a:ext cx="3454298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8796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8796" y="3108960"/>
            <a:ext cx="281421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能做到：危险实验不独自做，夜间节假日实验先报备，无人值守设备经同意并挂牌，离开前检查水电气门窗。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号，以现行文本为准）：实验室人员行为规范、禁止饮食吸烟和过夜、危险实验与无人值守管理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教育部高校实验室安全检查项目表（以现行文本为准）：实验室场所与行为规范类检查项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《中华人民共和国安全生产法》（以现行文本为准）：从业人员遵守安全规章制度和操作规程、服从管理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生物安全通用要求》：实验室工作区禁止饮食、吸烟和化妆等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日起施行）及《危险化学品安全管理条例》（以现行文本为准）：危险化学品使用单位的操作规程和安全管理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4793.1-2007（以现行文本为准）《测量、控制和实验室用电气设备的安全要求 第1部分》：设备防护和联锁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本校实验室安全管理制度、夜间和节假日实验审批及设备运行管理规定（以本校规定为准）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尊重实验室，从自己的行为做起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尊重实验室，也尊重身边的同伴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每个人的行为决定大家是否安全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体谅前一个人，照顾下一个人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懂规则、守规则，还要会发现隐患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实验室是多人共用的危险场所，一个人的随意行为可能伤到整个实验室的人。了解规则、遵守规则，是每个人的责任；同时还要学会发现身边的安全隐患，及时提醒或报告。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认为“只要我自己小心就行”，不在意对别人的影响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用完台面和设备不清理，留给下一个人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听从实验室负责人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实验课上负责人或指导教师始终在场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开工前讲清技术、设备和防护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有问题先找他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他的安全指令必须照办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教学实验课上，指导教师或实验室负责人应始终在场；科研实验中，实验室负责人和导师对本实验室的安全负责（见第 004 课）。开始操作前，他们会讲清实验技术、设备使用方法、需要的防护和注意事项。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老师不在时擅自开始实验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对“停止操作”的指令置之不理，坚持做完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课前预习：看演示不能代替读讲义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实验课前先读讲义预习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别指望到了现场才有人告诉你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看演示视频只是预习，代替不了讲义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原理和操作，两样都要弄明白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实验前要认真预习实验讲义或实验方案：明确实验目的、原理、步骤，使用的化学品和设备有哪些危害，需要哪些防护，出现意外如何处置。不能到了实验室才临时翻讲义、等别人告诉你怎么做。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不预习，到实验室才看讲义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只看演示视频，不读讲义中的安全注意事项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按书面规程做，只做培训过的工作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严格按书面规程，一步一步做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不跳步，不凭感觉改步骤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只做自己受过培训的工作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别人的活，没学过别乱接手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实验操作要严格按照书面的操作规程（SOP）或经批准的实验方案进行，一步一步做，不跳步、不随意调换顺序、不凭感觉增减用量和条件。规程的编写见第 019 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凭经验省略规程中的步骤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帮同学操作自己没培训过的仪器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拿不准就问，不擅改方案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拿不准，先问导师或负责人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不自己乱试，也不是慢慢做就行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改变方案或装置布置，先经同意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仪器旁加热、加设备，先问再做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实验中遇到拿不准的情况——仪器怎么用、条件能不能改、出现了没见过的现象——先停下来问导师、负责人或带教人。自己乱试可能酿成事故；“慢慢做、小心点”也不能代替弄清楚。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怕被批评，不懂也不问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为了加快进度，擅自放大反应规模或提高温度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守则堵住的是暴露途径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有害物进入人体主要有四条路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食入、吸入、皮肤接触、刺伤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行为守则就是把这些路堵上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手上和台面的污染会跟着进嘴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化学品和病原微生物等有害物质进入人体，主要有四条途径：经口食入、经呼吸道吸入、经皮肤和黏膜接触吸收、经锐器刺伤或割伤进入。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认为守则只是形式，不理解背后的暴露途径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不吃、不喝、不吸烟、不化妆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实验室里不吃不喝，严禁吸烟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嚼口香糖、咬笔头、化妆也不行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水杯零食书包放在门外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吃喝去休息区，先洗手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不在实验室休息过夜，通道保持畅通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手上、台面上、空气中的污染物会通过饮食进入人体，因此实验室工作区内禁止饮食、饮水、嚼口香糖，禁止吸烟（含电子烟），不化妆，不咬笔头、不用手摸脸。水杯、零食和书包放在实验室外或指定的存放区，吃喝到休息区进行，离开实验室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在实验台上放水杯，边做实验边喝水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在实验室搭折叠床过夜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实验冰箱和微波炉不碰食品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试剂冰箱、培养箱不放食物饮料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实验室的微波炉不热饭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实验用的冰箱只放实验材料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存放试剂、样品、培养物的冰箱和培养箱，以及实验用的微波炉、烘箱，都可能被化学品或微生物污染，不得存放或加热食品、饮料。同样，食品冰箱不能存放试剂和样品。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把午饭放进试剂冰箱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用实验室微波炉热饭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不用手碰，不闻不尝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化学品和产物不用手直接碰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不凑近闻，不尝味道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取样用刮刀、镊子等工具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任何化学品、反应产物和样品，都不能用手直接接触，更不能尝味道或凑近容器口闻气味。取用固体用刮刀、药匙或镊子，取用液体用移液器或滴管，并佩戴合适的手套。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用手指捏取结晶产物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凑到瓶口闻未知液体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专心操作，不嬉闹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专心操作，做实验时不玩手机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不奔跑、不打闹、不搞恶作剧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留意周围，发现隐患马上说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守规范，数据如实记录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实验时要专心，不玩手机、不戴耳机听音乐、不闲聊分心。实验室里不奔跑、不打闹、不搞恶作剧——一次推搡就可能打翻试剂瓶、撞倒装置。加热和反应进行中不离开岗位。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一边操作一边刷手机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和同学开玩笑推搡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别人的样品先问再动，公用器具用完归位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不认识的瓶子，不要去洗、不要倒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自己的样品贴好名字和日期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不认识的瓶子先问清楚再动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公用器具用了登记，用完归位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一个真实常见的场景：有人辛苦一周准备好一排样品，离开去休息，回来发现被别人当成废瓶洗掉了。这既毁了别人的工作，也可能因为倒掉未知物质而引发危险。两条教训：不认识的瓶子，不要随便洗或倒；再生气，也不要拿东西撒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把别人没贴标签的样品当废液倒掉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借用公用器具不登记、不归还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不私自改装仪器设备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不拆外壳和防护罩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不短接、不屏蔽安全联锁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改装维修报负责人，由专业人员做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仪器设备的外壳、防护罩、安全联锁和报警装置是保护使用者的关键措施。不得私自拆卸外壳和防护罩，不得短接、屏蔽联锁或报警，不得私自改动电路、气路，不得私拉乱接电线、串联插线板。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嫌联锁麻烦，用胶带把门开关粘住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自己拆开仪器“修一修”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危险实验不独自做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危险实验不能一个人做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身边有人，出事能互相帮忙、及时报警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高风险实验按规定至少两人在场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至少让人知道你在哪、在做什么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一个人在实验室做危险实验，一旦受伤、中毒或晕倒，就没有人能及时施救和报警。因此危险性较高的实验（如使用剧毒品、易燃易爆品、高温高压、高能量设备等）不得一个人进行，按本校规定至少两人在场，互相照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夜里一个人做高温高压实验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单独工作不告诉任何人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夜间节假日实验先报备，不疲劳作业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夜间节假日人少，风险更高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先向负责人报备，经同意再做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累了就停，不疲劳做实验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夜间、周末和节假日实验室人少，出了事难以及时发现和救援，风险更高。确需在这些时间做实验的，应按本校规定提前向实验室负责人报备或申请，经同意后进行；高风险操作一般不安排在此时，确需进行的必须两人以上在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节假日偷偷进实验室，不报备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连续熬夜做实验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无人值守实验：经同意，挂牌留联系方式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加热、反应进行中，人不能走开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确需过夜运行，要经负责人同意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挂牌写明在做什么、到几点、怎么联系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其他设备离开前关闭断电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加热、回流、蒸馏等反应进行中，操作人不得离开。确需长时间或过夜运行的设备（如培养箱、某些长时间反应），要经实验室负责人同意，确认设备和防护措施可靠（如温控、过热保护、冷却水断流保护），并在设备上挂牌，写明实验内容、负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开着电炉加热就去吃饭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过夜实验不挂牌、不留联系方式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离开前检查水电气门窗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做完实验，关水、断电、关气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水电气门窗逐项检查一遍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确认无误再锁门离开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结束或最后一个离开实验室时，要逐项检查：水龙头和冷却水是否关闭，不用的设备是否断电，气瓶总阀和燃气阀是否关闭，化学品是否归位，门窗是否关好，然后再锁门离开。很多实验室在门口设有离开前检查表，照表逐项确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最后离开的人没检查就锁门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只关灯，不关水和气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下列做法符合实验室行为守则的是：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实验台上放水杯，口渴时喝一口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把午饭放进试剂冰箱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水杯零食放在门外，吃喝到休息区并先洗手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用实验室微波炉热饭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判断：只要自己足够小心，危险实验可以一个人在夜里做。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实验台上有一排没贴标签的瓶子，你不知道是谁的，应当：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直接洗掉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倒进水池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先问清楚是谁的，无人认领报告负责人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拿来自己用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一台培养箱需要过夜运行，正确的做法是：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开着就走，第二天再看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经负责人同意，挂牌写明实验内容、运行时间和联系电话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把门锁好就行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请保洁人员帮忙看着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009 · 实验室行为守则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009 实验室行为守则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嫌仪器的安全联锁“太麻烦”，下列哪种做法正确？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用胶带把联锁开关粘住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拆掉防护罩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报告负责人，确需改动由专业人员处理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自己改接线路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简答：有害物质进入人体的四条主要途径是什么？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尊重实验室，从自己的行为做起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听从实验室负责人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课前预习：看演示不能代替读讲义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按书面规程做，只做培训过的工作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拿不准就问，不擅改方案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守则堵住的是暴露途径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不吃、不喝、不吸烟、不化妆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实验冰箱和微波炉不碰食品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不用手碰，不闻不尝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专心操作，不嬉闹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别人的样品先问再动，公用器具用完归位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不私自改装仪器设备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危险实验不独自做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夜间节假日实验先报备，不疲劳作业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无人值守实验：经同意，挂牌留联系方式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离开前检查水电气门窗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