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风险管理就是把实验室的生物风险管住，这是实验室每个人的事。它是一套系统方法，把两件事合在一起：生物安全，防的是人员意外接触和病原意外泄漏；生物安保，防的是生物材料丢失、被盗和被故意滥用（生物安保见第 083 课）。伦理意识和领导力也是这套方法的组成部分。</a:t>
            </a:r>
          </a:p>
          <a:p>
            <a:r>
              <a:t>它管的是生物材料的处理、储存和处置，从拿到手到最后销毁，每一环都要管；重点是病原微生物、生物毒素和转基因生物。国家层面的生物安全领域很广，包括重大传染病防控、遗传资源保护、外来物种入侵防范等，本课聚焦其中的实验室生物安全（概念与法规见第 057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为什么要建立生物风险管理？首先是防止实验室获得性感染：在实验室工作，不应把病带回家。其次是保护公众和环境，无论意外还是蓄意，都不让有害生物因子外泄；它也关系到国家生物安全。</a:t>
            </a:r>
          </a:p>
          <a:p>
            <a:r>
              <a:t>第三是依法依规。国际上有生物安全手册和管理标准可作参考，在国内首先要遵守《中华人民共和国生物安全法》《病原微生物实验室生物安全管理条例》和国家标准、行业标准，以及学校的规定。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我国，病原微生物实验室的生物安全管理由实验室设立单位负责，实验室负责人是第一责任人（以现行法规为准）。高校按学校—学院—实验室三级管理落实责任：学校制定制度、设立生物安全委员会，学院监督检查，实验室负责人组织本实验室的风险评估、规程、培训和日常管理（组织与负责人见第 070 课）。</a:t>
            </a:r>
          </a:p>
          <a:p>
            <a:r>
              <a:t>生物安全委员会负责审议实验室的风险评估、重要实验活动和规程等事项。实验室按 GB 19489-2008 等标准建立生物安全管理体系：有管理手册、程序文件、操作规程和记录，有年度安全计划，并通过内部审核和管理评审持续运行（审核见第 066 课）。本课讲的 AMP 模型是国际通行的生物风险管理方法，在这一国内框架下使用。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AMP 模型是国际通行的管理生物风险的基本方法，由三步组成：评估（Assessment）、减缓（Mitigation）、绩效（Performance）。评估回答“有什么风险、有多大”；减缓回答“怎样把风险降下来”；绩效回答“怎么确认风险真的降下来了”。也可以概括成：找出风险、评估大小、降低风险、持续盯住。</a:t>
            </a:r>
          </a:p>
          <a:p>
            <a:r>
              <a:t>这三步是生物风险管理的基础，做完一圈再来一圈，不断改进。学习本章，就是要学会三件事：会做风险评估，找出这个病原、这项操作的具体风险；会用各类控制措施把风险降下来；会评价这些措施是不是真的管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第一步是风险评估：找出实验里有哪些有害生物因子，这东西有多危险，我要做什么操作，估计出事的可能性和后果有多大，从而判断风险高低。</a:t>
            </a:r>
          </a:p>
          <a:p>
            <a:r>
              <a:t>风险评估由实验室负责人组织，生物安全管理人员审核，必要时提交生物安全委员会审议；做实验的人也要参与评估，并了解评估结论。评估是其他所有工作的出发点，具体步骤和方法见第 067、068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第二步是风险减缓：按控制层级（消除、替代、工程控制、管理控制、个人防护，见第 017 课）采取措施，把风险降到可接受的程度。设施设备、标准操作规程和个人防护用品要一起上，不能只靠一种。生物安全措施防止人员意外暴露，生物安保措施防止样本丢失、被盗。</a:t>
            </a:r>
          </a:p>
          <a:p>
            <a:r>
              <a:t>加完控制措施后要再评估残余风险：仍不可接受，就再加控制，或者不开展该实验。风险看可能性也看后果；风险越高，投入的资金和人力也要越足。具体控制措施见第 069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步是绩效评估：看控制措施选得对不对、有没有执行、管不管用，设备和防护有没有正常工作。方法包括定期检查，看措施是否真的落实；审核记录，看体系是否按规定运行；组织应急演练，看大家会不会处置。</a:t>
            </a:r>
          </a:p>
          <a:p>
            <a:r>
              <a:t>发现问题就采取纠正措施，并回到第一步重新评估、改进。绩效评估与审核的具体做法见第 066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管理实验室靠一个循环：计划、执行、检查、改进（PDCA），周而复始。用到生物风险上，就是 AMP 三步：策划从风险评估开始（识别危害、评估风险、确定怎样管住风险），对应“计划”；减缓对应“执行”；绩效对应“检查”和“改进”。也有人把它概括为意识、行动、反省，缺一不可。</a:t>
            </a:r>
          </a:p>
          <a:p>
            <a:r>
              <a:t>PDCA 的核心是“写下怎么做，就照写的做”，再检查做得怎么样。生物安全员观察大家实际怎么做，找出问题的根本原因，改进规程，再回到评估。检查发现的问题变成下一轮的计划，每转一圈，安全水平就提高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里的事是一环扣一环的：一环出错，整条链都受影响。管理体系就是把这些相互关联的过程一起管，还要不断改进。可以把一项检测工作的流程一步步画出来：收样、检测、记录、结果安全上传；每一步都会产生废物，要按规程去污、合规处置。</a:t>
            </a:r>
          </a:p>
          <a:p>
            <a:r>
              <a:t>完善的体系由几个部分撑起来（风险评估、风险减缓、绩效监测、培训与能力、事件报告、持续改进），像几根柱子撑房子，缺一根就不稳。管生物安全的人，除了懂微生物和管理，还要懂一点气流方向、通风空调、给排水等设施知识（见第 064 课），这些本事要在工作中慢慢积累。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体系有五个要素。第一，定义：定目标、划过程，这个实验室做什么，范围到哪。建实验室之前先问几个问题：做哪些实验？要什么仪器和规程？工作怎么安排、谁做什么？牵涉运输、灭活、废物哪些环节？怎样更安全、更高效？有哪些限制？第二，结构：谁负责什么，每个人按哪份规程做。</a:t>
            </a:r>
          </a:p>
          <a:p>
            <a:r>
              <a:t>第三，理解：各环节相互依存，人也有极限，疲劳最容易出事，工作分配要均衡，培训要到位。第四，改进：盯住事故和事件，找到缺口、修订规程（见 K13）。第五，认清约束：没有完美的体系，经费不够、缺少合格的人等限制要事先认清，量力而行。即使还没在生物实验室工作，也可以设想一个实验室，练习写方针、写计划，再想怎么落实、怎么检查改进。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体系一切从一份生物安全方针开始。方针写明单位的承诺：把安全放进主业，遵守国家法律法规和标准，持续改进。</a:t>
            </a:r>
          </a:p>
          <a:p>
            <a:r>
              <a:t>体系能否成功，地基是领导承诺：单位和实验室负责人认领方针，给足人员、经费和设施等资源，把安全放在优先位置，而不是只挂在墙上。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方针要讲给每一个人听，包括保洁、清运、维修等进入实验室的人员；生物安全和生物安保一起管，最终变成每个人的习惯（安全文化见第 010 课）。</a:t>
            </a:r>
          </a:p>
          <a:p>
            <a:r>
              <a:t>体系能不能落地，要看安全文化：负责人带头遵守，规矩才立得住；每个人都可以提出问题和建议，发现隐患敢说、愿意报告。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计划落地要做五件事：搭建组织架构，分配职责，任命合格的人员，抓好培训，把方针和做法讲到位。</a:t>
            </a:r>
          </a:p>
          <a:p>
            <a:r>
              <a:t>日常运行要管好八个方面：运行控制，电气、化学等一般安全，库存台账，工作计划，操作规范，废物管理，人员管理，设施的保养和维修。通用模板只是起点，要结合本单位、本实验室的实际，制定具体的生物风险管理程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运行中出了事故或事件（包括未遂事件），说明规程有漏洞，要趁小补上。出了问题要查到根本原因，采取纠正措施，同时寻找改进的机会（事故调查与根本原因分析见第 162 课）。</a:t>
            </a:r>
          </a:p>
          <a:p>
            <a:r>
              <a:t>定期回顾，把程序和制度改得更好；新版本发布后，旧版本要收回，防止误用。持续改进要做到：人人有主人翁意识，定期评估，规程有效，预防在先，持续培训，定改进目标，表扬做得好的人。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的生物风险管理计划（安全计划）是把体系落到本实验室的成文安排，可以按九块内容组织：范围与目标、角色与职责、风险评估程序、标准操作规程、培训与能力、事件响应与报告、维护与检查、文件与记录、评审与审核。GB 19489-2008 对实验室年度安全计划也有要求（以现行文本为准）。</a:t>
            </a:r>
          </a:p>
          <a:p>
            <a:r>
              <a:t>写计划前先摸清家底：菌（毒）种和样本、化学品、锐器、设备都列成清单，清单随时更新，计划才对得上。第一块写范围：管哪些房间，用哪些微生物，做哪些实验；再写目标：要达到怎样的安全状态。目标和指标要具体、能检查，写成文件，事后能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第二块是角色与职责：实验室负责人是第一责任人；实验室安全员负责日常检查和提醒；每个实验人员按规程做好自己的工作；学校管理部门和设施保障部门的职责也要写明。</a:t>
            </a:r>
          </a:p>
          <a:p>
            <a:r>
              <a:t>计划写好后交学院审核，学校存档，与三级管理衔接；组内人人学习，知道自己的职责（组织与职责见第 070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第三块是风险评估程序：先识别危害，再判断风险高低；写清谁来评估、用什么方法、结果谁审核；定期评估，人员、病原、操作或设施有变化时重新评估（见第 067 课）。</a:t>
            </a:r>
          </a:p>
          <a:p>
            <a:r>
              <a:t>第四块是标准操作规程：关键操作和关键设备各有一份规程，按规程一步一步做，不凭记忆（规程编写见第 019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第五块是培训与能力：培训内容包括安全操作、应急程序，也包括科研伦理和生物安保意识。培训后要考核，确认真的会做才算有能力；用能力表记录谁会做什么、谁被授权做什么，一目了然。</a:t>
            </a:r>
          </a:p>
          <a:p>
            <a:r>
              <a:t>培训不是一次了事，要持续学习、定期复训，能力才跟得上。流程中的每一步都有专人负责：处理样本的学样本处理规程，管废物的学废物规程（准入培训见第 007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第六块是事件响应与报告：不管是意外事故还是安保事件，都要有渠道及时发现、报告和处理。发生溢洒、暴露，先按应急预案处置（见第 078 课），再按实验室负责人、学院、学校主管部门逐级报告，不隐瞒、不拖延；应急联系电话写进计划，贴在实验室显眼处。</a:t>
            </a:r>
          </a:p>
          <a:p>
            <a:r>
              <a:t>第七块是维护与检查计划：哪台设备、多久检查一次，写成日程；检定合格贴标签，过期停用（见第 064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第八块是文件与记录：文件要有版本号，旧版及时收回。每项生物安全工作都要有记录，包括培训、检查、事件、库存和规程执行；记录要及时、真实、受控、可追溯，问题才查得出来。</a:t>
            </a:r>
          </a:p>
          <a:p>
            <a:r>
              <a:t>第九块是评审与审核：定期看计划落实得怎么样，发现问题就改，计划随之更新（内部审核和管理评审见第 066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体系的各部分都要写成文件，一般分四层：管理手册规定方针、目标、组织和职责；程序文件规定各项管理活动怎么运转；标准操作规程（作业指导书）教你每项操作具体怎么做；记录证明确实做到了。GB 19489-2008 对管理体系文件和记录也有相应要求（以现行文本为准）。</a:t>
            </a:r>
          </a:p>
          <a:p>
            <a:r>
              <a:t>文件齐全、层次清楚、相互一致，日常照着做，检查时才拿得出来。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答案：B。解析：评估问有什么风险，减缓问怎样降下来，绩效问怎么确认真的降下来了。</a:t>
            </a:r>
          </a:p>
          <a:p>
            <a:r>
              <a:t>第 2 题 答案：B。解析：生物风险管理包括生物安全和生物安保两部分，实验室要管好材料的全过程。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答案：B。解析：每转一圈，管理就提高一点。</a:t>
            </a:r>
          </a:p>
          <a:p>
            <a:r>
              <a:t>第 4 题 答案：B。解析：手册定方针职责，程序管运转，规程教操作，记录证明做到。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答案：B。解析：计划经学院审核、学校存档，组内人人学习，知道自己的职责。</a:t>
            </a:r>
          </a:p>
          <a:p>
            <a:r>
              <a:t>第 6 题 答案：范围与目标（含危险源清单）、角色与职责、风险评估程序、标准操作规程、培训与能力、事件响应与报告、维护与检查、文件与记录、评审与审核。解析：九块内容对应体系的各个要素。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生物风险管理体系与AMP模型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8 分钟（卡通视频 96 镜）　适用对象：进入生命科学、医学、农学、环境等涉及生物材料实验室的高校本科生、研究生和教职工（必修）；实验室负责人、生物安全员和编写实验室生物安全管理文件的人员重点学习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能说出生物风险管理的含义（生物安全加生物安保）、目的，以及国内“设立单位负责、三级管理、生物安全委员会、按国家标准建立管理体系”的框架。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 AMP 模型（评估、减缓、绩效）三步各回答什么问题，以及它与“计划—执行—检查—改进”循环的对应关系。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能说出管理体系的要素（方针、领导承诺、人人知晓、实施运行、检查与纠正、持续改进）和体系文件的四个层次。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能做到参与起草或学习本实验室的生物风险管理计划，知道其中的范围目标、角色职责、风险评估程序、操作规程、培训、事件响应、维护检查、文件记录和评审。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《中华人民共和国生物安全法》（以现行文本为准）：病原微生物实验室的设立单位负责实验室的生物安全管理，建立健全管理制度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《病原微生物实验室生物安全管理条例》（以现行文本为准）：实验室设立单位及其主管部门负责生物安全管理；实验室负责人为第一责任人；制定操作规程、培训、档案和事故报告制度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生物安全通用要求》：管理体系、安全管理手册和程序文件、安全计划、风险评估、记录控制、内部审核与管理评审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WS 233（以现行文本为准）《病原微生物实验室生物安全通用准则》：实验室生物安全管理体系和管理要求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45001-2020、GB/T 24001-2016（以现行文本为准）：管理体系“策划—实施—检查—改进”（PDCA）的思路，可作参照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号，以现行文本为准）：学校—学院—实验室三级管理，实验室安全责任体系和制度建设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本校实验室生物安全管理办法、生物安全委员会章程和实验室安全管理手册（以本校规定为准）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生物风险管理：生物安全加生物安保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生物风险管理包括生物安全和生物安保两部分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生物安全防意外暴露，生物安保防丢失、被盗和滥用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管材料的接收、使用、储存到销毁全过程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重点是病原、毒素和转基因生物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生物安全领域很广，本课聚焦实验室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风险管理就是把实验室的生物风险管住，这是实验室每个人的事。它是一套系统方法，把两件事合在一起：生物安全，防的是人员意外接触和病原意外泄漏；生物安保，防的是生物材料丢失、被盗和被故意滥用（生物安保见第 083 课）……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认为生物风险管理只是“防感染”，忽视样本丢失和被盗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认为管理只是负责人和管理员的事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为什么要管：保护人员、公众和环境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首先防实验室获得性感染，不把病带回家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保护公众和环境，不让有害因子外泄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也关系到国家安全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国际手册可参考，国内依法律和国家标准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为什么要建立生物风险管理？首先是防止实验室获得性感染：在实验室工作，不应把病带回家。其次是保护公众和环境，无论意外还是蓄意，都不让有害生物因子外泄；它也关系到国家生物安全。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以国外手册的数值和做法代替国内法规和标准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认为“没出过事”就不需要管理体系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国内要求：设立单位负责，体系化管理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依据：生物安全法、条例和国家标准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设立单位负责，学校—学院—实验室三级落实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生物安全委员会审议重要事项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按国家标准建立管理体系并持续运行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我国，病原微生物实验室的生物安全管理由实验室设立单位负责，实验室负责人是第一责任人（以现行法规为准）。高校按学校—学院—实验室三级管理落实责任：学校制定制度、设立生物安全委员会，学院监督检查，实验室负责人组织本实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把生物安全委员会当成“走形式”，重要实验不提交审议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只有制度条文，没有按体系运行和检查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AMP模型：评估、减缓、绩效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国际通行的生物风险管理方法：AMP 模型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评估问：有什么风险，有多大？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减缓问：怎样把风险降下来？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绩效问：怎么确认真的降下来了？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三步是生物风险管理的基础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AMP 模型是国际通行的管理生物风险的基本方法，由三步组成：评估（Assessment）、减缓（Mitigation）、绩效（Performance）。评估回答“有什么风险、有多大”；减缓回答“怎样把风险降下来”；绩……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只做评估，不落实控制措施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采取措施后从不检查效果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第一步：风险评估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看病原多危险、要做什么操作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估计出事的可能性和后果有多大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负责人组织，管理人员审核，动手的人参与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评估是其他所有工作的出发点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第一步是风险评估：找出实验里有哪些有害生物因子，这东西有多危险，我要做什么操作，估计出事的可能性和后果有多大，从而判断风险高低。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照抄别的实验室的评估报告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学生只签字，不了解评估内容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第二步：风险减缓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按控制层级，从消除到个人防护一层层加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设施、规程、防护用品一起上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安全措施防暴露，安保措施防丢失被盗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加完再评估，不可接受就再加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风险越高，投入的资金和人力越足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第二步是风险减缓：按控制层级（消除、替代、工程控制、管理控制、个人防护，见第 017 课）采取措施，把风险降到可接受的程度。设施设备、标准操作规程和个人防护用品要一起上，不能只靠一种。生物安全措施防止人员意外暴露，生……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只靠个人防护，不考虑工程和管理控制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加了措施不再评估残余风险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第三步：绩效评估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看措施执行了没有、管不管用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定期检查设备，审核记录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组织演练，看大家会不会处置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发现问题，回到第一步改进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三步是绩效评估：看控制措施选得对不对、有没有执行、管不管用，设备和防护有没有正常工作。方法包括定期检查，看措施是否真的落实；审核记录，看体系是否按规定运行；组织应急演练，看大家会不会处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检查只看文件，不看现场操作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发现问题只口头提醒，不记录、不跟踪整改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一圈圈转：AMP与PDCA循环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管理靠计划、执行、检查、改进循环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评估对应计划，减缓对应执行，绩效对应检查改进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写下怎么做，就照写的做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安全员观察找根源，改进规程再回到评估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每转一圈，管理就提高一点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管理实验室靠一个循环：计划、执行、检查、改进（PDCA），周而复始。用到生物风险上，就是 AMP 三步：策划从风险评估开始（识别危害、评估风险、确定怎样管住风险），对应“计划”；减缓对应“执行”；绩效对应“检查”和“……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规程写好后多年不修订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实际做法和书面规程两张皮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体系：一环扣一环的过程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体系是一组相互关联的过程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一环出错，整条链都受影响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把流程画出来，每步都会产生废物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体系各部分缺一不可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管体系的人，设施等各环节都要懂一点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里的事是一环扣一环的：一环出错，整条链都受影响。管理体系就是把这些相互关联的过程一起管，还要不断改进。可以把一项检测工作的流程一步步画出来：收样、检测、记录、结果安全上传；每一步都会产生废物，要按规程去污、合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只管实验操作环节，不管运输、记录和废物环节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各环节各管各的，出了问题互相推诿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建体系：定义、结构、理解、改进、认清约束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五要素：定义、结构、理解、改进、认清约束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先问：做什么实验、要什么仪器、谁来做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还牵涉运输、灭活、废物几个环节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人有极限，疲劳最易出事，分工要均衡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没有完美的体系，钱和人事先认清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建体系有五个要素。第一，定义：定目标、划过程，这个实验室做什么，范围到哪。建实验室之前先问几个问题：做哪些实验？要什么仪器和规程？工作怎么安排、谁做什么？牵涉运输、灭活、废物哪些环节？怎样更安全、更高效？有哪些限制？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人手不足时长时间连续加班做高风险操作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不考虑经费和人员条件，计划定得做不到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方针与领导承诺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一切从一份方针开始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方针写明：承诺安全、遵守法规、持续改进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领导承诺是体系成功的地基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负责人认领方针，给足资源，安全优先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体系一切从一份生物安全方针开始。方针写明单位的承诺：把安全放进主业，遵守国家法律法规和标准，持续改进。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方针照抄模板，与本单位实际无关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有方针无资源，安全经费和人员落实不了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人人知晓，融入安全文化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方针讲给每个人，保洁清运人员也不例外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生物安全和生物安保一起管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负责人带头，规矩才立得住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每个人都可以提问题、提建议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方针要讲给每一个人听，包括保洁、清运、维修等进入实验室的人员；生物安全和生物安保一起管，最终变成每个人的习惯（安全文化见第 010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培训只覆盖学生，忽视保洁、维修等外来人员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负责人自己不遵守规定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实施与运行：落到日常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搭架构、分职责、用合格的人、抓培训、讲到位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日常运行要管好八个方面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电气、化学等一般安全也在其中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结合本单位实际，制定具体程序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计划落地要做五件事：搭建组织架构，分配职责，任命合格的人员，抓好培训，把方针和做法讲到位。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直接套用其他单位的程序文件，不结合本实验室实际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只管生物危害，忽视同一实验室的电气和化学安全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查根因、做纠正、持续改进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事故事件说明规程有缺口，趁小补上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查到根本原因，采取纠正措施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定期修订规程，新版发布，旧版收回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人人主人翁，预防在先，持续培训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定改进目标，也表扬做得好的人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运行中出了事故或事件（包括未遂事件），说明规程有漏洞，要趁小补上。出了问题要查到根本原因，采取纠正措施，同时寻找改进的机会（事故调查与根本原因分析见第 162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出了事只追究个人，不查流程和管理上的原因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规程修订后旧版仍留在现场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生物风险管理计划：范围与目标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一份完整的计划有九块内容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先摸清家底，列出危险源清单并随时更新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范围：管哪些房间、用哪些微生物、做哪些实验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目标要具体、能检查，写成文件可追溯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的生物风险管理计划（安全计划）是把体系落到本实验室的成文安排，可以按九块内容组织：范围与目标、角色与职责、风险评估程序、标准操作规程、培训与能力、事件响应与报告、维护与检查、文件与记录、评审与审核。GB 194……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计划里的范围和实际使用的病原、房间对不上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目标写成“确保安全”之类无法检查的空话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计划：角色与职责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实验室负责人是第一责任人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安全员负责日常检查和提醒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每个实验人员按规程做好自己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计划经学院审核、学校存档，人人学习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第二块是角色与职责：实验室负责人是第一责任人；实验室安全员负责日常检查和提醒；每个实验人员按规程做好自己的工作；学校管理部门和设施保障部门的职责也要写明。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职责写得笼统，出了问题找不到具体负责人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计划只存在负责人电脑里，组内无人知晓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计划：风险评估程序与标准操作规程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写清评估谁来做、用什么方法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先识别危害，再判断风险高低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定期评估，有变化时重新评估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关键操作和设备各有一份规程，不凭记忆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第三块是风险评估程序：先识别危害，再判断风险高低；写清谁来评估、用什么方法、结果谁审核；定期评估，人员、病原、操作或设施有变化时重新评估（见第 067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新增病原或操作后不重新评估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凭记忆操作，规程放在柜子里没人看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计划：培训与能力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培训后要考核，会做才算数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能力表上谁会做什么一目了然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培训不是一次了事，定期复训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每一步都有专人，各学各的规程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第五块是培训与能力：培训内容包括安全操作、应急程序，也包括科研伦理和生物安保意识。培训后要考核，确认真的会做才算有能力；用能力表记录谁会做什么、谁被授权做什么，一目了然。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只听课不考核，未经能力确认就独立操作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新换岗位的人员不学新岗位的规程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计划：事件响应、维护与检查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溢洒、暴露等事件先按预案处置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逐级报告，不隐瞒不拖延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应急联系电话写进计划、贴上墙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维护检查写成日程，检定合格贴标签，过期停用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第六块是事件响应与报告：不管是意外事故还是安保事件，都要有渠道及时发现、报告和处理。发生溢洒、暴露，先按应急预案处置（见第 078 课），再按实验室负责人、学院、学校主管部门逐级报告，不隐瞒、不拖延；应急联系电话写进……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小的暴露事件怕麻烦不报告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设备维护检查没有日程，坏了才修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计划：文件记录与评审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文件要有版本，旧版及时收回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培训、检查、事件、库存都要留记录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记录及时、真实、受控、可追溯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定期评审，发现问题就改，计划随之更新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第八块是文件与记录：文件要有版本号，旧版及时收回。每项生物安全工作都要有记录，包括培训、检查、事件、库存和规程执行；记录要及时、真实、受控、可追溯，问题才查得出来。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事后补记录、编记录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计划制定后从不评审更新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体系文件分四层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第一层管理手册：定方针和职责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第二层程序文件：管体系怎么运转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第三层操作规程：教你具体怎么做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第四层记录：证明已经做到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体系的各部分都要写成文件，一般分四层：管理手册规定方针、目标、组织和职责；程序文件规定各项管理活动怎么运转；标准操作规程（作业指导书）教你每项操作具体怎么做；记录证明确实做到了。GB 19489-2008 对管理体系……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手册、程序、规程内容相互矛盾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只有文件，没有记录证明执行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AMP 模型三步依次是：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申请、批准、实施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评估、减缓、绩效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计划、采购、验收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培训、考核、上岗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判断：生物风险管理只包括防止实验室感染，样本丢失被盗属于保卫部门的事，与实验室无关。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 AMP 与 PDCA 的关系，正确的是：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两者毫无关系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评估对应计划，减缓对应执行，绩效对应检查和改进，一圈圈循环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做完一次就结束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只需要绩效，不需要评估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体系文件四层从上到下依次是：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记录、规程、程序文件、手册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管理手册、程序文件、操作规程、记录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规程、手册、记录、程序文件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只有操作规程一层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065 · 生物风险管理体系与AMP模型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065 生物风险管理体系与AMP模型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判断：生物风险管理计划写好后只需负责人保存，组内成员不必学习。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简答：一份实验室生物风险管理计划通常包括哪些内容？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生物风险管理：生物安全加生物安保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为什么要管：保护人员、公众和环境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国内要求：设立单位负责，体系化管理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AMP模型：评估、减缓、绩效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第一步：风险评估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第二步：风险减缓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第三步：绩效评估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一圈圈转：AMP与PDCA循环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体系：一环扣一环的过程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建体系：定义、结构、理解、改进、认清约束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方针与领导承诺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人人知晓，融入安全文化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实施与运行：落到日常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查根因、做纠正、持续改进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生物风险管理计划：范围与目标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计划：角色与职责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计划：风险评估程序与标准操作规程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计划：培训与能力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计划：事件响应、维护与检查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K19  计划：文件记录与评审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K20  体系文件分四层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