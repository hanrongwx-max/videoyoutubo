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按照《中华人民共和国消防法》，任何人发现火灾都应当立即报警。在实验室发现火情，先保证自己的安全，同时大声呼喊提醒周围的人，就近按下手动火灾报警按钮，启动全楼警报（见第 035 课）。</a:t>
            </a:r>
          </a:p>
          <a:p>
            <a:r>
              <a:t>不能自己悄悄跑掉而不提醒别人，也不要没有把握还留在屋里琢磨怎么灭火。报警和扑救可以同时进行：一人报警，一人用灭火器扑救初起小火，其他人撤离。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拨打 119 时，说清楚：学校名称、校区、楼号、楼层和房间号，燃烧的是什么物质（有无危险化学品、气瓶、生物或放射性危害），火势大小，有没有人被困或受伤，报警人姓名和电话。接警员问完再挂电话，并派人到路口接应消防车。</a:t>
            </a:r>
          </a:p>
          <a:p>
            <a:r>
              <a:t>同时拨打校内报警电话报告学校保卫处（消防控制室），报告实验室负责人和学院；有人受伤拨打 120。不得谎报火警。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火势扩大、控制不住，或者拿不准能否扑灭时，立即放弃扑救：通风柜内的火拉下视窗，招呼所有人撤离，按下报警按钮，沿疏散路线撤到安全处后拨打 119，同时报告实验室负责人、学院和保卫处。</a:t>
            </a:r>
          </a:p>
          <a:p>
            <a:r>
              <a:t>起火或爆炸时，撤离往往是唯一正确的选择。主出口可能被火和烟堵住，平时就要认清第二条疏散路线（见 K7）。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需要撤离实验室时，如果时间允许、不会危及自身安全，顺手关闭加热设备和电器电源、燃气阀门和气瓶阀，盖好正在使用的化学品容器，在通风柜内操作的拉下视窗，然后离开。</a:t>
            </a:r>
          </a:p>
          <a:p>
            <a:r>
              <a:t>这些动作只用几秒钟，能减少火势扩大和二次事故。如果火已逼近或烟雾很浓，什么都不要管，立即撤离。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无论是真实火警还是演练，听到火灾警报就立即按疏散路线撤离：在安全的前提下关掉热源，不等广播通知，不去关电脑、收拾书包，不磨蹭。</a:t>
            </a:r>
          </a:p>
          <a:p>
            <a:r>
              <a:t>不要因为以前有过误报就不当回事。是否误报，由消防控制室值班人员核实后通知。紧急情况下，完成实验是最不重要的事，要记住应急程序，听从疏散引导人员指挥，到集合点集合。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火灾中致人死亡的主要是烟气。热烟上升，靠近地面的空气相对清洁，所以烟大时要弯腰低姿前进，用湿毛巾或衣物捂住口鼻，沿疏散指示走向安全出口。</a:t>
            </a:r>
          </a:p>
          <a:p>
            <a:r>
              <a:t>着火时不能乘电梯：电梯可能断电停运，电梯井还会成为烟囱。走疏散楼梯，离开房间时随手关门，把烟火挡在房内。开门前先用手背试门把和门板，发烫说明门外有火，不要开门，换另一条路线。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每层楼出口附近都贴有疏散路线图，标明所在位置、疏散方向、安全出口和集合点。进入新的实验楼，要看懂疏散图，记住至少两条疏散路线，一条被堵时走另一条。</a:t>
            </a:r>
          </a:p>
          <a:p>
            <a:r>
              <a:t>只看图不够，要亲自沿疏散路线完整走一遍，弄清楚途中要经过哪些楼梯、防火门和出口，出口通向哪里。还要读一读本楼的应急预案、实验室安全规范和学校规定，知道发生火灾和爆炸时该怎么做。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紧急集合点是撤离后人员集合的安全地点，通常设在楼外空旷处，远离建筑、不妨碍消防车通行。撤出后立即到集合点报到，由实验室负责人或指导教师清点人数，发现有人没到，马上报告现场指挥和消防救援人员，说明他可能所在的位置。</a:t>
            </a:r>
          </a:p>
          <a:p>
            <a:r>
              <a:t>撤出后不要返回楼内取东西。没有现场指挥或保卫处的通知，任何人不得返回；按本校应急预案和统一指挥行动。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人员较多时，先组织能自己行走的人有序撤离，再集中力量协助行动不便的人（受伤、腿脚不便、孕期等）。实验室里有行动不便的同学，要在应急预案中事先安排专人协助。</a:t>
            </a:r>
          </a:p>
          <a:p>
            <a:r>
              <a:t>来访人员不熟悉楼内路线，遇到紧急情况由陪同人员带领，沿疏散通道撤到集合点并清点人数（访客管理见第 008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按 GB 13495.1-2015（以现行文本为准），安全出口、疏散方向等消防安全标志为绿色，设在出口上方、走廊墙面和地面，指出火灾时通向安全出口的路线（安全标志与安全色见第 026 课）。疏散时跟着疏散指示的箭头走。</a:t>
            </a:r>
          </a:p>
          <a:p>
            <a:r>
              <a:t>火灾时常常停电，要靠应急照明灯和带电源的疏散指示标志照明。疏散标志和应急灯不得被海报、货架遮挡；发现标志损坏、应急灯不亮，及时报修。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逃生的路要天天畅通。按照《中华人民共和国消防法》，不得占用、堵塞、封闭疏散通道和安全出口：出口门口和走廊不堆放纸箱、仪器、废旧设备和电动车，安全出口在使用期间不得上锁；防火门保持常闭，不能用东西撑开，也不能锁死（见第 035 课）。</a:t>
            </a:r>
          </a:p>
          <a:p>
            <a:r>
              <a:t>实验室和学院要定期检查疏散路线，确认一路畅通、没有阻挡。进入实验室，先看清最近的两个出口；第一天就要认清消防器材和出口的位置。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消防安全是一环扣一环的：要会报警（火警 119），要有合格的灭火器材，要有专业的消防救援，还要能沿着出口安全撤离。任何一环出了问题，都可能酿成大祸。</a:t>
            </a:r>
          </a:p>
          <a:p>
            <a:r>
              <a:t>消防培训常说的“四懂四会”：懂本岗位的火灾危险性、懂预防火灾的措施、懂扑救火灾的方法、懂逃生的方法；会报火警、会使用消防器材、会扑救初起火灾、会组织疏散逃生。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《中华人民共和国消防法》要求单位对职工进行消防安全培训，并组织灭火和应急疏散演练（以现行文本为准）。学校和学院定期组织的消防培训和疏散演练，所有师生都要参加。</a:t>
            </a:r>
          </a:p>
          <a:p>
            <a:r>
              <a:t>演练要当作真实火警对待：听到警报立即停止实验、按路线撤离、到集合点报到。灭火器要在培训中亲手练过才会用（见第 033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社团活动、讲座、会场、联欢等人员密集活动，最怕拥挤踩踏。组织者要按场地容量控制人数，活动前查看安全出口和疏散通道是否畅通，安排专人在出入口和楼梯引导；大型活动要事先制定应急预案，按学校规定报批（以现行规定为准）。</a:t>
            </a:r>
          </a:p>
          <a:p>
            <a:r>
              <a:t>参加者有序进出，不推不挤，不在楼梯、出口逗留，听从工作人员指挥。万一被挤倒，双手抱住后脑和颈部，蜷身侧卧，保护胸腹部，尽快寻找机会起身。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消防车通道是消防车到达建筑、展开救援的通道，路面上通常有标线和“消防车通道 严禁占用”的标志。按照《中华人民共和国消防法》，不得占用、堵塞、封闭消防车通道，不得在通道上停车、堆放物品、设置路障。</a:t>
            </a:r>
          </a:p>
          <a:p>
            <a:r>
              <a:t>实验楼周围的消防车通道、消防车登高操作场地和室外消火栓、水泵接合器前（见第 035 课）都要保持畅通。发现占用，及时劝阻或报告学校保卫处。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 题 答案：B。解析：发现火灾应立即报警，提醒他人，同时拨打 119 并报告学校。</a:t>
            </a:r>
          </a:p>
          <a:p>
            <a:r>
              <a:t>第 2 题 答案：B。解析：地点、燃烧物和被困人员是消防救援最需要的信息，要等接警员问完再挂电话。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 题 答案：B。解析：火灾时电梯可能断电停运，电梯井会灌入烟气，应走疏散楼梯。</a:t>
            </a:r>
          </a:p>
          <a:p>
            <a:r>
              <a:t>第 4 题 答案：B。解析：没有通知任何人不得返回，生命高于财产。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 题 答案：C。解析：人员密集活动要控制人数、保持出口畅通、有序进出，防止拥挤踩踏。</a:t>
            </a:r>
          </a:p>
          <a:p>
            <a:r>
              <a:t>第 6 题 答案：低姿前进，用湿毛巾或衣物捂住口鼻，沿疏散指示走楼梯，不乘电梯；离开房间随手关门，门把发烫不要开门，换另一条路线。解析：火灾中致人死亡的主要是烟气。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1280160"/>
            <a:ext cx="1005840" cy="100584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036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10944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</a:rPr>
              <a:t>火警报告与疏散逃生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E6"/>
                </a:solidFill>
                <a:latin typeface="Microsoft YaHei"/>
              </a:rPr>
              <a:t>第4章 消防安全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CADCE6"/>
                </a:solidFill>
                <a:latin typeface="Microsoft YaHei"/>
              </a:rPr>
              <a:t>课时：约 5 分钟（卡通视频 63 镜）　适用对象：全体进入高校实验室的本科生、研究生和教职工（必修）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28C28"/>
                </a:solidFill>
                <a:latin typeface="Microsoft YaHei"/>
              </a:rPr>
              <a:t>《高校实验室安全》学习课件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036 · 火警报告与疏散逃生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学习目标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036 火警报告与疏散逃生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能做到发现火情先喊人、按报警按钮，拨打 119 说清地点、燃烧物和被困人员，同时报告实验室负责人、学院和保卫处。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3683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733723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33723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能做到警报一响立即撤离：低姿捂鼻、走楼梯不乘电梯、随手关门，到集合点清点人数、不返回。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98767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8767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能认出安全出口、疏散指示等消防安全标志（GB 13495.1-2015），说出疏散通道、安全出口和消防车通道的管理要求。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3771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463811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3811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能说出参加消防演练的意义和人员密集活动防拥挤踩踏的要点。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036 · 火警报告与疏散逃生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法规与标准依据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036 火警报告与疏散逃生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《中华人民共和国消防法》（以现行文本为准）：任何人发现火灾都应立即报警，严禁谎报火警；不得占用、堵塞、封闭疏散通道、安全出口和消防车通道；单位组织消防演练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61607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01687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 13495.1-2015（以现行文本为准）《消防安全标志 第1部分：标志》：安全出口、疏散方向、手动报警按钮等标志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《大型群众性活动安全管理条例》（以现行文本为准）：活动场所容量、安全通道和应急预案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61607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1687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《高等学校实验室安全规范》（教科信厅函〔2023〕5 号，以现行文本为准）：实验室应急预案、应急演练和事故报告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高校实验室安全检查项目表（以现行文本为准）：疏散通道畅通、应急照明和疏散指示完好、开展应急演练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8727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61607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01687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本校火灾应急预案、校内报警电话和学生活动安全管理规定（以本校规定为准）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036 · 火警报告与疏散逃生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发现火情，先喊人、按警报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036 火警报告与疏散逃生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发现火情，第一件事是报警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先大声喊人，就近按下手动报警按钮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不能一声不吭跑掉，不提醒别人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先保证自己安全，顺手报警提醒别人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按照《中华人民共和国消防法》，任何人发现火灾都应当立即报警。在实验室发现火情，先保证自己的安全，同时大声呼喊提醒周围的人，就近按下手动火灾报警按钮，启动全楼警报（见第 035 课）。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发现起火后自己跑掉，不提醒别人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先自行扑救，等火大了才报警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036 · 火警报告与疏散逃生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拨打119说清楚，同时报告学校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036 火警报告与疏散逃生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火警电话 119，有人受伤拨打 120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说清地点、烧的什么、有没有人被困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等对方问完再挂电话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同时报告保卫处、实验室负责人和学院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拨打 119 时，说清楚：学校名称、校区、楼号、楼层和房间号，燃烧的是什么物质（有无危险化学品、气瓶、生物或放射性危害），火势大小，有没有人被困或受伤，报警人姓名和电话。接警员问完再挂电话，并派人到路口接应消防车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只说“着火了”，说不清楼号、房间号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只打 119，不报告学校保卫处和负责人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036 · 火警报告与疏散逃生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火大或拿不准，放弃扑救就撤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036 火警报告与疏散逃生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火大了，或者没把握，别冒险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通风柜火失控，拉下视窗就撤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按报警、打 119，沿疏散路线撤离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主出口可能被堵，要认清第二条路线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火势扩大、控制不住，或者拿不准能否扑灭时，立即放弃扑救：通风柜内的火拉下视窗，招呼所有人撤离，按下报警按钮，沿疏散路线撤到安全处后拨打 119，同时报告实验室负责人、学院和保卫处。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火已失控还坚持扑救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只认得一个出口，被堵后不知往哪走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036 · 火警报告与疏散逃生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撤离前，安全的话关电关气拉视窗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036 火警报告与疏散逃生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安全的话，先关掉电器和燃气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在通风柜操作的，拉下视窗再离开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来不及就不管，人先走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需要撤离实验室时，如果时间允许、不会危及自身安全，顺手关闭加热设备和电器电源、燃气阀门和气瓶阀，盖好正在使用的化学品容器，在通风柜内操作的拉下视窗，然后离开。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为了关设备、收拾东西耽误撤离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撤离时通风柜视窗大开、热源未关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036 · 火警报告与疏散逃生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警报一响立即撤离，别管实验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036 火警报告与疏散逃生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听到警报，立即疏散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不等广播、不收拾东西、不磨蹭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别当误报，是否误报由值班人员确认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紧急时最不重要的，是完成实验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无论是真实火警还是演练，听到火灾警报就立即按疏散路线撤离：在安全的前提下关掉热源，不等广播通知，不去关电脑、收拾书包，不磨蹭。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警报响了继续做实验，以为是误报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先关电脑、收拾东西再走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036 · 火警报告与疏散逃生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低姿捂鼻、走楼梯、随手关门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036 火警报告与疏散逃生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烟大时低姿前进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用湿毛巾或衣物捂住口鼻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走楼梯，着火时不乘电梯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离开时随手关门，门把发烫换条路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火灾中致人死亡的主要是烟气。热烟上升，靠近地面的空气相对清洁，所以烟大时要弯腰低姿前进，用湿毛巾或衣物捂住口鼻，沿疏散指示走向安全出口。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着火时乘电梯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直立奔跑穿过浓烟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036 · 火警报告与疏散逃生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熟悉多条疏散路线，亲自走一遍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036 火警报告与疏散逃生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出口附近贴着疏散路线图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多记几条路线，一条堵了走另一条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疏散路线要亲自完整走一遍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读一读本楼应急预案和学校规定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每层楼出口附近都贴有疏散路线图，标明所在位置、疏散方向、安全出口和集合点。进入新的实验楼，要看懂疏散图，记住至少两条疏散路线，一条被堵时走另一条。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只知道平时进出的那一个门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从没看过本楼的疏散图和应急预案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036 · 火警报告与疏散逃生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到集合点清点人数，不许返回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036 火警报告与疏散逃生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撤出后到紧急集合点集合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清点人数，有人没到马上报告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出来了就别回头取东西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没有通知，任何人不许返回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紧急集合点是撤离后人员集合的安全地点，通常设在楼外空旷处，远离建筑、不妨碍消防车通行。撤出后立即到集合点报到，由实验室负责人或指导教师清点人数，发现有人没到，马上报告现场指挥和消防救援人员，说明他可能所在的位置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撤出后不去集合点，自行离开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返回楼内取电脑、样品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036 · 火警报告与疏散逃生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互相照应：行动不便者和访客有人带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036 火警报告与疏散逃生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先撤能自己行走的人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再集中力量协助行动不便的人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行动不便的同学，事先安排专人协助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访客跟着陪同人员撤到集合点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人员较多时，先组织能自己行走的人有序撤离，再集中力量协助行动不便的人（受伤、腿脚不便、孕期等）。实验室里有行动不便的同学，要在应急预案中事先安排专人协助。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只顾自己撤离，不管行动不便的同学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访客自行乱走，没有人带领和清点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036 · 火警报告与疏散逃生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认清安全出口标志和应急照明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036 火警报告与疏散逃生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绿色安全出口标志，指向最安全的疏散出口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跟着疏散指示的箭头走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停电时，要靠应急照明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标志不能遮挡，应急灯不亮就报修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按 GB 13495.1-2015（以现行文本为准），安全出口、疏散方向等消防安全标志为绿色，设在出口上方、走廊墙面和地面，指出火灾时通向安全出口的路线（安全标志与安全色见第 026 课）。疏散时跟着疏散指示的箭头走。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用海报、柜子挡住疏散指示标志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应急灯不亮不报修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036 · 火警报告与疏散逃生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安全出口和疏散通道天天畅通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036 火警报告与疏散逃生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安全出口不堆东西，门不上锁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走廊、出口不堆杂物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防火门保持关闭，不能撑开锁死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疏散路线定期检查，进实验室先认两个出口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逃生的路要天天畅通。按照《中华人民共和国消防法》，不得占用、堵塞、封闭疏散通道和安全出口：出口门口和走廊不堆放纸箱、仪器、废旧设备和电动车，安全出口在使用期间不得上锁；防火门保持常闭，不能用东西撑开，也不能锁死（见第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安全出口门上锁或被货架挡住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把走廊当仓库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036 · 火警报告与疏散逃生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消防环环相扣：四懂四会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036 火警报告与疏散逃生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报警、器材、救援、撤离，一环扣一环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四懂：懂危险、懂预防、懂扑救、懂逃生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四会：会报警、会用器材、会灭小火、会疏散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消防安全是一环扣一环的：要会报警（火警 119），要有合格的灭火器材，要有专业的消防救援，还要能沿着出口安全撤离。任何一环出了问题，都可能酿成大祸。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以为有灭火器就够了，不学报警和逃生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只会背口诀，不会实际操作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036 · 火警报告与疏散逃生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参加消防培训和演练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036 火警报告与疏散逃生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参加学校组织的消防培训和演练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灭火器要练过才会用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演练时按真实火警认真撤离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《中华人民共和国消防法》要求单位对职工进行消防安全培训，并组织灭火和应急疏散演练（以现行文本为准）。学校和学院定期组织的消防培训和疏散演练，所有师生都要参加。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演练时躲在实验室不出来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嘻嘻哈哈走过场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036 · 火警报告与疏散逃生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人员密集活动：不超容量，防踩踏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036 火警报告与疏散逃生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参加人数不能超过场地容量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办活动前看好出口，安排专人引导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有序进出，不推不挤，听从指挥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万一被挤倒，双手护头，蜷身侧卧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社团活动、讲座、会场、联欢等人员密集活动，最怕拥挤踩踏。组织者要按场地容量控制人数，活动前查看安全出口和疏散通道是否畅通，安排专人在出入口和楼梯引导；大型活动要事先制定应急预案，按学校规定报批（以现行规定为准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为了热闹超员组织活动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散场时在楼梯上拥挤推搡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036 · 火警报告与疏散逃生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消防车通道不得占用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036 火警报告与疏散逃生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S1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消防车通道不能停车、堆物、设障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通道畅通，救援才能及时赶到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发现占用及时劝阻、报告保卫处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消防车通道是消防车到达建筑、展开救援的通道，路面上通常有标线和“消防车通道 严禁占用”的标志。按照《中华人民共和国消防法》，不得占用、堵塞、封闭消防车通道，不得在通道上停车、堆放物品、设置路障。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把车停在楼前消防车通道上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在消防车通道上堆放废旧设备、建筑垃圾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036 · 火警报告与疏散逃生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036 火警报告与疏散逃生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发现实验室起火，第一件事应该是：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回宿舍取东西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大声喊人、按下手动报警按钮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先把实验做完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悄悄离开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拨打 119 时，下列哪项最需要说清楚？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自己的专业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火灾地点（校区、楼号、房间）、燃烧物和有无被困人员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实验的名称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导师姓名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036 · 火警报告与疏散逃生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036 火警报告与疏散逃生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判断：火灾时为了尽快逃离，应乘电梯下楼。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判断：撤到集合点后，如果实验记录还在实验室，可以快速返回取出。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036 · 火警报告与疏散逃生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036 火警报告与疏散逃生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社团在报告厅举办活动，下列做法正确的是：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人越多越好，超过座位就站在过道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锁上侧门方便检票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按场地容量控制人数，安排专人在出口引导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散场时大家一起往外冲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简答：撤离时如何防烟？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YaHei"/>
              </a:rPr>
              <a:t>本课小结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  发现火情，先喊人、按警报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K2  拨打119说清楚，同时报告学校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K3  火大或拿不准，放弃扑救就撤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K4  撤离前，安全的话关电关气拉视窗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K5  警报一响立即撤离，别管实验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K6  低姿捂鼻、走楼梯、随手关门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K7  熟悉多条疏散路线，亲自走一遍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K8  到集合点清点人数，不许返回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78727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K9  互相照应：行动不便者和访客有人带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K10  认清安全出口标志和应急照明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K11  安全出口和疏散通道天天畅通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K12  消防环环相扣：四懂四会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K13  参加消防培训和演练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K14  人员密集活动：不超容量，防踩踏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S1  消防车通道不得占用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《高校实验室安全》学习课件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