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灭火器操作并不复杂，但第一次在真实火情下使用，很容易因为紧张拔不出保险销、喷错位置。所以进入实验室前要参加学校组织的消防安全培训，在培训场地用训练灭火器或模拟器亲手练习，并知道本实验室灭火器、灭火毯、泄漏应急处理箱放在哪里。</a:t>
            </a:r>
          </a:p>
          <a:p>
            <a:r>
              <a:t>只有受过培训、会用灭火器的人才去扑救初起小火。学校和学院定期组织的消防演练要积极参加，平时多练，紧急时才能冷静、正确地操作。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教学实验中起火，一般由指导教师或实验室负责人判断能否扑救、组织扑救，学生按老师的安排报警、疏散或协助，不要自行冲上去，也不要围观。</a:t>
            </a:r>
          </a:p>
          <a:p>
            <a:r>
              <a:t>研究生和高年级学生常常单独在实验室工作，身边不一定有老师，所以每个人自己也要会用灭火器、会判断什么时候该撤离。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动手灭火前先问自己三个问题：我能避开有毒烟气吗？我背后有逃生路线吗？我手里的灭火器适用于这类火吗？三个问题都能回答“是”，而且火还很小、其他人已经撤开，才使用灭火器扑救。</a:t>
            </a:r>
          </a:p>
          <a:p>
            <a:r>
              <a:t>有任何一个答不上来，或者火势变大、拿不准，就不要扑救，立即撤离并报警。电器起火要先切断电源；金属着火不能用水（灭火器选用见第 032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提式灭火器的使用可以记成“提、拔、握、压”四步：第一步提起灭火器，走到距火适当的位置（上风、背对出口）；第二步拔掉保险销（铅封随之断开）；第三步一手握住喷管（或喷嘴），对准火焰根部；第四步另一手用力压下压把，灭火剂喷出。</a:t>
            </a:r>
          </a:p>
          <a:p>
            <a:r>
              <a:t>国外资料的四步口诀（拔销、瞄准、压把、扫射）与此意思相同。各型号灭火器的细节略有差别，以铭牌上的使用说明和本校培训为准。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火焰的根部是燃烧物所在的位置，灭火剂要喷到这里才能扑灭火源；对着火苗顶部喷射，灭火剂被火焰和热气流带走，火源仍在燃烧。</a:t>
            </a:r>
          </a:p>
          <a:p>
            <a:r>
              <a:t>喷射时压住压把不放，对准火焰根部由近及远、左右扫射，直到火完全熄灭。火灭后不要马上离开，注意观察余烬，防止复燃；复燃时撤离并报警。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手提式灭火器的灭火剂量有限，一具只能连续喷射很短的时间，喷完就没有了。所以要在走近到有效距离后再压下压把，一开始就对准火焰根部，不要对着空中或火苗顶部浪费。</a:t>
            </a:r>
          </a:p>
          <a:p>
            <a:r>
              <a:t>不同型号、不同规格灭火器的喷射时间和喷射距离不同，以铭牌标注和本校培训为准。一具喷完火还没灭，说明已超出初起火灾的范围，应撤离报警（见 K10）。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近火源前先看清烧的是什么，选对灭火器。灭火时离火太近会被热辐射烤伤，太远灭火剂又喷不到；应在灭火器的有效喷射距离内、保持安全距离，随着火势减小再逐步靠近。具体距离要看火势大小和灭火器的说明，不能套用固定数字。</a:t>
            </a:r>
          </a:p>
          <a:p>
            <a:r>
              <a:t>室外或有气流时站在上风方向，使烟气和灭火剂向前方飘散，不吹回自己。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灭火时的站位与东南西北无关，关键是让出口始终在自己身后：背对出口、面向火源。这样一旦火势扩大或灭火器喷完，转身就能从出口撤离。</a:t>
            </a:r>
          </a:p>
          <a:p>
            <a:r>
              <a:t>不要绕到火的另一侧、深入房间里面灭火，否则火势一扩大，火和烟就挡在你和出口之间，退路被切断。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氧化碳灭火器同样按提起、拔销、握住、压下的步骤使用，对准火焰根部喷射。喷射时二氧化碳迅速汽化吸热，喇叭筒和金属连接管温度极低，只能握住手柄（或喇叭筒上的隔热把手），不能直接握喇叭筒，以免冻伤。</a:t>
            </a:r>
          </a:p>
          <a:p>
            <a:r>
              <a:t>在狭小房间大量喷放二氧化碳后，氧气被挤走，人留在里面会缺氧窒息（见第 032 课）。灭火后先撤出，关门，充分通风后再进入检查。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起小火能灭就灭；火势变大、灭火器喷完火未灭、烟雾变浓或退路受到威胁时，立即放弃扑救，招呼所有人撤离，随手关门阻隔火势。撤离时低姿前进、用湿毛巾或衣物捂住口鼻，沿疏散标志走楼梯，不乘电梯。</a:t>
            </a:r>
          </a:p>
          <a:p>
            <a:r>
              <a:t>到安全处后拨打 119，并报告实验室负责人、学院和学校保卫处；到集合点清点人数（疏散逃生见第 036 课）。生命高于财产，不要为了仪器、数据或个人物品返回火场。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灭火器要定期检查，检查周期和记录方式按 GB 50444（以现行文本为准）和本校规定执行。检查内容：压力表指针在绿区（红区表示压力不足，黄区表示压力过高）；保险销和铅封完好，没有被动过；软管、喷嘴无开裂、老化、堵塞；压把、提把完好；筒体无明显锈蚀、变形；在有效期内，生产日期和维修标签清楚。推车式灭火器还要检查车轮、车架和软管。</a:t>
            </a:r>
          </a:p>
          <a:p>
            <a:r>
              <a:t>检查后在检查卡上签字或记录。发现压力不足、铅封损坏、过期、筒体损坏等问题，报告实验室负责人和学校消防管理部门维修或更换，到报废年限的按规定报废，不要自行拆修。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灭火器应放在明显、便于取用的位置（如出口旁、走廊），前面不堆放纸箱、仪器等杂物，不被遮挡或锁住，伸手就能拿到。取用时屈膝提起，一手握提把、一手握喷管，避免扭伤腰部；大型推车式灭火器至少两人配合使用。</a:t>
            </a:r>
          </a:p>
          <a:p>
            <a:r>
              <a:t>按照《中华人民共和国消防法》，不得损坏、挪用消防器材，不能把灭火器挪作门挡或搬走。灭火器使用过一次（即使只喷了一点），压力就会下降，要马上报告，送去重新充装或更换。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答案：B。解析：提起灭火器、拔掉保险销、握住喷管对准火焰根部、压下压把。</a:t>
            </a:r>
          </a:p>
          <a:p>
            <a:r>
              <a:t>第 2 题 答案：C。解析：喷到火焰根部才能扑灭燃烧物，喷火苗顶部灭不了火源。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答案：B。解析：应背对出口、面向火，退路留在身后，火控制不住时转身就能撤。</a:t>
            </a:r>
          </a:p>
          <a:p>
            <a:r>
              <a:t>第 4 题 答案：A。解析：指针应在绿区；红区表示压力不足，要报告维修或更换。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答案：B。解析：灭火器喷完火未灭说明已超出初起火灾，应撤离、关门、拨打 119。</a:t>
            </a:r>
          </a:p>
          <a:p>
            <a:r>
              <a:t>第 6 题 答案：能避开有毒烟气吗？背后有逃生路线吗？手里的灭火器对路吗？有一个答不上来就撤离报警。解析：初起小火、退路畅通、灭火器适用，才去扑救。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灭火器的使用与检查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第4章 消防安全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57 镜）　适用对象：全体进入高校实验室的本科生、研究生和教职工（必修）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能做到按“提、拔、握、压”四步使用手提式灭火器，对准火焰根部左右扫射。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能做到灭火时保持安全距离、站在上风、背对出口，动手前判断能不能扑救。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能判断何时放弃扑救：火势扩大、退路受阻、灭火器不对路时立即撤离并拨打 119。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能说出灭火器日常检查的内容（压力、保险销和铅封、软管喷嘴、筒体、有效期）和放置要求。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《中华人民共和国消防法》（以现行文本为准）：单位组织消防培训、定期检验维修消防器材；任何人不得损坏、挪用消防设施和器材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4351-2023（以现行文本为准）《手提式灭火器》：灭火器的结构、铭牌和使用说明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50444（以现行文本为准）《建筑灭火器配置验收及检查规范》：灭火器的日常检查、维修和报废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号，以现行文本为准）：实验室人员会使用消防器材，消防器材定期检查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高校实验室安全检查项目表（以现行文本为准）：灭火器在有效期内、压力正常、取用方便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本校消防安全管理规定、消防培训和灭火器检查制度（以本校规定为准）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先培训，人人会用灭火器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灭火器要先经过消防培训才会用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实验室里人人都要会用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知道灭火器和应急器材在哪里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平时多练，紧张时才不会乱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灭火器操作并不复杂，但第一次在真实火情下使用，很容易因为紧张拔不出保险销、喷错位置。所以进入实验室前要参加学校组织的消防安全培训，在培训场地用训练灭火器或模拟器亲手练习，并知道本实验室灭火器、灭火毯、泄漏应急处理箱放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从没摸过灭火器，以为“到时候看说明就会”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不参加消防培训和演练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听老师安排，自己也要会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实验室起火，一般由在场老师组织扑救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谁灭火、谁报警、谁疏散，听老师安排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自己也要会用，以防身边没人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教学实验中起火，一般由指导教师或实验室负责人判断能否扑救、组织扑救，学生按老师的安排报警、疏散或协助，不要自行冲上去，也不要围观。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老师在场时自行冲上去扑救或围观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以为灭火是老师的事，自己不用学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动手前先问三个问题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能避开有毒烟气吗？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背后有逃生路线吗？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手里的灭火器对路吗？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有一个答不上来，就撤离报警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动手灭火前先问自己三个问题：我能避开有毒烟气吗？我背后有逃生路线吗？我手里的灭火器适用于这类火吗？三个问题都能回答“是”，而且火还很小、其他人已经撤开，才使用灭火器扑救。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不判断火势和退路，见火就扑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别人还在火旁就开始喷射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使用四步：提、拔、握、压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提：握住提把，提起灭火器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拔：拔掉保险销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握：一手握住喷管，对准火焰根部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压：另一手用力压下压把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手提式灭火器的使用可以记成“提、拔、握、压”四步：第一步提起灭火器，走到距火适当的位置（上风、背对出口）；第二步拔掉保险销（铅封随之断开）；第三步一手握住喷管（或喷嘴），对准火焰根部；第四步另一手用力压下压把，灭火剂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不拔保险销就压压把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单手提着灭火器乱喷，喷管没握住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对准火焰根部，左右扫射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喷嘴对准火焰根部，不对火苗顶部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压住压把，从近到远左右扫射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直到扑灭，再盯住余烬防复燃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火焰的根部是燃烧物所在的位置，灭火剂要喷到这里才能扑灭火源；对着火苗顶部喷射，灭火剂被火焰和热气流带走，火源仍在燃烧。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对着火苗顶部或烟雾喷射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火刚灭就转身离开，不防复燃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一具灭火器只能喷很短时间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手提式灭火器只能连续喷射很短时间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一开始就对准火根，不要浪费在空中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喷射时间因型号而异，看铭牌和培训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手提式灭火器的灭火剂量有限，一具只能连续喷射很短的时间，喷完就没有了。所以要在走近到有效距离后再压下压把，一开始就对准火焰根部，不要对着空中或火苗顶部浪费。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离火很远就开始喷，灭火剂还没到火边就喷完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喷完一具不撤离，还到处找第二具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保持安全距离，站在上风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先认清燃烧物，再选灭火器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太近会烤伤，太远喷不到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保持安全距离，按火势逐步靠近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站在上风方向，避开烟气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接近火源前先看清烧的是什么，选对灭火器。灭火时离火太近会被热辐射烤伤，太远灭火剂又喷不到；应在灭火器的有效喷射距离内、保持安全距离，随着火势减小再逐步靠近。具体距离要看火势大小和灭火器的说明，不能套用固定数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贴近火源喷射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站在下风处，被烟气和粉雾呛到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背对出口，退路留在身后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灭火时背对出口，面向火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别让火挡在你和出口之间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火控制不住，转身就能撤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灭火时的站位与东南西北无关，关键是让出口始终在自己身后：背对出口、面向火源。这样一旦火势扩大或灭火器喷完，转身就能从出口撤离。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绕到火的里侧灭火，出口在火的另一边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灭火时关上身后的门，挡住退路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二氧化碳灭火器：防冻伤，防窒息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同样按提、拔、握、压使用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手握手柄，别直接握喇叭筒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喇叭筒极冷，会冻伤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小房间喷完先撤出，通风后再进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二氧化碳灭火器同样按提起、拔销、握住、压下的步骤使用，对准火焰根部喷射。喷射时二氧化碳迅速汽化吸热，喇叭筒和金属连接管温度极低，只能握住手柄（或喇叭筒上的隔热把手），不能直接握喇叭筒，以免冻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徒手握住喇叭筒喷射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在小房间喷完后留在里面观察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扑不灭就撤，生命高于财产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火太大扑不灭，马上让所有人撤离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低姿捂口鼻，走楼梯，不坐电梯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到安全处拨打 119，报告老师和保卫处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生命高于财产，不回头取东西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初起小火能灭就灭；火势变大、灭火器喷完火未灭、烟雾变浓或退路受到威胁时，立即放弃扑救，招呼所有人撤离，随手关门阻隔火势。撤离时低姿前进、用湿毛巾或衣物捂住口鼻，沿疏散标志走楼梯，不乘电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火已扩大还坚持扑救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撤离后返回实验室取电脑、样品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灭火器的日常检查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压力表指针要在绿区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保险销、铅封完好，软管喷嘴不裂不堵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筒体无锈蚀变形，在有效期内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定期检查签卡，发现问题及时报修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灭火器要定期检查，检查周期和记录方式按 GB 50444（以现行文本为准）和本校规定执行。检查内容：压力表指针在绿区（红区表示压力不足，黄区表示压力过高）；保险销和铅封完好，没有被动过；软管、喷嘴无开裂、老化、堵塞；……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只看灭火器在不在，不看压力表和有效期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发现压力不足不报修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放在明处，不挡不挪，用后更换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放在显眼、顺手、取用方便的地方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前面不堆杂物，伸手就能拿到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屈膝提起，推车式两人配合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不得挪用；用过一次马上报告更换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灭火器应放在明显、便于取用的位置（如出口旁、走廊），前面不堆放纸箱、仪器等杂物，不被遮挡或锁住，伸手就能拿到。取用时屈膝提起，一手握提把、一手握喷管，避免扭伤腰部；大型推车式灭火器至少两人配合使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灭火器被纸箱、设备挡住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用过的灭火器放回原处不报告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使用手提式灭火器的正确顺序是：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拔、提、压、握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提、拔、握、压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压、拔、握、提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握、压、提、拔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灭火时喷嘴应对准：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火苗顶部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烟雾最浓处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火焰根部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天花板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判断：灭火时应绕到火的里侧，让出口在火的另一边，便于把火往外赶。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判断：灭火器压力表指针在红区，说明压力不足，应报修。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033 · 灭火器的使用与检查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033 灭火器的使用与检查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下列情况中，应立即放弃扑救、撤离报警的是：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废纸篓里刚冒小火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灭火器喷完火还没灭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酒精灯打翻的小火已用灭火毯盖住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火已熄灭只剩一点烟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简答：动手灭火前要先问自己哪三个问题？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先培训，人人会用灭火器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听老师安排，自己也要会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动手前先问三个问题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使用四步：提、拔、握、压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对准火焰根部，左右扫射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一具灭火器只能喷很短时间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保持安全距离，站在上风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背对出口，退路留在身后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二氧化碳灭火器：防冻伤，防窒息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扑不灭就撤，生命高于财产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灭火器的日常检查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放在明处，不挡不挪，用后更换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