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实验服不是“工作制服”，而是个人防护用品：意外溅洒时，液滴、粉末先落在实验服上，而不是直接接触皮肤和自己的衣服，为脱下、冲洗争取时间。</a:t>
            </a:r>
          </a:p>
          <a:p>
            <a:r>
              <a:t>进入实验室开始工作前就要穿好实验服，离开时再脱下（着装要求见第 020 课）。实验服成本不高，却能大大降低化学品沾染和灼伤的风险，不要因为“只做一会儿”“只是看看”而不穿。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实验服宜选棉质或阻燃材质。涤纶等化纤面料遇火、遇高温会熔化、滴落，粘在皮肤上造成严重烧伤，所以化学实验室不宜穿化纤实验服；实验服里面也尽量穿棉质衣服，不穿化纤毛衣、紧身化纤运动服。</a:t>
            </a:r>
          </a:p>
          <a:p>
            <a:r>
              <a:t>实验服要合身：长度一般过膝，长袖盖住手腕，太大易勾挂，太小遮不住。具体材质和款式按实验风险评估和本校规定选择。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棉质实验服不会熔化，但一旦着火仍会持续燃烧。阻燃实验服离开火源后能自行熄灭，为脱下、灭火争取时间。使用自燃试剂（如遇空气自燃的金属有机试剂）、大量易燃溶剂、明火或进行高能反应时，必须穿阻燃实验服。曾有研究人员处理自燃试剂时起火，因穿着化纤衣服、没有穿阻燃服而严重烧伤致死，这类工作从此把阻燃服作为必备。</a:t>
            </a:r>
          </a:p>
          <a:p>
            <a:r>
              <a:t>焊接、切割会溅出火花，要穿阻燃或纯棉工作服并扣好领口（焊接防护见第 128 课）。阻燃防护服应符合 GB 8965.1-2020（以现行文本为准）等国家标准；需要阻燃服的工作写进风险评估。衣物着火的处置见第 034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敞开穿的实验服挡不住正面溅来的液体，等于没穿。穿实验服要把扣子从下到上全部扣好；袖口尽量塞进手套里（或手套口套住袖口），让手腕不外露。</a:t>
            </a:r>
          </a:p>
          <a:p>
            <a:r>
              <a:t>不要把袖子卷起来露出手臂；袖口宽松、下摆飘动容易勾倒烧杯、碰到火焰或卷入设备，要选袖口收紧的款式。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腐蚀品溅到皮肤上会造成化学灼伤，而实验服面料会被浸透。处理浓酸浓碱、易挥发或活泼的溶液，或者有较大喷溅风险时（如大量转移、稀释），要在实验服外面再加一条耐化学品围裙。</a:t>
            </a:r>
          </a:p>
          <a:p>
            <a:r>
              <a:t>围裙多了一层防护，而且溅上后解开带子就能迅速脱下，减少接触时间。围裙要和合适的手套、护目镜（必要时加面屏）一起使用（第 022、023 课）。围裙材质同样要按化学品安全技术说明书选择。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实验服之外，有些工作需要专门的防护服：用于阻挡化学品飞溅的防护服要能防水（防液体渗透），才能真正挡住；高温作业、化学品作业、近水作业各有对应的防护服，按风险评估和 GB 39800.1-2020（以现行文本为准）的配备要求选择。在车多、光线暗的道路旁采样或作业，要穿反光衣（野外采样见第 154 课）。</a:t>
            </a:r>
          </a:p>
          <a:p>
            <a:r>
              <a:t>防护服沾污后，立即脱下放到指定地点，不能继续穿；换上干净的再回去工作。生物实验用的防护服和隔离衣见第 6 章（第 074、075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实验服上可能沾有化学品和微生物，穿出实验室会把污染带到食堂、宿舍、办公室和会议室。离开实验区时脱下实验服，挂在实验室的专用区域，不和便服混放。</a:t>
            </a:r>
          </a:p>
          <a:p>
            <a:r>
              <a:t>实验服不要带回家或宿舍洗，以免污染家人和洗衣设备。脱下时外面朝里卷起，装进专用袋，按本校规定由单位统一清洗；生物实验室沾了菌液等感染性物质的，先消毒，再统一清洗（按 GB 19489-2008（以现行文本为准）和本校生物安全管理规定）。破损、无法洗净的实验服及时更换。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量化学品泼到实验服上时，面料会很快被浸透，化学品接触皮肤。要立即脱下被污染的实验服和衣物（不要从头上套脱，避免沾到脸和眼睛），到紧急喷淋下持续冲洗，冲洗时间按本校应急规定和化学品安全技术说明书执行。</a:t>
            </a:r>
          </a:p>
          <a:p>
            <a:r>
              <a:t>冲洗后报告实验室负责人，带上化学品信息及时就医，必要时拨打 120。被污染的衣物装袋，按危险废物或本校规定处理（紧急喷淋的位置和使用见第 027 课，化学灼伤急救见第 160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答案：C。解析：普通棉质实验服着火会持续燃烧，化纤会熔化粘在皮肤上，阻燃服离火能自熄。</a:t>
            </a:r>
          </a:p>
          <a:p>
            <a:r>
              <a:t>第 2 题 答案：B。解析：实验服可能沾有化学品和微生物，应由单位统一清洗，不带回家或宿舍。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答案：C。解析：敞着怀挡不住溅洒，袖子卷起手臂外露，实验服不穿出实验室。</a:t>
            </a:r>
          </a:p>
          <a:p>
            <a:r>
              <a:t>第 4 题 答案：A。解析：耐化学品围裙多一层防护，溅上后能迅速解下。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答案：A。解析：面料会被浸透，要尽快脱下、冲洗，并报告实验室负责人、及时就医。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实验服与防护服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45 镜）　适用对象：全体进入高校实验室的本科生、研究生和教职工（必修）；化学、材料、生物、工程实训实验室人员重点学习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能说出实验服的防护作用，能做到进实验室就穿、扣好扣子、袖口塞进手套。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能判断实验服应选棉质或阻燃材质，使用自燃试剂、明火、高能反应或有火花时穿阻燃服。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能做到有喷溅风险时加穿耐化学品围裙，按危害选用防护服，沾污及时更换。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能做到实验服不穿出实验室、不带回家洗，大量沾染时立即脱下冲洗并报告。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第1部分：总则》：按危害配备躯体防护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8965.1-2020（以现行文本为准）《防护服装 阻燃服》：阻燃防护服的技术要求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《中华人民共和国安全生产法》（以现行文本为准）：提供并正确佩戴使用符合国家标准的劳动防护用品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号，以现行文本为准）：实验人员按实验风险穿戴防护用品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《病原微生物实验室生物安全管理条例》及 GB 19489-2008（以现行文本为准）《实验室 生物安全通用要求》：生物实验室防护服的管理与消毒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38144-2025（以现行文本为准）《眼面部防护 应急喷淋和洗眼设备》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本校实验室安全管理制度和实验服管理、清洗规定（以本校规定为准）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实验服是防护用品，进门就穿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实验服是个人防护用品，意外溅洒时替你挡一下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溅出的液滴，先落在实验服上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一进实验室，就穿上实验服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花钱不多，却能大大提高安全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实验服不是“工作制服”，而是个人防护用品：意外溅洒时，液滴、粉末先落在实验服上，而不是直接接触皮肤和自己的衣服，为脱下、冲洗争取时间。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只做简单操作就不穿实验服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把实验服搭在椅背上，需要时才穿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实验服选棉质或阻燃材质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实验服选棉质或阻燃材质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化纤遇火会熔化，粘在皮肤上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实验服里面的衣服也别选化纤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长度过膝，长袖盖住手腕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实验服宜选棉质或阻燃材质。涤纶等化纤面料遇火、遇高温会熔化、滴落，粘在皮肤上造成严重烧伤，所以化学实验室不宜穿化纤实验服；实验服里面也尽量穿棉质衣服，不穿化纤毛衣、紧身化纤运动服。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穿化纤材质的实验服做加热实验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实验服太短，遮不住大腿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明火、自燃试剂和火花：穿阻燃服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普通棉质实验服着火会持续燃烧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阻燃服离开火源能自熄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用自燃试剂、明火或高能反应，穿阻燃服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焊接、切割有火花，穿阻燃工作服并扣好领口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棉质实验服不会熔化，但一旦着火仍会持续燃烧。阻燃实验服离开火源后能自行熄灭，为脱下、灭火争取时间。使用自燃试剂（如遇空气自燃的金属有机试剂）、大量易燃溶剂、明火或进行高能反应时，必须穿阻燃实验服。曾有研究人员处理自燃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穿普通实验服操作自燃试剂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焊接时穿化纤衣服、敞着领口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扣子扣好，袖口塞进手套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实验服扣子全部扣好，敞着怀等于没穿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袖口尽量塞进手套里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袖子不卷起，手腕不外露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袖口不要松垮，免得勾倒器皿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敞开穿的实验服挡不住正面溅来的液体，等于没穿。穿实验服要把扣子从下到上全部扣好；袖口尽量塞进手套里（或手套口套住袖口），让手腕不外露。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实验服敞着怀，或只扣一两颗扣子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嫌热把袖子卷到手肘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有喷溅，加穿耐化学品围裙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腐蚀品溅到皮肤会造成灼伤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飞溅风险大时，实验服外加耐化学品围裙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浓酸、易挥发或活泼溶液操作要加围裙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围裙溅上了，一解就能脱下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腐蚀品溅到皮肤上会造成化学灼伤，而实验服面料会被浸透。处理浓酸浓碱、易挥发或活泼的溶液，或者有较大喷溅风险时（如大量转移、稀释），要在实验服外面再加一条耐化学品围裙。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大量转移浓酸时只穿普通实验服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用普通布围裙代替耐化学品围裙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防护服按危害选，沾污就换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挡飞溅的防护服要能防水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高温、化学品、近水作业，各有对应防护服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道路旁、光线暗处作业，穿反光衣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防护服沾污，立即放到指定地点，换干净的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实验服之外，有些工作需要专门的防护服：用于阻挡化学品飞溅的防护服要能防水（防液体渗透），才能真正挡住；高温作业、化学品作业、近水作业各有对应的防护服，按风险评估和 GB 39800.1-2020（以现行文本为准）的配……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用不防水的普通工作服挡化学品飞溅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防护服沾污了还继续穿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实验服不出实验室，不带回家洗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不穿实验服去食堂、宿舍、办公室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实验服挂在实验室专区，不和便服混放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不带回家、不带回宿舍洗，由单位统一清洗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沾了菌液等污染，先消毒再统一清洗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实验服上可能沾有化学品和微生物，穿出实验室会把污染带到食堂、宿舍、办公室和会议室。离开实验区时脱下实验服，挂在实验室的专用区域，不和便服混放。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穿着实验服去食堂吃饭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把实验服带回宿舍和便服一起洗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大量沾染，立即脱下冲洗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大量化学品泼到身上，立即脱下污染衣物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到紧急喷淋下持续冲洗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报告实验室负责人，及时就医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大量化学品泼到实验服上时，面料会很快被浸透，化学品接触皮肤。要立即脱下被污染的实验服和衣物（不要从头上套脱，避免沾到脸和眼睛），到紧急喷淋下持续冲洗，冲洗时间按本校应急规定和化学品安全技术说明书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怕难为情，不脱污染衣物就冲洗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擦一擦继续穿着被浸透的实验服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使用自燃试剂进行实验时，应穿：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化纤实验服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普通棉质实验服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阻燃实验服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不穿实验服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判断：实验服可以带回宿舍和便服一起洗，比较方便。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下列穿实验服的做法正确的是：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敞着怀穿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袖子卷到手肘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扣子全部扣好，袖口塞进手套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穿着去食堂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处理浓酸且有较大喷溅风险时，除实验服、手套和护目镜外，还应加穿：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耐化学品围裙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反光衣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化纤外套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棉布围巾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024 · 实验服与防护服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024 实验服与防护服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判断：大量化学品泼到实验服上，应立即脱下污染衣物，到紧急喷淋下冲洗并报告。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实验服是防护用品，进门就穿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实验服选棉质或阻燃材质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明火、自燃试剂和火花：穿阻燃服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扣子扣好，袖口塞进手套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有喷溅，加穿耐化学品围裙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防护服按危害选，沾污就换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K7  实验服不出实验室，不带回家洗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大量沾染，立即脱下冲洗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