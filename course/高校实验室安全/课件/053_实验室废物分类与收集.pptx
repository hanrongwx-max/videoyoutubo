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任何实验都会产生废物。废物管理看起来不起眼，却是实验室安全的重要一环：从产生的那一刻起，废物就要分好类、标识清楚、规范存放，直到交学校统一送有资质的单位处置，中间一步都不能少。</a:t>
            </a:r>
          </a:p>
          <a:p>
            <a:r>
              <a:t>管理不好，后果立即而且严重。原片举过一个例子：一次本可预防的废物事故在通风柜里引发火灾，造成重大损失，整个实验室停工。乱倒乱排还会危害人员健康，污染土壤、水体和空气；处置出错时，单位要依法承担法律责任，个人也要承担相应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废物处置要在实验开始之前就规划好，而不是做完才想。使用一种化学品之前，先弄清楚它和产物会形成什么废物、归哪一类、放进哪个容器、谁来收运。</a:t>
            </a:r>
          </a:p>
          <a:p>
            <a:r>
              <a:t>依据有两个：一是安全技术说明书的“废弃处置”部分（见第 041 课）；二是实验室和学校的书面废物管理规定。化学和感染性废物都要按制度处理；有些废物（如活性高、毒性大的）处置更复杂，先查说明书、做好防护。拿不准的，事先问导师和安全管理人员，不自作主张。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实验室废物一般分为：化学废物（废液、废固、沾染化学品的包装和耗材）、生物废物（培养物、样本、沾染生物材料的耗材，见第 077 课）、放射性废物（见第 091 课）、锐器（针头、刀片、碎玻璃，见第 029 课）、电子废物和废电池，以及一般生活垃圾。各类废物管理体系不同，要分开收集，不能混放。</a:t>
            </a:r>
          </a:p>
          <a:p>
            <a:r>
              <a:t>处置之前先想清楚它是什么：沾了化学品的吸头和沾了生物样品的吸头要分开；沾生物污染的抹布纸巾按医疗废物要求处理，不进普通垃圾桶；生物材料先灭活（如高压灭菌），没有指示不打开细菌培养物。实验台要整洁、容易清洁，收集容器放在固定位置。具体类别和容器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最好的废物管理是少产生废物。实验室从按需领用、减少用量做起，遵循“减量、再利用、再循环”的思路（绿色实验室理念见第 055 课）。</a:t>
            </a:r>
          </a:p>
          <a:p>
            <a:r>
              <a:t>实验结束后，剩余的试剂和溶液能分享就分享，给需要的同学使用；没有人要的，倒进规定的废液容器。废物产生后按老师要求及时处理，但要分清哪些是废物、哪些是后面还要用的试剂，不要误丢。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水道处理不了实验室化学品。易燃废液倒进去，蒸气会在管道里积聚，遇火源可能起火爆炸；酸碱和腐蚀性废液会腐蚀管道；有毒物质进入污水系统，污水处理厂处理不了，会污染水源和环境。倒错一次，后果就可能无法挽回。</a:t>
            </a:r>
          </a:p>
          <a:p>
            <a:r>
              <a:t>按国内法规和高校要求，实验室危险废液一律收集，不倒入水槽和下水道，也不混进生活垃圾。原片中“酸碱稀释后可以冲下水道”的做法不照做，稀释过的酸碱、用过的甲醛等醛类溶液、剩余的灭菌剂和消毒剂，都收集起来、贴好标签，交学校统一委托有资质的单位处置。能不能排放、怎么处置，以安全技术说明书和本校规定为准，不确定的先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液按性质分类收集，相互会反应的绝不能混在一个桶里。不相容的废液混合，可能放出有毒气体（如酸与含氰废液）、剧烈放热沸溢（如浓酸与浓碱）、着火（如氧化剂与易燃有机物），有的组合还会爆炸。多数实验室废物事故，都源于混错了废液。</a:t>
            </a:r>
          </a:p>
          <a:p>
            <a:r>
              <a:t>倒进对应的废物容器；倒错桶，就可能和里面已有的东西反应。相容性判断见第 043 课，拿不准先问再倒。分开收集还能降低处置难度和费用。分类收集的废物贴好标签，由学校统一交给有资质的单位处置。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废液不只是反应结束时剩下的那一瓶。过滤的滤液、重结晶的母液、蒸馏的馏出液和残液、各种洗涤液和冲洗溶剂、滴定剩余的酸碱、pH 电极排出的内充液和旧保存液、移液剩余的溶液，都要按类别倒进对应的废液容器，不随手倒进水槽。</a:t>
            </a:r>
          </a:p>
          <a:p>
            <a:r>
              <a:t>清洗玻璃器皿前，先把残液倒进废液桶，再趁残留未干时用低毒溶剂冲洗，冲洗液同样收集；洗不掉的找老师。用酒精擦拭台面时远离明火和热源。边做边清理，不把废液攒到实验结束。各类实验操作中的废物处理要点见第 15 章相关各课。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机废液通常要区分含卤（如二氯甲烷、氯仿）和不含卤两类，分开收集；萃取后剩下的有机相和水相也分开，洗下来的水层同样按本校规定收集，不倒水槽。二氯甲烷等含卤溶剂有毒，倒废液时不吸入蒸气，桶口不敞开（重点毒害品见第 049 课）。</a:t>
            </a:r>
          </a:p>
          <a:p>
            <a:r>
              <a:t>含铬、含汞、含铜、锌、镍等重金属的废液单独收集，不和其他废液混装；含金属化合物的残渣和废样也单独收集，不进垃圾桶。既含微生物又含重金属的废液，先问清处置方法再处理。特殊废液的暂存和处置见第 054 课；具体分类以本校规定为准。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原片举过一个例子：有人把少量硝酸倒进了有机溶剂废液桶，桶慢慢发热，几小时后起火。桶上的标签写得没错，只是倒的人没有看。</a:t>
            </a:r>
          </a:p>
          <a:p>
            <a:r>
              <a:t>所以每次往废液桶里倒之前，都要停一下，读一遍标签，对照安全技术说明书和相容性要求判断能不能混；倒完立即在桶上的记录单写明名称和大致数量，方便后来的人判断和最终处置。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废液容器要耐化学品腐蚀，材质与所装废液相容（GB 18597-2023，以现行文本为准），例如腐蚀性废液不用会被腐蚀的容器。容器要完好、不渗漏，盖子能盖紧。</a:t>
            </a:r>
          </a:p>
          <a:p>
            <a:r>
              <a:t>废液桶放在防漏托盘里，防止渗漏和倾倒时外流；不要装得太满，留出空间，避免倾倒溢出和受热膨胀。容器放在固定位置，远离热源、火源和通道。装量、托盘规格以本校规定为准。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废物容器从开始使用就要贴好标签，暂存期间一看就懂。标签一般写明：废物名称、主要成分及大致比例、危险特性（易燃、腐蚀、有毒等）、开始收集日期、产生的实验室和责任人。式样以本校规定为准。</a:t>
            </a:r>
          </a:p>
          <a:p>
            <a:r>
              <a:t>两次添加之间容器也要盖紧，不能敞着口。快满时封好，送到指定暂存点等待统一收运（暂存与处置见第 054 课）。要读懂学校的废物处置规定：自己产生的废物，自己负责到底，不能装好就不管。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倒废液时同样有溅洒和吸入风险。挥发性、有毒的废液在通风柜内倾倒，戴好护目镜、手套，穿实验服，用漏斗慢慢倒；倒完取下漏斗，立即盖紧桶盖。</a:t>
            </a:r>
          </a:p>
          <a:p>
            <a:r>
              <a:t>不能把废溶剂敞口放在通风柜里让它挥发掉来“处置”，那等于把污染物排到大气里，还会造成柜内易燃蒸气积聚。确实需要蒸发浓缩溶剂的，先问实验室负责人按规定的方法进行。废液分类登记，交学校统一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容易被忽视的危险废物包括：盛装过危险化学品的空瓶、空桶等包装物；沾了化学品的手套、抹布、纸巾和滤纸；用过的硅胶、砂、棉花、干燥剂、活性炭渣和薄层板；沾溶剂的吸头和滴管。它们按固体化学废物收集，写清内容，盖好桶盖，不扔进普通垃圾桶。</a:t>
            </a:r>
          </a:p>
          <a:p>
            <a:r>
              <a:t>毛细管、碎玻璃属于玻璃锐器，放进专用盒（见第 029 课）。过期试剂和标签脱落、成分不明的试剂，不能随手倒掉，要单独存放、标明情况，报告实验室负责人按规定处理。具体以本校规定为准。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废旧电池放进专用的回收箱，不扔进生活垃圾。鼓包、漏液、破损的电池可能短路起火，单独存放在不燃容器内并报告处理（电池安全见第 103 课）。</a:t>
            </a:r>
          </a:p>
          <a:p>
            <a:r>
              <a:t>仪器维修换下的旧电源、电路板等电子部件，交回统一回收处置，不混进生活垃圾。焊接等作业留下的空焊丝盘和废丝分开回收，废丝不留在地上和台面上。回收渠道以本校规定为准。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废液桶出现发热、冒气、鼓胀、变色或异常气味，说明桶内可能发生了反应。此时立即停止往里添加，不要打开桶盖查看，带周围人员远离。</a:t>
            </a:r>
          </a:p>
          <a:p>
            <a:r>
              <a:t>在安全处报告实验室负责人和学院，按本单位应急预案处置；出现泄漏、起火时按第 056 课和消防应急要求处理，必要时拨打 119、120。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答案：B。解析：危险废液一律收集，不倒下水道，稀释过的酸碱也一样；不靠挥发处理；倒前要看标签、查相容。</a:t>
            </a:r>
          </a:p>
          <a:p>
            <a:r>
              <a:t>第 2 题 答案：B。解析：很多事故是标签没错、只是没人看；每次倒之前都要读一遍标签，倒后记录。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答案：D。解析：沾染危险化学品的包装物和耗材也是危险废物，不进生活垃圾。</a:t>
            </a:r>
          </a:p>
          <a:p>
            <a:r>
              <a:t>第 4 题 答案：B。解析：不要装太满，留出空间，快满就送暂存点。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答案：立即停止添加，不打开桶盖，带人员远离；在安全处报告实验室负责人和学院，按应急预案处置，必要时拨打 119、120。解析：废液桶异常说明桶内可能在反应，按“停加、远离、报告”处理。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实验室废物分类与收集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72 镜）　适用对象：全体在实验室产生废物的高校本科生、研究生和教职工（必修，进入实验室前完成）；化学、化工、材料、环境、医学、生命科学等专业重点学习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能说出实验室废物的主要类别（化学、生物、放射性、锐器、电子废物、一般废物），以及“分好、标好、存好、送走”的管理链条。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能做到动手前规划废物处置、从源头减量，废液一律收集、不倒入下水道、不靠挥发处理。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能判断废液能否混装：按性质分类收集，不相容不混装，含卤、含重金属废液单独收集，倒前先看标签并记录。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能做到选用相容容器、放防漏托盘、不装满、标签写全、随手盖紧；空容器、沾污固体、废电池和电子废件按规定回收，废液桶异常时停加、远离、报告。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《中华人民共和国固体废物污染环境防治法》（以现行文本为准）：产生危险废物的单位按规定分类收集、贮存，交有相应资质的单位利用处置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日起施行）及《危险化学品安全管理条例》（以现行文本为准）：废弃危险化学品的处置依照生态环境保护法律法规执行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《国家危险废物名录》（以现行版本为准）：实验室废液、沾染危险化学品的包装物和固体废物按危险废物管理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《中华人民共和国水污染防治法》（以现行文本为准）：禁止向水体和下水道排放有毒有害废液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号，以现行文本为准）及高校实验室安全检查项目表：实验室废弃物分类收集、规范标识、不得倒入下水道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18597-2023（以现行文本为准）《危险废物贮存污染控制标准》：容器材质与废物相容、不相容废物不混装、容器加盖和标识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《废弃电器电子产品回收处理管理条例》（以现行文本为准）：废弃电器电子产品交规范渠道回收处理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本校实验室废物管理规定：分类类别、标签式样、收集与交接流程以本校规定为准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废物管理是实验安全的一环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实验总会产生废物，管理是安全的一环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分好、标好、存好、送走，一步不能少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管不好会引发火灾，实验全部停摆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处置出错危害健康和环境，单位担法律责任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任何实验都会产生废物。废物管理看起来不起眼，却是实验室安全的重要一环：从产生的那一刻起，废物就要分好类、标识清楚、规范存放，直到交学校统一送有资质的单位处置，中间一步都不能少。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认为废物“倒掉就完事”，与安全无关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只管做实验，不管实验后的废物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动手之前，先想好废物怎么处置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用一种化学品之前，先想好怎么处置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查安全技术说明书的废弃处置部分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按实验室和本校的书面规定执行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拿不准，就问导师和安全管理员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废物处置要在实验开始之前就规划好，而不是做完才想。使用一种化学品之前，先弄清楚它和产物会形成什么废物、归哪一类、放进哪个容器、谁来收运。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实验做完才发现不知道废物放哪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凭经验判断能不能倒，不查说明书和规定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实验室废物分几类，分开收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化学、生物、放射性、锐器、电子废物分开收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一般生活垃圾单独放，不和危废混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沾化学品和沾生物样品的分开收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生物废物先灭活，按专门要求处置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实验室废物一般分为：化学废物（废液、废固、沾染化学品的包装和耗材）、生物废物（培养物、样本、沾染生物材料的耗材，见第 077 课）、放射性废物（见第 091 课）、锐器（针头、刀片、碎玻璃，见第 029 课）、电子废……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沾化学品的手套、纸巾扔进生活垃圾桶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化学废物和生物废物混在一个容器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从源头减量，剩余试剂别浪费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废物管理先从减量做起，按需领用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减量、再利用、再循环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剩余溶液可分给需要的人，没人要再入桶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后面还要用的试剂，别误当废物丢掉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最好的废物管理是少产生废物。实验室从按需领用、减少用量做起，遵循“减量、再利用、再循环”的思路（绿色实验室理念见第 055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一次领取大量试剂，用不完变成废物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把后续还要用的溶液当废液倒掉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下水道不是废液桶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危险废液严禁倒进水槽和下水道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易燃废液在管道里积蒸气，会起火爆炸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会腐蚀管道、污染水体，污水厂处理不了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稀释过的酸碱、醛类和灭菌剂废液也收集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下水道处理不了实验室化学品。易燃废液倒进去，蒸气会在管道里积聚，遇火源可能起火爆炸；酸碱和腐蚀性废液会腐蚀管道；有毒物质进入污水系统，污水处理厂处理不了，会污染水源和环境。倒错一次，后果就可能无法挽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少量废液随手倒进水槽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认为稀释后就可以冲下水道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按性质分类收集，不相容不混装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不相容的废液混在一起，会出大事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酸碱混合放热沸溢，氧化剂遇易燃物起火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多数废物事故，都是混错了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按性质分开收，混装风险高、处置也贵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液按性质分类收集，相互会反应的绝不能混在一个桶里。不相容的废液混合，可能放出有毒气体（如酸与含氰废液）、剧烈放热沸溢（如浓酸与浓碱）、着火（如氧化剂与易燃有机物），有的组合还会爆炸。多数实验室废物事故，都源于混错了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为省事把各种废液倒进同一个桶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不知道桶里装的是什么就往里倒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实验各环节的废液都要收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洗器皿前，残液先倒进废液桶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母液、滤液、馏出液、洗涤液都要收集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滴定废液、电极旧保存液也要收集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冲洗溶剂也收，边做边清理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废液不只是反应结束时剩下的那一瓶。过滤的滤液、重结晶的母液、蒸馏的馏出液和残液、各种洗涤液和冲洗溶剂、滴定剩余的酸碱、pH 电极排出的内充液和旧保存液、移液剩余的溶液，都要按类别倒进对应的废液容器，不随手倒进水槽。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洗涤液、冲洗液直接倒进水槽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废液先放在烧杯里，攒到最后一起处理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含卤、含重金属的废液单独收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含卤和不含卤的有机废液分开收集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萃取后的有机相和水相分开收集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含铬、含汞等重金属废液单独收集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含金属的残渣单独收，混合污染的先问清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机废液通常要区分含卤（如二氯甲烷、氯仿）和不含卤两类，分开收集；萃取后剩下的有机相和水相也分开，洗下来的水层同样按本校规定收集，不倒水槽。二氯甲烷等含卤溶剂有毒，倒废液时不吸入蒸气，桶口不敞开（重点毒害品见第 04……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含卤溶剂倒进不含卤的有机废液桶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含重金属的废液与普通废液混装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每次倒之前，先看标签再记录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倒错一次，几小时后也可能起火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标签没错，事故常因为没人看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每次倒之前，都读一遍标签、查相容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倒了什么、多少，马上记在桶上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原片举过一个例子：有人把少量硝酸倒进了有机溶剂废液桶，桶慢慢发热，几小时后起火。桶上的标签写得没错，只是倒的人没有看。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不看标签，凭印象倒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倒了不记录，桶里成分说不清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容器相容耐腐蚀，放托盘、不装满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用耐化学品的塑料或金属容器，材质与废液相容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废液桶放进防漏托盘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不要装太满，留出空间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远离热源和火源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废液容器要耐化学品腐蚀，材质与所装废液相容（GB 18597-2023，以现行文本为准），例如腐蚀性废液不用会被腐蚀的容器。容器要完好、不渗漏，盖子能盖紧。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用饮料瓶等不合适的容器装废液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废液桶装到瓶口，直接放在地上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标签写全，随手盖紧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容器不能没有标签，标签要一看就懂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写明成分和大致比例、危险特性、日期、单位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倒完随手盖紧，不能敞口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快满就送暂存点，自己的废物负责到底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废物容器从开始使用就要贴好标签，暂存期间一看就懂。标签一般写明：废物名称、主要成分及大致比例、危险特性（易燃、腐蚀、有毒等）、开始收集日期、产生的实验室和责任人。式样以本校规定为准。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先倒废液，标签以后再补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漏斗插在桶口不盖盖子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倒废液做好防护，不靠挥发处理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在通风柜里戴好防护，用漏斗慢慢倒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倒完取下漏斗，立即盖紧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不能把溶剂放通风柜里挥发了事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需要蒸发溶剂，先问负责人怎么做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倒废液时同样有溅洒和吸入风险。挥发性、有毒的废液在通风柜内倾倒，戴好护目镜、手套，穿实验服，用漏斗慢慢倒；倒完取下漏斗，立即盖紧桶盖。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敞口放在通风柜里让废溶剂自己挥发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不戴防护、不用漏斗直接倒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空瓶、手套、滤纸也是危险废物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沾染化学品的空瓶空桶也是危险废物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沾污手套、纸巾、滤纸进固体化学废物桶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废硅胶、干燥剂、薄层板也按危废收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过期、不明试剂单独存放，报告处理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容易被忽视的危险废物包括：盛装过危险化学品的空瓶、空桶等包装物；沾了化学品的手套、抹布、纸巾和滤纸；用过的硅胶、砂、棉花、干燥剂、活性炭渣和薄层板；沾溶剂的吸头和滴管。它们按固体化学废物收集，写清内容，盖好桶盖，不扔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空试剂瓶当普通垃圾扔掉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沾溶剂的硅胶、滤纸扔进生活垃圾桶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废电池和电子废件回收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废旧电池放进专用回收箱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鼓包、破损的电池可能起火，单独存放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换下的电源等电子部件交回统一回收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空焊丝盘和废丝分开回收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废旧电池放进专用的回收箱，不扔进生活垃圾。鼓包、漏液、破损的电池可能短路起火，单独存放在不燃容器内并报告处理（电池安全见第 103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废电池随手扔进垃圾桶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换下的电子部件堆在实验室角落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废液桶异常：停加、远离、报告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废液桶发热、冒气、鼓胀是危险信号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立即停止添加，人员远离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报告负责人，按应急预案处置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废液桶出现发热、冒气、鼓胀、变色或异常气味，说明桶内可能发生了反应。此时立即停止往里添加，不要打开桶盖查看，带周围人员远离。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发现桶发热还继续往里倒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自己打开鼓胀的桶盖查看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实验结束后，烧杯里剩下少量稀释过的酸溶液，正确做法是：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倒进水槽，用大量水冲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倒进对应类别、贴好标签的废液桶并盖紧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敞口放在通风柜里让它挥发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倒进任意一个有空间的废液桶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判断：只要桶上标签写得正确，倒废液时就不必再看标签。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下列物品中，应按固体化学废物收集的是：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沾了有机溶剂的滤纸和手套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用过的硅胶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盛装过危险化学品的空试剂瓶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以上都是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关于废液容器，下列做法错误的是：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放在防漏托盘里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装到瓶口再送走，减少送的次数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材质与废液相容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远离热源和火源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053 · 实验室废物分类与收集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053 实验室废物分类与收集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简答：发现废液桶发热、冒气、鼓胀，应该怎么做？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废物管理是实验安全的一环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动手之前，先想好废物怎么处置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实验室废物分几类，分开收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从源头减量，剩余试剂别浪费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下水道不是废液桶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按性质分类收集，不相容不混装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实验各环节的废液都要收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含卤、含重金属的废液单独收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每次倒之前，先看标签再记录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容器相容耐腐蚀，放托盘、不装满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标签写全，随手盖紧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倒废液做好防护，不靠挥发处理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空瓶、手套、滤纸也是危险废物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废电池和电子废件回收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废液桶异常：停加、远离、报告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