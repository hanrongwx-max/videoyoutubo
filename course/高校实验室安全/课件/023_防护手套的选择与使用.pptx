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手是实验中接触化学品、热源、锐器最多的部位，也最容易受伤。皮肤本身是一道屏障，但挡不住腐蚀性物质和能透过皮肤吸收的化学品；手套是在皮肤外面再加的一层防护。</a:t>
            </a:r>
          </a:p>
          <a:p>
            <a:r>
              <a:t>很多样品、中间体的毒性并不清楚，不能因为“看起来无害”就徒手操作。操作化学品时要养成全程戴手套的习惯，而且要戴对类型（K2、K3）。一次性薄手套不影响手指灵活，不要因为嫌麻烦而不戴。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很多人以为一次性丁腈手套什么都能挡，这是危险的误解。丁腈、乳胶、氯丁橡胶、丁基橡胶等不同材质的手套，耐受的化学品各不相同，没有一种手套能防所有化学品。</a:t>
            </a:r>
          </a:p>
          <a:p>
            <a:r>
              <a:t>乳胶手套能挡住微生物，但对多数有机溶剂和化学品防护有限，部分人还会对乳胶过敏；一次性丁腈手套适合偶然接触、小量溅洒，遇到酮类、氯代溶剂等会很快溶胀、渗透。选手套一定要让材质对上你实际使用的化学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选手套的步骤：①查所用化学品的安全技术说明书（SDS）中“接触控制和个体防护”部分，看推荐的手套材质；②查手套生产商提供的耐化学性资料，重点看穿透时间（化学品透过手套需要多长时间）和降解程度（手套是否溶胀、变硬、开裂）；③结合操作方式（偶然接触还是长时间接触）、用量和设备危害，确定手套类型。</a:t>
            </a:r>
          </a:p>
          <a:p>
            <a:r>
              <a:t>使用甲醛、二氯甲烷等化学品时尤其要按说明书选材质。实验课上按任课老师的手套规定执行；科研实验拿不准时，问导师或学院实验室安全管理员，并写进实验项目的风险评估（第 021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手套挡住化学品只是暂时的，化学品会随时间慢慢渗透；二氯甲烷、乙醚等溶剂能很快透过常见的一次性薄手套。手套里面出汗、外面沾液，也会加快渗透。渗透往往没有感觉：有人长期戴不合适的手套处理新试剂，几周都没察觉，直到体检才发现身体异常——问题出在一开始没有评估、没有选对手套。</a:t>
            </a:r>
          </a:p>
          <a:p>
            <a:r>
              <a:t>因此：手套沾上化学品，马上摘下换新的；手套破损、明显沾污或被汗湿，立即停下操作，按正确方法摘下（K7）、洗手后换新手套再继续；即使没有沾上，长时间操作也要按规程和穿透时间定期更换。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一次性薄手套只适合偶然接触。如果操作需要把手浸入溶剂，普通薄手套几分钟就会被渗透，必须换用按说明书和耐化学性资料选定的专用材质厚手套。</a:t>
            </a:r>
          </a:p>
          <a:p>
            <a:r>
              <a:t>处理强腐蚀品，戴长到手臂的橡胶手套，护住手腕和前臂；处理酸，选耐酸手套。高毒化学品作业通常戴双层手套：外层被污染或破损时，内层还能护住皮肤，此时立即更换外层；长时间操作要按穿透时间及时更换。具体组合由风险评估确定，并符合本校规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手套有不同尺寸和厚度。太松容易滑脱、夹住器皿，太紧容易撕裂、手指发累；按手的大小和操作需要选合手的。</a:t>
            </a:r>
          </a:p>
          <a:p>
            <a:r>
              <a:t>戴手套前先检查：对着光看有没有破口、小孔、变色或变硬；也可以卷起袖口把空气挤到手指部分，看有没有漏气（不要用嘴吹）。有破损的直接换一副。一次性手套用过即弃，不洗了再用；可重复使用的厚手套按说明清洁、晾干、存放，老化开裂的及时更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手套戴对了还要摘对。捏着指尖往下拽，手套外面的污染会瞬间沾到手上。正确步骤：①一只手捏住另一只手套腕部的外侧，边往下剥边翻过来；②把脱下的手套团在仍戴着手套的手心；③裸手的手指从剩下那只手套的袖口内侧伸进去，翻转剥下，把第一只包在里面；④整个过程外面不碰皮肤。</a:t>
            </a:r>
          </a:p>
          <a:p>
            <a:r>
              <a:t>摘下的手套按本校规定丢进指定容器：沾染危险化学品的按危险废物收集，生物实验的按感染性废物处理（生物实验手套的穿脱流程见第 6 章）。摘完手套马上认真洗手（第 020 课）；实验服等其他防护用品的脱卸和清洗见第 024 课。平时多练几遍，形成习惯。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手套上沾的化学品或微生物会到处“搬家”：门把手、电灯开关、电话、计算器、电脑键盘、手机都会被沾上，再传给不戴手套的人。笔、手指一碰嘴，化学品就进了身体——这也是实验室里不能饮食的原因（第 020 课）。</a:t>
            </a:r>
          </a:p>
          <a:p>
            <a:r>
              <a:t>戴着手套不碰门把手、开关和公共物品；记录本、手机、电脑放在清洁区，不放在操作台上。离开称量区、操作区或要写记录时，先摘手套、洗手，再去碰公共物品。需要在操作中开门、接电话的，按本实验室规定（如单手摘手套）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除了化学品，手还会受到烫、冻、割、振动等伤害，要按危害选专用手套。从烘箱、马弗炉、加热板上拿热的样品和器皿，戴隔热手套，不能徒手碰；隔热手套有点笨重，多练就习惯了，实验室要常备在伸手可及的地方。一次性化学防护手套不隔热，不能代替隔热手套。</a:t>
            </a:r>
          </a:p>
          <a:p>
            <a:r>
              <a:t>取干冰、超低温冰箱里的样品，戴低温防护手套（液氮等低温液体的防护见第 136 课）。处理碎玻璃等锐器、搬运切割后的板材和废金属，戴防割手套；长板两人一起抬，废料分类回收。使用振动工具、搬运重物，也选用对应的专用手套。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化学品及微生物防护手套应符合 GB 28881-2023（以现行文本为准）《手部防护 化学品及微生物防护手套》等国家标准，包装和产品上有相应标识，选用前看清标识和说明，确认适用于你要防的危害；不使用无标识、来路不明的散装手套。</a:t>
            </a:r>
          </a:p>
          <a:p>
            <a:r>
              <a:t>按《中华人民共和国安全生产法》和《高等学校实验室安全规范》的要求，学校和实验室应按实验危害配备合适的防护手套，实验人员正确佩戴使用；手套用完、型号不全时及时向实验室负责人报告补齐（第 021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答案：B。解析：没有万能手套，要按说明书和耐化学性资料（穿透时间、降解程度）选材质。</a:t>
            </a:r>
          </a:p>
          <a:p>
            <a:r>
              <a:t>第 2 题 答案：B。解析：丁腈遇酮类、氯代溶剂等会很快失效；化学品会渗透，沾上就要换手套并洗手。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答案：B。解析：翻着摘，外面不碰皮肤，摘完洗手。</a:t>
            </a:r>
          </a:p>
          <a:p>
            <a:r>
              <a:t>第 4 题 答案：B。解析：手套上的化学品会“搬家”，污染公共物品并传给别人。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答案：C。解析：一次性化学防护手套不隔热，拿热的东西要戴隔热手套。</a:t>
            </a:r>
          </a:p>
          <a:p>
            <a:r>
              <a:t>第 6 题 答案：立即停下操作，用正确方法摘掉手套，洗手后换新手套再继续；如皮肤沾到化学品，先冲洗并报告。解析：破损、沾污、汗湿都要及时更换。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防护手套的选择与使用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第3章 通用安全与个人防护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5 分钟（卡通视频 61 镜）　适用对象：全体进入高校实验室的本科生、研究生和教职工（必修）；化学、生物、医学、材料和工程实训实验室人员重点学习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023 · 防护手套的选择与使用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023 防护手套的选择与使用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能说出没有万能手套，能做到按化学品安全技术说明书和手套耐化学性资料选择手套材质。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能判断化学品会渗透手套，做到戴前检查、沾污或破损立即更换。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能做到用“翻着摘”的方法摘除手套并洗手，戴着手套不碰公共物品。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能根据高温、低温、锐器等危害选用隔热、低温、防割手套。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023 · 防护手套的选择与使用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023 防护手套的选择与使用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28881-2023（以现行文本为准）《手部防护 化学品及微生物防护手套》：化学品及微生物防护手套的技术要求和标识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39800.1-2020（以现行文本为准）《个体防护装备配备规范 第1部分：总则》：按危害配备手部防护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《中华人民共和国安全生产法》（以现行文本为准）：提供并正确佩戴使用符合国家标准的劳动防护用品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号，以现行文本为准）：实验人员按实验风险佩戴防护用品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《中华人民共和国危险化学品安全法》（2026 年 5 月 1 日起施行）及《危险化学品安全管理条例》（以现行文本为准）：化学品安全技术说明书和安全标签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16483-2008（以现行文本为准）《化学品安全技术说明书 内容和项目顺序》：说明书中的个体防护信息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本校实验室安全管理制度、危险废物管理规定和各实验室防护要求（以本校规定为准）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023 · 防护手套的选择与使用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手套是皮肤外的又一层屏障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023 防护手套的选择与使用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皮肤是第一道屏障，手套再加一层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手最容易受伤：腐蚀、烫、冻、割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样品毒性常常说不清，要养成戴手套的习惯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操作化学品时，全程戴着合适的手套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手是实验中接触化学品、热源、锐器最多的部位，也最容易受伤。皮肤本身是一道屏障，但挡不住腐蚀性物质和能透过皮肤吸收的化学品；手套是在皮肤外面再加的一层防护。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认为样品量少、看着无害就徒手操作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只在“危险操作”时才临时戴手套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023 · 防护手套的选择与使用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没有万能手套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023 防护手套的选择与使用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一副丁腈手套不是什么都能挡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不同材质的手套，耐受的化学品不同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乳胶挡得住微生物，挡不住多数化学品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丁腈适合偶然接触，遇酮类、氯代溶剂易失效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很多人以为一次性丁腈手套什么都能挡，这是危险的误解。丁腈、乳胶、氯丁橡胶、丁基橡胶等不同材质的手套，耐受的化学品各不相同，没有一种手套能防所有化学品。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所有实验都只戴一次性丁腈手套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用乳胶手套处理有机溶剂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023 · 防护手套的选择与使用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查说明书和耐化学性资料选手套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023 防护手套的选择与使用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先查化学品安全技术说明书的个体防护部分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再查手套的耐化学性资料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重点看穿透时间和降解程度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实验课按老师规定，拿不准就问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选手套的步骤：①查所用化学品的安全技术说明书（SDS）中“接触控制和个体防护”部分，看推荐的手套材质；②查手套生产商提供的耐化学性资料，重点看穿透时间（化学品透过手套需要多长时间）和降解程度（手套是否溶胀、变硬、开裂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只凭手套颜色或“实验室常用”就选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不看说明书，柜子里有什么戴什么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023 · 防护手套的选择与使用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化学品会渗透，沾上就换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023 防护手套的选择与使用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化学品会随时间慢慢渗过手套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有的溶剂很快就能穿透一次性薄手套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沾上化学品、破了、湿了，立即更换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没沾上也按规程定期更换，换后洗手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手套挡住化学品只是暂时的，化学品会随时间慢慢渗透；二氯甲烷、乙醚等溶剂能很快透过常见的一次性薄手套。手套里面出汗、外面沾液，也会加快渗透。渗透往往没有感觉：有人长期戴不合适的手套处理新试剂，几周都没察觉，直到体检才发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手套沾了溶剂，擦一擦继续用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一副手套从早戴到晚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023 · 防护手套的选择与使用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浸泡、强腐蚀、高毒：专用手套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023 防护手套的选择与使用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手要浸入溶剂时，换专用材质的厚手套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强腐蚀品，戴长到手臂的橡胶手套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处理酸，选耐酸手套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高毒作业戴双层手套，外层破了内层挡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一次性薄手套只适合偶然接触。如果操作需要把手浸入溶剂，普通薄手套几分钟就会被渗透，必须换用按说明书和耐化学性资料选定的专用材质厚手套。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戴一次性薄手套把手伸进溶剂里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双层手套外层破了还继续操作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023 · 防护手套的选择与使用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大小合适，戴前检查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023 防护手套的选择与使用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选合手的尺寸和厚度，太松太紧都不好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戴前检查有没有破口、小孔、变色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有破损直接换一副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一次性手套不重复使用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手套有不同尺寸和厚度。太松容易滑脱、夹住器皿，太紧容易撕裂、手指发累；按手的大小和操作需要选合手的。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不检查就戴，带着小孔操作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用嘴往手套里吹气检查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023 · 防护手套的选择与使用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翻着摘手套，摘完洗手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023 防护手套的选择与使用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不捏指尖拽，以免污染沾到手上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捏住腕部外侧翻着剥下，团在另一只手心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裸手伸进内侧，翻转剥下包住第一只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丢进指定容器，摘完认真洗手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手套戴对了还要摘对。捏着指尖往下拽，手套外面的污染会瞬间沾到手上。正确步骤：①一只手捏住另一只手套腕部的外侧，边往下剥边翻过来；②把脱下的手套团在仍戴着手套的手心；③裸手的手指从剩下那只手套的袖口内侧伸进去，翻转剥下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捏着手指尖把手套拽下来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摘了手套不洗手就离开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023 · 防护手套的选择与使用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戴着手套不碰公共物品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023 防护手套的选择与使用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戴手套不碰门把手、开关、电话、手机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手套上的化学品会“搬家”，传给别人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笔放进嘴里，化学品就进了身体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离开操作区先摘手套洗手，再碰公共物品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手套上沾的化学品或微生物会到处“搬家”：门把手、电灯开关、电话、计算器、电脑键盘、手机都会被沾上，再传给不戴手套的人。笔、手指一碰嘴，化学品就进了身体——这也是实验室里不能饮食的原因（第 020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戴着手套开门、按电梯、看手机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把记录本和手机放在操作台上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023 · 防护手套的选择与使用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隔热、低温、防割，各用各的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023 防护手套的选择与使用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拿热的东西戴隔热手套，实验室常备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取干冰、超低温样品戴低温手套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处理锐器、搬板材废料戴防割手套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振动、搬运等作业，选对应的专用手套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除了化学品，手还会受到烫、冻、割、振动等伤害，要按危害选专用手套。从烘箱、马弗炉、加热板上拿热的样品和器皿，戴隔热手套，不能徒手碰；隔热手套有点笨重，多练就习惯了，实验室要常备在伸手可及的地方。一次性化学防护手套不隔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戴一次性丁腈手套去拿热烧杯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徒手搬运切割后的金属边角料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023 · 防护手套的选择与使用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选符合国家标准的合格手套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023 防护手套的选择与使用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选符合国家标准、有合格标识的手套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看清防护类型，不用来路不明的产品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实验室按危害配备，用完及时补齐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化学品及微生物防护手套应符合 GB 28881-2023（以现行文本为准）《手部防护 化学品及微生物防护手套》等国家标准，包装和产品上有相应标识，选用前看清标识和说明，确认适用于你要防的危害；不使用无标识、来路不明的……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用家用清洁手套代替化学防护手套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手套用完了就不戴，等别人补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023 · 防护手套的选择与使用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023 防护手套的选择与使用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使用某种有机溶剂前选择手套，首先应该：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选实验室最常用的丁腈手套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查该化学品安全技术说明书的个体防护部分和手套耐化学性资料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选最厚的手套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戴两层乳胶手套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判断：一次性丁腈手套能防所有化学品，沾上溶剂擦干净即可继续使用。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023 · 防护手套的选择与使用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023 防护手套的选择与使用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下列摘手套的做法正确的是：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捏住指尖往下拽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捏住腕部外侧翻着剥下，裸手从内侧剥下第二只并包住第一只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用牙咬住手套拽下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摘下后不洗手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判断：戴着做实验的手套去开门、接手机，可以节省时间，没有危害。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023 · 防护手套的选择与使用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023 防护手套的选择与使用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从烘箱中取出热的烧杯，应戴：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一次性丁腈手套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乳胶手套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隔热手套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不用戴手套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简答：工作中发现手套破了，应该怎么做？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K1  手套是皮肤外的又一层屏障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K2  没有万能手套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K3  查说明书和耐化学性资料选手套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K4  化学品会渗透，沾上就换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K5  浸泡、强腐蚀、高毒：专用手套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K6  大小合适，戴前检查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K7  翻着摘手套，摘完洗手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K8  戴着手套不碰公共物品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K9  隔热、低温、防割，各用各的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S1  选符合国家标准的合格手套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