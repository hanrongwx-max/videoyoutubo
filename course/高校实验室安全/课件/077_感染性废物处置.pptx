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感染性废物的处理不是实验做完才考虑的事。开展生物因子实验之前，就要想好会产生哪些废物、用什么容器装、怎样灭活、送到哪里。</a:t>
            </a:r>
          </a:p>
          <a:p>
            <a:r>
              <a:t>实验室要有完整的生物废物管理方案，写进标准操作规程：分类收集、包装、暂存、转运、处置每个环节由谁做、怎么做、怎么记录，并对灭菌等处理效果进行验证（见第 076 课）。每个实验室按自己的生物因子和实验活动制定规程，新进人员按规程培训后才能操作。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染性废物是含有或可能含有病原微生物、有引发感染风险的废物，包括：培养物和菌（毒）种、血液及血液制品、临床和环境样本、接触过它们的吸头、平板、手套、纸巾、细胞培养耗材，检测仪器用过的卡盒和试剂条等。实验动物尸体和组织按本校规定专门收集处置（见第 084 课）。检测临床样本产生的废物一律按感染性废物对待。</a:t>
            </a:r>
          </a:p>
          <a:p>
            <a:r>
              <a:t>装袋之前先分类：感染性废物放进有生物危害标志的专用容器；锐器进锐器盒（见 K3）；化学废液、含油废物按化学废物分类收集（见第 053、054 课），不混进生物废物袋。既有感染性又含挥发性、腐蚀性化学品的废物不能直接高压灭菌，按规程专门处理。</a:t>
            </a:r>
          </a:p>
          <a:p>
            <a:r>
              <a:t>废物分类以本校规定和本实验室规程为准，墙上贴好分类指引；拿不准的，问实验室负责人或老师，不要凭感觉丢。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沾染过生物材料的针头、刀片、玻片、碎玻璃等是感染性锐器，扎破皮肤就可能直接造成感染。它们不能装进塑料袋，要放进防刺穿、防渗漏、有生物危害标志的专用锐器盒；锐器盒放在操作位置旁边，用完立即投入，不能随手放在敞口盘子或台面上。</a:t>
            </a:r>
          </a:p>
          <a:p>
            <a:r>
              <a:t>用过的针头不用手回套针帽，不掰弯、不折断、不用手拆针头，连同注射器整体投入锐器盒。锐器盒装到约四分之三或盒上的警戒线就封盒（锁死后不能再打开），不要硬往里塞或用手压。封好的锐器盒按感染性废物灭菌、处置。非感染性锐器和碎玻璃见第 029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染性废物用耐高压灭菌、印有生物危害标志的专用袋，套在带盖、可脚踏开启的容器里。双层装袋是常用的做法：内袋万一被戳破，还有外袋兜着。废物容器在使用前就套好两层袋（在生物安全柜内使用的，进柜前套好），实验中废物直接放进内袋。</a:t>
            </a:r>
          </a:p>
          <a:p>
            <a:r>
              <a:t>封口时：按本实验室规程向内袋加少量消毒剂，收拢内袋口拧紧，用扎带或胶带扎牢；再把外袋同样拧紧扎好，两道扎口两道保险。扎好后把袋子提出，袋子外面和空桶外壁都用消毒剂擦拭，擦拭用的纸巾也按感染性废物处理。在生物安全柜内装袋的详细手法见第 073 课。</a:t>
            </a:r>
          </a:p>
          <a:p>
            <a:r>
              <a:t>袋子不要装太满，留出扎口的位置，一般不超过四分之三；千万不要用手往下压，会扎破手套，还会把气溶胶挤出来。快满了就扎口，换上新袋。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液体培养物、废培养液、含活菌的菌液不能直接倒进水槽和下水道。收集在带盖、不易破碎的容器里，容器放进托盘，防止打翻；按规程用消毒剂处理或高压灭菌后，再按本校规定处置。消毒后的液体如含化学品，按化学废液处理。</a:t>
            </a:r>
          </a:p>
          <a:p>
            <a:r>
              <a:t>从环境中分离的菌株、实验用的菌株都不能随意排放到外环境。需要在野外使用微生物（如环境修复试验）的，必须事先进行风险评估并经单位和有关部门批准。发生溢洒时先覆盖消毒，按程序清理，并报告实验室负责人（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过的平板、试管、吸头、接种环等，即使实验已经结束、计数已经完成，里面仍然是大量活菌，必须先放进高压灭菌袋，灭菌杀灭全部活菌后，再按感染性废物交学校统一处置，不能直接扔垃圾桶，也不能倒下水道。病原和实验菌株不能外泄到环境中。</a:t>
            </a:r>
          </a:p>
          <a:p>
            <a:r>
              <a:t>培养瓶长了霉、长了杂菌，不要打开闻、打开看，以免孢子和气溶胶扩散；整瓶不开盖放进灭菌袋高压灭菌后再处置。</a:t>
            </a:r>
          </a:p>
          <a:p>
            <a:r>
              <a:t>培养物、菌种不能私自带出实验室，也不能私自送人或交换（菌毒种运输见第 080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基因工程菌常带有抗生素抗性基因等外源基因，一旦外泄可能在环境中扩散。含工程菌的培养物、废液和耗材收进专用容器，先灭活（如高压灭菌），再按规定分类处置。</a:t>
            </a:r>
          </a:p>
          <a:p>
            <a:r>
              <a:t>转基因植物材料、组培苗和转基因废弃物不能随手扔，也不得私自带出实验室或温室；先灭活，再按规定处置。田间或温室试验结束后，还要清除自生苗，防止残留（转基因生物安全见第 081、082 课）。</a:t>
            </a:r>
          </a:p>
          <a:p>
            <a:r>
              <a:t>保存的菌株、转基因材料要登记清楚；废弃物的灭活和处置也要登记，按本校规定执行。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国内高校实验室的感染性废物，一般要先在实验室内（或本单位指定地点）高压蒸汽灭菌，灭菌合格后再离开实验室，交学校统一处置。</a:t>
            </a:r>
          </a:p>
          <a:p>
            <a:r>
              <a:t>灭菌按本实验室生物安全手册和灭菌器规程进行，由经过培训的人员操作（灭菌原理和验证见第 076 课，灭菌器操作安全见第 123 课）。用化学指示物（指示胶带、指示条）确认每一锅经过了灭菌，并结合温度、时间记录和定期的生物指示物验证判断效果。</a:t>
            </a:r>
          </a:p>
          <a:p>
            <a:r>
              <a:t>每锅灭菌都要登记：日期、废物来源、操作人、指示物结果。灭菌不合格的废物重新灭菌，不往外送。原片“灭菌后焚烧”的做法在国内由有资质的集中处置单位完成，实验室不得自行焚烧（见 K10）。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灭菌后的感染性废物按本校规定装进医疗废物专用包装袋或容器（有警示标识），锐器盒单独装。包装外贴好标签，写明产生的实验室、日期、废物类别等。</a:t>
            </a:r>
          </a:p>
          <a:p>
            <a:r>
              <a:t>废物出实验室后不能随手堆在走廊、楼道或垃圾间，要放到本单位设置的暂存点或密闭转运箱中。暂存点有警示标识、防渗漏、防鼠防蚊蝇、上锁专人管理。按规定时限及时清运，不长时间存放（具体时限以现行规定和本校要求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感染性废物（医疗废物）属于国家危险废物名录管理的危险废物，由学校统一交给有资质的医疗废物集中处置单位，用高温焚烧等方式无害化处置。</a:t>
            </a:r>
          </a:p>
          <a:p>
            <a:r>
              <a:t>交接时双方核对种类、数量（重量），填写交接登记和危险废物转移联单；联单和登记资料按规定期限存档，保证每一袋废物去向可查。</a:t>
            </a:r>
          </a:p>
          <a:p>
            <a:r>
              <a:t>严禁把感染性废物混入生活垃圾，严禁交给没有资质的单位或个人（如收废品人员），实验室不得自行焚烧或填埋。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答案：C。解析：感染性锐器进防刺穿的锐器盒，不装进塑料袋。</a:t>
            </a:r>
          </a:p>
          <a:p>
            <a:r>
              <a:t>第 2 题 答案：B。解析：平板里仍是活菌，先高压灭菌，再按感染性废物交学校统一处置。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答案：B。解析：留出扎口位置，不得用手压，以免扎破手套、挤出气溶胶。</a:t>
            </a:r>
          </a:p>
          <a:p>
            <a:r>
              <a:t>第 4 题 答案：B。解析：液体培养物收进带盖容器，按规程消毒或灭菌后再按规定处置。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答案：D。解析：医疗废物按危险废物管理，交有资质单位集中处置，联单存档。</a:t>
            </a:r>
          </a:p>
          <a:p>
            <a:r>
              <a:t>第 6 题 答案：不要打开闻或查看，整瓶不开盖放进高压灭菌袋，灭菌后按感染性废物处置。解析：开盖会使孢子和气溶胶扩散。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感染性废物处置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61 镜）　适用对象：从事微生物、细胞、分子生物学、医学、农学、环境等生物实验的高校本科生、研究生和教职工（必修）；实验室负责人和废物管理人员重点学习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能说出哪些属于感染性废物，做到与化学废物、锐器分类收集，实验前定好废物管理方案。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能做到锐器进锐器盒、不回套针帽，感染性废物用专用袋双层包装、不超过四分之三封口、不用手压。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能判断液体废物、培养物、工程菌与转基因材料的正确处理：不倒下水道、不开盖查看污染瓶、先灭活、不私自带出。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能说出出实验室前灭菌确认登记、专用包装标签暂存、交有资质单位并留存转移联单的要求。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《中华人民共和国生物安全法》：病原微生物实验室应防止病原微生物扩散，实验废物按规定处置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《中华人民共和国固体废物污染环境防治法》：医疗废物按国家危险废物名录管理，集中处置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《医疗废物管理条例》（以现行文本为准）：医疗废物分类收集、专用包装和警示标识、暂时贮存、交接登记、交有资质单位集中处置，禁止混入生活垃圾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《医疗卫生机构医疗废物管理办法》（以现行文本为准）：分类收集、包装容器、暂存设施、交接与登记要求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《国家危险废物名录》（以现行文本为准）：医疗废物列入危险废物管理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《病原微生物实验室生物安全管理条例》（以现行文本为准）：实验室产生的废水、废气和危险废物按规定处置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生物安全通用要求》、WS 233（以现行文本为准）《病原微生物实验室生物安全通用准则》：废物处置程序、包装与去污染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本校实验室废物管理规定和本实验室感染性废物处置标准操作规程（以本校规定为准）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先定废物管理方案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做实验前先想好废物怎么处理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分类、暂存、转运、处置环环写清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处理效果要验证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每个实验室有自己的处置规程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感染性废物的处理不是实验做完才考虑的事。开展生物因子实验之前，就要想好会产生哪些废物、用什么容器装、怎样灭活、送到哪里。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实验做完才找废物袋和去向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照搬别的实验室规程，不结合本室情况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先分类：感染性废物单独收集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培养物、菌种、血液和接触过的耗材都算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检测产生的废物一律按感染性对待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感染性、化学、锐器分开收集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化学废液别混进生物废物袋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拿不准看指引、问老师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感染性废物是含有或可能含有病原微生物、有引发感染风险的废物，包括：培养物和菌（毒）种、血液及血液制品、临床和环境样本、接触过它们的吸头、平板、手套、纸巾、细胞培养耗材，检测仪器用过的卡盒和试剂条等。实验动物尸体和组织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把感染性废物当普通垃圾扔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把化学废液倒进生物废物袋一起灭菌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锐器进锐器盒，不回套针帽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针头、刀片、碎玻璃不进袋，进锐器盒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别随手放在敞口盘子里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用过的针不回套、不掰弯、不拆针头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装到四分之三或警戒线就封盒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硬往里塞最容易扎伤手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沾染过生物材料的针头、刀片、玻片、碎玻璃等是感染性锐器，扎破皮肤就可能直接造成感染。它们不能装进塑料袋，要放进防刺穿、防渗漏、有生物危害标志的专用锐器盒；锐器盒放在操作位置旁边，用完立即投入，不能随手放在敞口盘子或台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用双手回套针帽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锐器盒装满冒尖还往里塞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专用袋双层包装，别装满别手压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用专用袋和带盖容器装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双层装袋：内袋破了外袋兜着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内袋加消毒剂扎紧，外袋再扎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袋子和桶的外面也要消毒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别装太满，千万别用手往下压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感染性废物用耐高压灭菌、印有生物危害标志的专用袋，套在带盖、可脚踏开启的容器里。双层装袋是常用的做法：内袋万一被戳破，还有外袋兜着。废物容器在使用前就套好两层袋（在生物安全柜内使用的，进柜前套好），实验中废物直接放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只用一层普通垃圾袋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用手把袋里的废物往下压实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液体废物不进下水道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液体培养物不能直接倒下水道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收进带盖容器，放进托盘防打翻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按规程消毒或灭菌后再处置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实验菌株不往外环境排放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野外用菌须经评估和批准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液体培养物、废培养液、含活菌的菌液不能直接倒进水槽和下水道。收集在带盖、不易破碎的容器里，容器放进托盘，防止打翻；按规程用消毒剂处理或高压灭菌后，再按本校规定处置。消毒后的液体如含化学品，按化学废液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把菌液直接倒进水槽冲掉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废液瓶敞口放在台面边上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培养物先灭活，污染瓶不开盖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计完数的平板里还是活菌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平板、吸头、接种环先装袋灭菌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长霉的培养瓶别打开闻、打开看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整瓶不开盖直接灭菌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培养物不能私自带出实验室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过的平板、试管、吸头、接种环等，即使实验已经结束、计数已经完成，里面仍然是大量活菌，必须先放进高压灭菌袋，灭菌杀灭全部活菌后，再按感染性废物交学校统一处置，不能直接扔垃圾桶，也不能倒下水道。病原和实验菌株不能外泄到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计完数的平板直接扔进垃圾桶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打开污染的培养瓶闻气味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工程菌与转基因材料：灭活、登记、不带出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工程菌带抗性基因，不能外泄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培养物和耗材先灭活再处置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组培苗和转基因材料不得私自带走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试验结束清掉自生苗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菌株和处理都要登记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基因工程菌常带有抗生素抗性基因等外源基因，一旦外泄可能在环境中扩散。含工程菌的培养物、废液和耗材收进专用容器，先灭活（如高压灭菌），再按规定分类处置。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工程菌菌液直接倒进下水道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把转基因苗带回宿舍养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出实验室前先灭菌，确认并登记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感染性废物出实验室前先灭菌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按本室手册，由培训过的人操作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用指示物确认灭菌到位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每锅登记，合格了再往外送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国内高校实验室的感染性废物，一般要先在实验室内（或本单位指定地点）高压蒸汽灭菌，灭菌合格后再离开实验室，交学校统一处置。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没有灭菌就把感染性废物送出实验室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灭菌不登记，结果无据可查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专用包装、标签、暂存，及时清运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灭菌后装进医疗废物专用包装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贴标签：哪个实验室、什么时间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不能随手堆在走廊、楼道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放进专门的暂存点或转运箱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按时清运，不长时间存放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灭菌后的感染性废物按本校规定装进医疗废物专用包装袋或容器（有警示标识），锐器盒单独装。包装外贴好标签，写明产生的实验室、日期、废物类别等。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废物袋没标签，来源不明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废物袋长期堆在楼道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交有资质单位，联单存档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交有资质的单位统一处置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交接时填好登记和转移联单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联单存档，去向可查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不混生活垃圾，不交无资质的人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实验室不能自己焚烧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感染性废物（医疗废物）属于国家危险废物名录管理的危险废物，由学校统一交给有资质的医疗废物集中处置单位，用高温焚烧等方式无害化处置。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灭菌后就当生活垃圾扔了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把废物交给收废品的人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下列废物中，应该放进锐器盒的是：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用过的手套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用过的平板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沾染菌液的针头和碎玻片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擦台面的纸巾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判断：计完数的平板实验已经结束，可以直接丢进普通垃圾桶。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感染性废物袋快装满时，正确的做法是：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用手压实再多装一些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不超过四分之三就扎口，换新袋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装满冒尖再扎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把袋口敞着等清运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判断：液体菌液加大量自来水稀释后，可以倒进下水道。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077 · 感染性废物处置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077 感染性废物处置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灭菌后的感染性废物最终应该：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混进生活垃圾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交给收废品的人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在实验室里自己焚烧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装进专用包装贴标签，暂存后交有资质单位处置并填写转移联单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简答：培养瓶长了霉，应该怎样处理？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先定废物管理方案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先分类：感染性废物单独收集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锐器进锐器盒，不回套针帽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专用袋双层包装，别装满别手压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液体废物不进下水道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培养物先灭活，污染瓶不开盖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工程菌与转基因材料：灭活、登记、不带出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出实验室前先灭菌，确认并登记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K9  专用包装、标签、暂存，及时清运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K10  交有资质单位，联单存档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