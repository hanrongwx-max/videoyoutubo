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不同的实验危险不同，通用安全规则需要按具体风险调整。风险管理可以概括为四步：识别危害（找出可能出错的地方，第 012、013 课）；评估风险（判断出事的可能性和后果，本课）；降低风险（采取控制措施，第 017、018 课）；做好应急准备（万一出事怎么处置，第 14 章）。</a:t>
            </a:r>
          </a:p>
          <a:p>
            <a:r>
              <a:t>评估风险承上启下：以识别出的危害为基础，又决定了采取哪些控制措施和应急准备。管好风险，既保护自己，也保护身边的每个人。这四步适用于任何有危险的工作：在实验室拍摄教学视频，同样要在开拍前识别危害、评估风险、做好准备，只是机位变了，安全要求一样不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在工厂里，每个岗位每天做同样的事，操作规程固定，防护措施早已配好。高校科研不同：新实验、新装置、新材料不断出现，很多操作没有现成的规程可依。</a:t>
            </a:r>
          </a:p>
          <a:p>
            <a:r>
              <a:t>因此科研人员要主动识别和评估风险，逐步想清楚哪一步需要格外小心。遇到新材料，即使还没有针对它的专门规定，只要资料显示有危害，也要主动采取防护措施，不能以“没有规定”为由放任危险。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风险是被危害伤到的可能性及其后果，常用“风险＝严重程度×可能性”表示。严重程度看一旦出事后果有多重（从轻微割伤到死亡、重大财产损失）；可能性看发生的频率和接触的机会（多常做、接触多少、多长时间）。</a:t>
            </a:r>
          </a:p>
          <a:p>
            <a:r>
              <a:t>同样的危害，在不同条件下风险不同。例如高处作业：带护栏的高平台不容易掉下来，但一旦掉下来后果严重；没有护栏的矮梯，掉下来的后果较轻，但很容易发生。两者风险谁高，要结合具体地点和条件来算。化学实验中，化学品的用量和使用场所（敞开台面还是通风柜）是决定风险的关键因素（实例见第 015 课）。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风险矩阵把严重程度和可能性放进一张表，常用三乘三的格子：横轴为可能性（低、中、高），纵轴为严重程度（低、中、高），两者交叉得出风险等级，越往右上角风险越高。也有学校采用更多等级的矩阵，以本校规定为准。</a:t>
            </a:r>
          </a:p>
          <a:p>
            <a:r>
              <a:t>按风险等级采取不同处理：低风险一般可以接受，但仍要看看能否进一步降低；中风险要有控制措施和监督才能进行；高风险不可接受，在采取措施降下来之前不能开展。风险矩阵还可以用来排优先级：可能性大、后果重的立即整改，风险低的定期监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风险评估是有步骤的系统工作，可以分五步：第一，找出危害；第二，想清楚谁可能受伤、怎样受伤（例如高处放置的物品掉下来会砸到谁）；第三，评估风险，确定控制措施；第四，把评估结果和措施记录下来；第五，定期回顾，人员、设备、实验条件变化时及时重新评估。风险评估的目的就是：找出危害，排出高低，定好控制措施。</a:t>
            </a:r>
          </a:p>
          <a:p>
            <a:r>
              <a:t>不同专业可以按自己的特点细化。例如用电作业的评估：找出这项工作有哪些电气危害；说清要做的是什么电气工作；估计一旦出事会伤得多重；想一想哪些故障会让人触电；风险太高就增加措施后再评估。书面记录的写法见第 015 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评估风险带有一定主观性：同一个操作，经验丰富的人做得稳稳当当，新手却可能出错，可能性的判断因人而异。因此评估不能只凭一个人的感觉，应由导师、安全员和实际操作者一起讨论，并按操作者的实际经验水平来估计可能性；对新手要加强培训和看护（第 007 课）。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所有实验都有一定风险，关键是把风险降到可接受的水平，大多数实验就可以安全进行。多大风险可以接受，因情况而异：教学实验中，教师已通过选择试剂、控制用量和设计流程把风险降得较低；使用高危化学品又没有替代品时，采取措施后风险可能仍为中等；科研中是否接受更高的风险，问题更复杂，必须经导师、实验室负责人和学院审核，按本校规定报批，并有相应的控制和应急措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采取了控制措施，风险也不可能降为零，总会留下一部分残余风险。对残余风险要心中有数，并通过应急准备兜底：知道出事时怎么处置、应急设施在哪里。同时，降低风险没有终点，能做到的就应当始终把风险降到最低，不能因为“已经可接受”就放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有些情况用简单的风险矩阵不够。物质数据不全时，可以按危害类别（如毒性等级、挥发性、用量）配套相应的控制措施；高风险工艺和复杂装置，可以逐个部件分析可能的失效方式和后果；蝴蝶结图以事故为中心，左边列出导致事故的原因和预防屏障，右边列出事故后果和减轻后果的屏障，便于检查每道防线是否到位。</a:t>
            </a:r>
          </a:p>
          <a:p>
            <a:r>
              <a:t>这些方法专业性较强，复杂情况应请实验室负责人、学院安全管理员和相关专家一起评估。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凡事预则立。每次实验前都要先想清楚有哪些风险，做好准备：危害有哪些，采取什么防护措施，出事怎么应急。高校实验开展前，要按本校规定完成风险评估，既看可能性，也看后果严重程度，由导师审核签字，控制措施落实到位后再开始。就像工地上有班前安全交底一样，实验也要先过负责人这一关。</a:t>
            </a:r>
          </a:p>
          <a:p>
            <a:r>
              <a:t>开展新实验、使用新设备、改变流程或条件时，都要重新评估。高风险实验按规定报学院和学校审批。风险评估以安全培训和准入为前提（第 007 课），学校、学院、实验室层层有责任（第 004 课）。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《中华人民共和国安全生产法》（以现行文本为准）要求构建安全风险分级管控和隐患排查治理双重预防机制：事前评估风险，按等级落实管控责任；日常排查隐患，及时整改（第 005 课）。风险评估的结果就是分级管控的依据。</a:t>
            </a:r>
          </a:p>
          <a:p>
            <a:r>
              <a:t>风险分级常用红、橙、黄、蓝四种颜色表示由高到低的等级，等级越高，管控的层级越高、措施越严。高校实验室的风险分级办法和各级管控责任，以本校规定为准。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 题 答案：B。解析：先识别危害，再评估风险，然后降低风险，最后做好应急准备。</a:t>
            </a:r>
          </a:p>
          <a:p>
            <a:r>
              <a:t>第 2 题 答案：B。解析：高风险不可接受；中风险需要措施和监督；低风险可接受，也要看能否再降低。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3 题 答案：B。解析：风险不能完全消除，残余风险要靠应急准备兜底，并始终降到最低。</a:t>
            </a:r>
          </a:p>
          <a:p>
            <a:r>
              <a:t>第 4 题 答案：D。解析：人、设备、实验变化时都要重新评估。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5 题 答案：找出危害；想清谁会受伤、怎样受伤；评估风险并定措施；记录结果；定期和变化时回顾更新。解析：评估的目的是找危害、排高低、定控制措施。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C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1280160"/>
            <a:ext cx="1005840" cy="100584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00584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Microsoft YaHei"/>
              </a:rPr>
              <a:t>014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651760"/>
            <a:ext cx="1109441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Microsoft YaHei"/>
              </a:rPr>
              <a:t>风险评估的步骤与风险矩阵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0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>
                <a:solidFill>
                  <a:srgbClr val="CADCE6"/>
                </a:solidFill>
                <a:latin typeface="Microsoft YaHei"/>
              </a:rPr>
              <a:t>第2章 危险源辨识与风险评估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389120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CADCE6"/>
                </a:solidFill>
                <a:latin typeface="Microsoft YaHei"/>
              </a:rPr>
              <a:t>课时：约 5 分钟（卡通视频 63 镜）　适用对象：全体进入高校实验室的本科生、研究生和教职工（必修）；导师、实验室负责人和安全员重点学习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1264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28C28"/>
                </a:solidFill>
                <a:latin typeface="Microsoft YaHei"/>
              </a:rPr>
              <a:t>《高校实验室安全》学习课件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014 · 风险评估的步骤与风险矩阵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学习目标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014 风险评估的步骤与风险矩阵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能说出风险管理四步（识别危害、评估风险、降低风险、做好应急准备）和风险评估五步。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13683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733723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33723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能用“风险＝严重程度×可能性”和风险矩阵判断风险等级，并说出低、中、高风险分别怎么处理。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78727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98767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98767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能判断什么是可接受风险和残余风险，理解评估的主观性。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3771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463811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63811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能做到：新实验、新设备、改流程前先做风险评估，经导师审核后再动手。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014 · 风险评估的步骤与风险矩阵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法规与标准依据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014 风险评估的步骤与风险矩阵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31520" y="198882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82880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《中华人民共和国安全生产法》（以现行文本为准）：安全风险分级管控和隐患排查治理双重预防机制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8727" y="173736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61607" y="198882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01687" y="182880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《高等学校实验室安全规范》（教科信厅函〔2023〕5 号，以现行文本为准）：实验室安全风险评估、危险性实验项目审批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83464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308610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92608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《教育部关于加强高校实验室安全工作的意见》（教技函〔2019〕36 号，以现行文本为准）：建立实验室安全风险评估制度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78727" y="283464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61607" y="308610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01687" y="292608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GB/T 45001-2020（以现行文本为准）《职业健康安全管理体系 要求及使用指南》：危险源辨识、风险评价与控制措施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93192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31520" y="418338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02336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本校实验室安全风险评估与分级分类管理规定（以本校规定为准）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014 · 风险评估的步骤与风险矩阵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风险管理四步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014 风险评估的步骤与风险矩阵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通用规则要按实验的风险来调整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第一步识别危害，第二步评估风险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第三步降低风险，第四步做好应急准备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做实验、拍视频，都按四步来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不同的实验危险不同，通用安全规则需要按具体风险调整。风险管理可以概括为四步：识别危害（找出可能出错的地方，第 012、013 课）；评估风险（判断出事的可能性和后果，本课）；降低风险（采取控制措施，第 017、018……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只做识别，不评估风险高低，措施一刀切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认为应急准备是出事以后的事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014 · 风险评估的步骤与风险矩阵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科研常新，风险要主动找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014 风险评估的步骤与风险矩阵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工厂岗位天天一样，规程和防护早已配好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科研中新实验、新装置不断出现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要主动想：哪一步要格外小心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没有专门规定，也不能无视危险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在工厂里，每个岗位每天做同样的事，操作规程固定，防护措施早已配好。高校科研不同：新实验、新装置、新材料不断出现，很多操作没有现成的规程可依。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认为没有规定禁止，就可以随意做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014 · 风险评估的步骤与风险矩阵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风险＝严重程度×可能性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014 风险评估的步骤与风险矩阵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有危害，不一定就有很大的风险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风险等于严重程度乘以可能性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严重程度看后果多重，可能性看多常发生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风险高低要看具体地点和条件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风险是被危害伤到的可能性及其后果，常用“风险＝严重程度×可能性”表示。严重程度看一旦出事后果有多重（从轻微割伤到死亡、重大财产损失）；可能性看发生的频率和接触的机会（多常做、接触多少、多长时间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只看后果，或只看可能性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认为“危害大就一定风险大”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014 · 风险评估的步骤与风险矩阵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风险矩阵与风险等级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014 风险评估的步骤与风险矩阵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风险矩阵：严重程度和可能性各分低、中、高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越往右上角，风险越高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低风险可接受，也看能否再降低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中风险需措施和监督；高风险降下来前不能做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风险矩阵把严重程度和可能性放进一张表，常用三乘三的格子：横轴为可能性（低、中、高），纵轴为严重程度（低、中、高），两者交叉得出风险等级，越往右上角风险越高。也有学校采用更多等级的矩阵，以本校规定为准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评出高风险仍照常开展实验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评为低风险后就不再关注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014 · 风险评估的步骤与风险矩阵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风险评估五步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014 风险评估的步骤与风险矩阵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找出危害，想清谁会受伤、怎么伤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评估风险，定好控制措施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把结果记录下来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人、设备、实验变了或到期，要回顾更新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风险评估是有步骤的系统工作，可以分五步：第一，找出危害；第二，想清楚谁可能受伤、怎样受伤（例如高处放置的物品掉下来会砸到谁）；第三，评估风险，确定控制措施；第四，把评估结果和措施记录下来；第五，定期回顾，人员、设备、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只想到自己，没考虑同室其他人和后来者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评估做完就不再更新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014 · 风险评估的步骤与风险矩阵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评估有主观性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014 风险评估的步骤与风险矩阵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1700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评估风险有一定主观性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老手稳当，新手却可能出错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多人一起评估，按操作者的实际水平考虑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15384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81144"/>
            <a:ext cx="5925129" cy="1179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评估风险带有一定主观性：同一个操作，经验丰富的人做得稳稳当当，新手却可能出错，可能性的判断因人而异。因此评估不能只凭一个人的感觉，应由导师、安全员和实际操作者一起讨论，并按操作者的实际经验水平来估计可能性；对新手要加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老手按自己的经验评估，交给新手操作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014 · 风险评估的步骤与风险矩阵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多大风险可以接受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014 风险评估的步骤与风险矩阵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所有实验都有一定风险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教学实验，老师已把风险降得较低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高危又无替代品时，可能是中等风险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科研中接受更高风险要层层把关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所有实验都有一定风险，关键是把风险降到可接受的水平，大多数实验就可以安全进行。多大风险可以接受，因情况而异：教学实验中，教师已通过选择试剂、控制用量和设计流程把风险降得较低；使用高危化学品又没有替代品时，采取措施后风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自己判断“风险可以接受”，不经导师和负责人把关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014 · 风险评估的步骤与风险矩阵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风险不能消除，只能降低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014 风险评估的步骤与风险矩阵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1700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风险不可能完全消除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剩下的是残余风险，靠应急准备兜底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能而且应当始终把风险降到最低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15384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81144"/>
            <a:ext cx="5925129" cy="1179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采取了控制措施，风险也不可能降为零，总会留下一部分残余风险。对残余风险要心中有数，并通过应急准备兜底：知道出事时怎么处置、应急设施在哪里。同时，降低风险没有终点，能做到的就应当始终把风险降到最低，不能因为“已经可接受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认为采取了措施就“零风险”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014 · 风险评估的步骤与风险矩阵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复杂情况的进阶方法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014 风险评估的步骤与风险矩阵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数据不全，按危害类别配套措施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高风险工艺，逐一分析失效方式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蝴蝶结图：左边防发生，右边减后果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复杂情况请专业人员一起评估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有些情况用简单的风险矩阵不够。物质数据不全时，可以按危害类别（如毒性等级、挥发性、用量）配套相应的控制措施；高风险工艺和复杂装置，可以逐个部件分析可能的失效方式和后果；蝴蝶结图以事故为中心，左边列出导致事故的原因和预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复杂高危工艺只做简单打分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014 · 风险评估的步骤与风险矩阵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动手前先评估，导师把关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014 风险评估的步骤与风险矩阵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凡事预则立，准备是安全的关键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动手前想清危害、防护措施和应急办法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导师审核签字，措施到位再开工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新实验、新设备、改流程都要重新评估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凡事预则立。每次实验前都要先想清楚有哪些风险，做好准备：危害有哪些，采取什么防护措施，出事怎么应急。高校实验开展前，要按本校规定完成风险评估，既看可能性，也看后果严重程度，由导师审核签字，控制措施落实到位后再开始。就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先做实验，事后补评估表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改了流程不重新评估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014 · 风险评估的步骤与风险矩阵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风险分级管控与隐患排查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014 风险评估的步骤与风险矩阵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S1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1700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安全生产法要求风险分级管控和隐患排查治理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风险等级不同，管控层级也不同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具体分级以本校规定为准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15384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81144"/>
            <a:ext cx="5925129" cy="1179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《中华人民共和国安全生产法》（以现行文本为准）要求构建安全风险分级管控和隐患排查治理双重预防机制：事前评估风险，按等级落实管控责任；日常排查隐患，及时整改（第 005 课）。风险评估的结果就是分级管控的依据。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评估结果只存档，不用于分级管控和日常检查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014 · 风险评估的步骤与风险矩阵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课后练习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014 风险评估的步骤与风险矩阵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风险管理四步的正确顺序是：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降低风险—识别危害—评估风险—应急准备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识别危害—评估风险—降低风险—做好应急准备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C. 评估风险—识别危害—应急准备—降低风险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D. 应急准备—识别危害—降低风险—评估风险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98767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0287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用风险矩阵评估后得出“高风险”，正确的做法是：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0287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小心一点照常做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采取措施把风险降下来之前不能开展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C. 找人陪同就可以做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D. 晚上人少时做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014 · 风险评估的步骤与风险矩阵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课后练习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014 风险评估的步骤与风险矩阵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判断：采取了全部控制措施后，实验就是零风险的。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正确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错误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98767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0287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下列哪种情况需要重新进行风险评估？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0287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换了新设备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实验流程改变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C. 由新同学来操作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D. 以上都是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014 · 风险评估的步骤与风险矩阵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课后练习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014 风险评估的步骤与风险矩阵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简答：风险评估五步是什么？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C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Microsoft YaHei"/>
              </a:rPr>
              <a:t>本课小结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5364327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  风险管理四步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K2  科研常新，风险要主动找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K3  风险＝严重程度×可能性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K4  风险矩阵与风险等级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K5  风险评估五步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K6  评估有主观性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78727" y="1645920"/>
            <a:ext cx="5364327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K7  多大风险可以接受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K8  风险不能消除，只能降低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K9  复杂情况的进阶方法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K10  动手前先评估，导师把关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S1  风险分级管控与隐患排查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《高校实验室安全》学习课件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